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22"/>
  </p:notesMasterIdLst>
  <p:sldIdLst>
    <p:sldId id="256" r:id="rId2"/>
    <p:sldId id="274" r:id="rId3"/>
    <p:sldId id="268" r:id="rId4"/>
    <p:sldId id="257" r:id="rId5"/>
    <p:sldId id="258" r:id="rId6"/>
    <p:sldId id="259" r:id="rId7"/>
    <p:sldId id="275" r:id="rId8"/>
    <p:sldId id="260" r:id="rId9"/>
    <p:sldId id="270" r:id="rId10"/>
    <p:sldId id="276" r:id="rId11"/>
    <p:sldId id="277" r:id="rId12"/>
    <p:sldId id="278" r:id="rId13"/>
    <p:sldId id="279" r:id="rId14"/>
    <p:sldId id="280" r:id="rId15"/>
    <p:sldId id="262" r:id="rId16"/>
    <p:sldId id="263" r:id="rId17"/>
    <p:sldId id="264" r:id="rId18"/>
    <p:sldId id="265" r:id="rId19"/>
    <p:sldId id="267" r:id="rId20"/>
    <p:sldId id="269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8C6992-6CAD-4281-843F-F624652E0EA1}" v="24" dt="2025-05-09T19:39:40.6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4" autoAdjust="0"/>
    <p:restoredTop sz="80627" autoAdjust="0"/>
  </p:normalViewPr>
  <p:slideViewPr>
    <p:cSldViewPr snapToGrid="0">
      <p:cViewPr varScale="1">
        <p:scale>
          <a:sx n="51" d="100"/>
          <a:sy n="51" d="100"/>
        </p:scale>
        <p:origin x="125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yden Jordan" userId="e8c6793a-f4f0-4dab-a372-bcc2bed74348" providerId="ADAL" clId="{2D097765-E3AD-4BF7-A734-A5DEE3B1B8ED}"/>
    <pc:docChg chg="delSld modSld">
      <pc:chgData name="Kayden Jordan" userId="e8c6793a-f4f0-4dab-a372-bcc2bed74348" providerId="ADAL" clId="{2D097765-E3AD-4BF7-A734-A5DEE3B1B8ED}" dt="2025-11-13T02:19:11.361" v="135" actId="20577"/>
      <pc:docMkLst>
        <pc:docMk/>
      </pc:docMkLst>
      <pc:sldChg chg="modNotesTx">
        <pc:chgData name="Kayden Jordan" userId="e8c6793a-f4f0-4dab-a372-bcc2bed74348" providerId="ADAL" clId="{2D097765-E3AD-4BF7-A734-A5DEE3B1B8ED}" dt="2025-11-13T02:18:06.176" v="23" actId="20577"/>
        <pc:sldMkLst>
          <pc:docMk/>
          <pc:sldMk cId="0" sldId="258"/>
        </pc:sldMkLst>
      </pc:sldChg>
      <pc:sldChg chg="modNotesTx">
        <pc:chgData name="Kayden Jordan" userId="e8c6793a-f4f0-4dab-a372-bcc2bed74348" providerId="ADAL" clId="{2D097765-E3AD-4BF7-A734-A5DEE3B1B8ED}" dt="2025-11-13T02:18:15.594" v="40" actId="20577"/>
        <pc:sldMkLst>
          <pc:docMk/>
          <pc:sldMk cId="0" sldId="259"/>
        </pc:sldMkLst>
      </pc:sldChg>
      <pc:sldChg chg="modNotesTx">
        <pc:chgData name="Kayden Jordan" userId="e8c6793a-f4f0-4dab-a372-bcc2bed74348" providerId="ADAL" clId="{2D097765-E3AD-4BF7-A734-A5DEE3B1B8ED}" dt="2025-11-13T02:18:45.924" v="86" actId="20577"/>
        <pc:sldMkLst>
          <pc:docMk/>
          <pc:sldMk cId="518249394" sldId="270"/>
        </pc:sldMkLst>
      </pc:sldChg>
      <pc:sldChg chg="del">
        <pc:chgData name="Kayden Jordan" userId="e8c6793a-f4f0-4dab-a372-bcc2bed74348" providerId="ADAL" clId="{2D097765-E3AD-4BF7-A734-A5DEE3B1B8ED}" dt="2025-11-12T22:50:16.403" v="0" actId="2696"/>
        <pc:sldMkLst>
          <pc:docMk/>
          <pc:sldMk cId="3378766683" sldId="273"/>
        </pc:sldMkLst>
      </pc:sldChg>
      <pc:sldChg chg="modNotesTx">
        <pc:chgData name="Kayden Jordan" userId="e8c6793a-f4f0-4dab-a372-bcc2bed74348" providerId="ADAL" clId="{2D097765-E3AD-4BF7-A734-A5DEE3B1B8ED}" dt="2025-11-13T02:19:11.361" v="135" actId="20577"/>
        <pc:sldMkLst>
          <pc:docMk/>
          <pc:sldMk cId="2766087637" sldId="280"/>
        </pc:sldMkLst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4" Type="http://schemas.openxmlformats.org/officeDocument/2006/relationships/image" Target="../media/image9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4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1769AED-2759-485E-91E0-640FDD582DFB}" type="doc">
      <dgm:prSet loTypeId="urn:microsoft.com/office/officeart/2016/7/layout/RepeatingBendingProcessNew" loCatId="process" qsTypeId="urn:microsoft.com/office/officeart/2005/8/quickstyle/simple2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02C77FB8-F941-4DC2-B4E7-7B6A29704DE9}">
      <dgm:prSet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en-US" sz="2400" dirty="0"/>
            <a:t>Abstract</a:t>
          </a:r>
        </a:p>
      </dgm:t>
    </dgm:pt>
    <dgm:pt modelId="{57ABDC36-B906-4FC1-A35C-75FAF186A7C6}" type="parTrans" cxnId="{3273120A-C80E-4F53-8532-AF8F3C9FC983}">
      <dgm:prSet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endParaRPr lang="en-US" sz="4400"/>
        </a:p>
      </dgm:t>
    </dgm:pt>
    <dgm:pt modelId="{F285318F-BE81-4CF3-BD86-3BD00E10B8B6}" type="sibTrans" cxnId="{3273120A-C80E-4F53-8532-AF8F3C9FC983}">
      <dgm:prSet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endParaRPr lang="en-US" sz="1000"/>
        </a:p>
      </dgm:t>
    </dgm:pt>
    <dgm:pt modelId="{D3E1DBEC-157E-49CE-BC52-F5679354AEDE}">
      <dgm:prSet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en-US" sz="1400" i="1"/>
            <a:t>Is this relevant?</a:t>
          </a:r>
          <a:endParaRPr lang="en-US" sz="1400"/>
        </a:p>
      </dgm:t>
    </dgm:pt>
    <dgm:pt modelId="{297C82F7-A022-45CC-8D04-45E30B0E534D}" type="parTrans" cxnId="{A60D0F76-679A-424A-8735-057EFA969342}">
      <dgm:prSet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endParaRPr lang="en-US" sz="4400"/>
        </a:p>
      </dgm:t>
    </dgm:pt>
    <dgm:pt modelId="{D2AD96F2-25DB-4E3F-A59E-F18443E88232}" type="sibTrans" cxnId="{A60D0F76-679A-424A-8735-057EFA969342}">
      <dgm:prSet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endParaRPr lang="en-US" sz="3600"/>
        </a:p>
      </dgm:t>
    </dgm:pt>
    <dgm:pt modelId="{77DDFCD2-8601-4E76-A368-B371AE140FC3}">
      <dgm:prSet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en-US" sz="1400" i="1"/>
            <a:t>Does the article have variables/measures/implications that are useful?</a:t>
          </a:r>
          <a:endParaRPr lang="en-US" sz="1400"/>
        </a:p>
      </dgm:t>
    </dgm:pt>
    <dgm:pt modelId="{4283E36A-14BE-4DB8-A388-397E692E487F}" type="parTrans" cxnId="{B4498654-7B4F-4EC8-AA86-608D0217DAF7}">
      <dgm:prSet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endParaRPr lang="en-US" sz="4400"/>
        </a:p>
      </dgm:t>
    </dgm:pt>
    <dgm:pt modelId="{05F43E5E-9F80-4A5D-B414-2CF846FBFD50}" type="sibTrans" cxnId="{B4498654-7B4F-4EC8-AA86-608D0217DAF7}">
      <dgm:prSet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endParaRPr lang="en-US" sz="3600"/>
        </a:p>
      </dgm:t>
    </dgm:pt>
    <dgm:pt modelId="{5007740A-C180-44CB-97D7-27AA143D7E83}">
      <dgm:prSet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en-US" sz="2400"/>
            <a:t>Introduction</a:t>
          </a:r>
        </a:p>
      </dgm:t>
    </dgm:pt>
    <dgm:pt modelId="{E3FD0F64-FB43-4F75-8E30-725F6CA02C7D}" type="parTrans" cxnId="{F151C594-E7E7-4C22-84C4-5476580FADBB}">
      <dgm:prSet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endParaRPr lang="en-US" sz="4400"/>
        </a:p>
      </dgm:t>
    </dgm:pt>
    <dgm:pt modelId="{562B0FBB-BBA4-4022-9E12-5E37DB4BEA2A}" type="sibTrans" cxnId="{F151C594-E7E7-4C22-84C4-5476580FADBB}">
      <dgm:prSet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endParaRPr lang="en-US" sz="1000"/>
        </a:p>
      </dgm:t>
    </dgm:pt>
    <dgm:pt modelId="{96B1215E-9A91-4895-A3B0-E02F0C4B82E8}">
      <dgm:prSet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en-US" sz="1400" i="1"/>
            <a:t>What was the goal of the study?</a:t>
          </a:r>
          <a:endParaRPr lang="en-US" sz="1400"/>
        </a:p>
      </dgm:t>
    </dgm:pt>
    <dgm:pt modelId="{E3189C17-220E-4552-9E25-DA79F0C9CDEF}" type="parTrans" cxnId="{DEF34074-D95F-49C8-95DA-63E51986EA39}">
      <dgm:prSet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endParaRPr lang="en-US" sz="4400"/>
        </a:p>
      </dgm:t>
    </dgm:pt>
    <dgm:pt modelId="{9A2AB1DB-FFC7-421B-B8F2-AFB15C301CB2}" type="sibTrans" cxnId="{DEF34074-D95F-49C8-95DA-63E51986EA39}">
      <dgm:prSet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endParaRPr lang="en-US" sz="3600"/>
        </a:p>
      </dgm:t>
    </dgm:pt>
    <dgm:pt modelId="{CCAE1BF7-7DF9-4B1E-9146-3483CE47D55D}">
      <dgm:prSet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en-US" sz="2400"/>
            <a:t>Literature Review</a:t>
          </a:r>
        </a:p>
      </dgm:t>
    </dgm:pt>
    <dgm:pt modelId="{F068EDA3-54A6-4861-87CF-6C51B84215A1}" type="parTrans" cxnId="{062C1902-796B-492B-AADF-6C2C259DD150}">
      <dgm:prSet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endParaRPr lang="en-US" sz="4400"/>
        </a:p>
      </dgm:t>
    </dgm:pt>
    <dgm:pt modelId="{6975AA26-9393-4DE5-9470-6D317A60C9CE}" type="sibTrans" cxnId="{062C1902-796B-492B-AADF-6C2C259DD150}">
      <dgm:prSet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endParaRPr lang="en-US" sz="1000"/>
        </a:p>
      </dgm:t>
    </dgm:pt>
    <dgm:pt modelId="{D096435C-210A-463F-A5F1-169311FB6F72}">
      <dgm:prSet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en-US" sz="1400" i="1"/>
            <a:t>Skim for now</a:t>
          </a:r>
          <a:endParaRPr lang="en-US" sz="1400"/>
        </a:p>
      </dgm:t>
    </dgm:pt>
    <dgm:pt modelId="{0F6F255B-405A-468D-AAD8-C677161694EE}" type="parTrans" cxnId="{7CB266EF-15D2-494F-8DBD-18E2478AD18C}">
      <dgm:prSet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endParaRPr lang="en-US" sz="4400"/>
        </a:p>
      </dgm:t>
    </dgm:pt>
    <dgm:pt modelId="{9626F5F5-1E06-4F89-8718-4B8D5BB1BA4F}" type="sibTrans" cxnId="{7CB266EF-15D2-494F-8DBD-18E2478AD18C}">
      <dgm:prSet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endParaRPr lang="en-US" sz="3600"/>
        </a:p>
      </dgm:t>
    </dgm:pt>
    <dgm:pt modelId="{DAA0FBE9-AED4-422E-95CE-3A341FF236DD}">
      <dgm:prSet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en-US" sz="1400" i="1"/>
            <a:t>Focus on variable definition</a:t>
          </a:r>
          <a:endParaRPr lang="en-US" sz="1400"/>
        </a:p>
      </dgm:t>
    </dgm:pt>
    <dgm:pt modelId="{4EE41050-AD52-4FFE-937E-AA97BD44F8E3}" type="parTrans" cxnId="{A8654E5E-CE42-4539-B76D-911B84431ED6}">
      <dgm:prSet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endParaRPr lang="en-US" sz="4400"/>
        </a:p>
      </dgm:t>
    </dgm:pt>
    <dgm:pt modelId="{6074F50D-4FF4-477A-86DB-F24FDBAB9870}" type="sibTrans" cxnId="{A8654E5E-CE42-4539-B76D-911B84431ED6}">
      <dgm:prSet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endParaRPr lang="en-US" sz="3600"/>
        </a:p>
      </dgm:t>
    </dgm:pt>
    <dgm:pt modelId="{9A0582CB-9C96-40AA-9B1C-7B84566988AB}">
      <dgm:prSet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en-US" sz="2400" dirty="0"/>
            <a:t>Purpose</a:t>
          </a:r>
        </a:p>
      </dgm:t>
    </dgm:pt>
    <dgm:pt modelId="{070097F8-4401-4AAF-B3FC-FAA55E0F3D2D}" type="parTrans" cxnId="{BC951BDF-BDE7-495D-85D3-F5B1C6DCE61D}">
      <dgm:prSet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endParaRPr lang="en-US" sz="4400"/>
        </a:p>
      </dgm:t>
    </dgm:pt>
    <dgm:pt modelId="{6102F04D-9784-4C99-AE04-B77A7B5EE364}" type="sibTrans" cxnId="{BC951BDF-BDE7-495D-85D3-F5B1C6DCE61D}">
      <dgm:prSet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endParaRPr lang="en-US" sz="1000"/>
        </a:p>
      </dgm:t>
    </dgm:pt>
    <dgm:pt modelId="{198B5C05-71A1-4E87-9DA9-47AC998D4BFE}">
      <dgm:prSet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en-US" sz="1400" i="1"/>
            <a:t>How might you test something different?</a:t>
          </a:r>
          <a:endParaRPr lang="en-US" sz="1400"/>
        </a:p>
      </dgm:t>
    </dgm:pt>
    <dgm:pt modelId="{D090478E-1F71-4493-8643-02BD51F6C5F7}" type="parTrans" cxnId="{89643E74-FED5-40B4-A7F6-9C5DE5C2FEB4}">
      <dgm:prSet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endParaRPr lang="en-US" sz="4400"/>
        </a:p>
      </dgm:t>
    </dgm:pt>
    <dgm:pt modelId="{671EADDF-03D7-4EDE-B541-D01D48B8035A}" type="sibTrans" cxnId="{89643E74-FED5-40B4-A7F6-9C5DE5C2FEB4}">
      <dgm:prSet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endParaRPr lang="en-US" sz="3600"/>
        </a:p>
      </dgm:t>
    </dgm:pt>
    <dgm:pt modelId="{45A125AD-7446-44AB-8FF4-60E731223F57}">
      <dgm:prSet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en-US" sz="2400"/>
            <a:t>Methods</a:t>
          </a:r>
        </a:p>
      </dgm:t>
    </dgm:pt>
    <dgm:pt modelId="{978A223E-64AB-413A-82F6-C91E09EB2EF2}" type="parTrans" cxnId="{FBA1C645-9742-4605-8024-3BA7C70964C0}">
      <dgm:prSet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endParaRPr lang="en-US" sz="4400"/>
        </a:p>
      </dgm:t>
    </dgm:pt>
    <dgm:pt modelId="{0EAB7F35-DC73-4BA0-9D4A-3D0BE596439E}" type="sibTrans" cxnId="{FBA1C645-9742-4605-8024-3BA7C70964C0}">
      <dgm:prSet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endParaRPr lang="en-US" sz="1000"/>
        </a:p>
      </dgm:t>
    </dgm:pt>
    <dgm:pt modelId="{D40F92A0-0438-4AC3-AFB2-D80C5124E1DF}">
      <dgm:prSet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en-US" sz="1400" i="1"/>
            <a:t>Did they use data that could help you?</a:t>
          </a:r>
          <a:endParaRPr lang="en-US" sz="1400"/>
        </a:p>
      </dgm:t>
    </dgm:pt>
    <dgm:pt modelId="{C141E86F-80ED-4F38-9059-2BC331D6988E}" type="parTrans" cxnId="{AC135A08-FA99-4704-B9F9-8BF1B4459864}">
      <dgm:prSet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endParaRPr lang="en-US" sz="4400"/>
        </a:p>
      </dgm:t>
    </dgm:pt>
    <dgm:pt modelId="{C8C4A62B-8519-4095-A92D-CCE20EE4591D}" type="sibTrans" cxnId="{AC135A08-FA99-4704-B9F9-8BF1B4459864}">
      <dgm:prSet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endParaRPr lang="en-US" sz="3600"/>
        </a:p>
      </dgm:t>
    </dgm:pt>
    <dgm:pt modelId="{5115F7AF-DF1C-425C-9C67-D6575CB11292}">
      <dgm:prSet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en-US" sz="1400" i="1"/>
            <a:t>Did they have any measures you could use?</a:t>
          </a:r>
          <a:endParaRPr lang="en-US" sz="1400"/>
        </a:p>
      </dgm:t>
    </dgm:pt>
    <dgm:pt modelId="{121881DA-5A47-44D9-807D-0C83E1651777}" type="parTrans" cxnId="{9B84B9B1-91BD-424C-99E1-D1C3B2FDCE6F}">
      <dgm:prSet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endParaRPr lang="en-US" sz="4400"/>
        </a:p>
      </dgm:t>
    </dgm:pt>
    <dgm:pt modelId="{B1EE28B4-1177-4AB6-A1E5-D0DFC8755A99}" type="sibTrans" cxnId="{9B84B9B1-91BD-424C-99E1-D1C3B2FDCE6F}">
      <dgm:prSet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endParaRPr lang="en-US" sz="3600"/>
        </a:p>
      </dgm:t>
    </dgm:pt>
    <dgm:pt modelId="{EF15095C-8C63-4022-9E81-181FB12DFC9F}">
      <dgm:prSet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en-US" sz="2400"/>
            <a:t>Results</a:t>
          </a:r>
        </a:p>
      </dgm:t>
    </dgm:pt>
    <dgm:pt modelId="{32AD021B-57A6-4440-B471-4117B343F62A}" type="parTrans" cxnId="{898077AC-C62D-40B5-938B-C06BE42E3019}">
      <dgm:prSet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endParaRPr lang="en-US" sz="4400"/>
        </a:p>
      </dgm:t>
    </dgm:pt>
    <dgm:pt modelId="{6955FDE8-156A-487C-8807-3916F2D9A624}" type="sibTrans" cxnId="{898077AC-C62D-40B5-938B-C06BE42E3019}">
      <dgm:prSet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endParaRPr lang="en-US" sz="1000"/>
        </a:p>
      </dgm:t>
    </dgm:pt>
    <dgm:pt modelId="{5E540A65-B1AB-4396-B6A5-010D139FCFB6}">
      <dgm:prSet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en-US" sz="1400" i="1"/>
            <a:t>Skim</a:t>
          </a:r>
          <a:endParaRPr lang="en-US" sz="1400"/>
        </a:p>
      </dgm:t>
    </dgm:pt>
    <dgm:pt modelId="{48A13A36-C2C0-4A6F-9DEC-B676B81068D2}" type="parTrans" cxnId="{7BF84B01-E817-4F41-B321-790FCF230587}">
      <dgm:prSet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endParaRPr lang="en-US" sz="4400"/>
        </a:p>
      </dgm:t>
    </dgm:pt>
    <dgm:pt modelId="{564E789A-B840-40AB-AA0A-72962D4CAC50}" type="sibTrans" cxnId="{7BF84B01-E817-4F41-B321-790FCF230587}">
      <dgm:prSet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endParaRPr lang="en-US" sz="3600"/>
        </a:p>
      </dgm:t>
    </dgm:pt>
    <dgm:pt modelId="{62CB351B-BEED-4797-A8C8-E5C48C671C3B}">
      <dgm:prSet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en-US" sz="1400" i="1"/>
            <a:t>Could you analyze the data differently?</a:t>
          </a:r>
          <a:endParaRPr lang="en-US" sz="1400"/>
        </a:p>
      </dgm:t>
    </dgm:pt>
    <dgm:pt modelId="{E2BEF9A5-18FF-46C7-886E-5EC5C6C40953}" type="parTrans" cxnId="{7D3E00E4-84F3-46C0-A11D-84A455616879}">
      <dgm:prSet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endParaRPr lang="en-US" sz="4400"/>
        </a:p>
      </dgm:t>
    </dgm:pt>
    <dgm:pt modelId="{B8C41323-12E1-4DBB-93B6-5A5DCE3611E5}" type="sibTrans" cxnId="{7D3E00E4-84F3-46C0-A11D-84A455616879}">
      <dgm:prSet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endParaRPr lang="en-US" sz="3600"/>
        </a:p>
      </dgm:t>
    </dgm:pt>
    <dgm:pt modelId="{46DD7CB8-9AB7-463D-9113-F324EC840AB9}">
      <dgm:prSet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en-US" sz="2400" dirty="0"/>
            <a:t>Discussion</a:t>
          </a:r>
        </a:p>
      </dgm:t>
    </dgm:pt>
    <dgm:pt modelId="{EAFE8FD7-1D4E-4993-8B71-DFFBCE6E3E17}" type="parTrans" cxnId="{85D8491C-62E2-477C-9492-10E7EA9675A3}">
      <dgm:prSet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endParaRPr lang="en-US" sz="4400"/>
        </a:p>
      </dgm:t>
    </dgm:pt>
    <dgm:pt modelId="{DACA4399-31C4-463B-BE43-FE3D445DACB4}" type="sibTrans" cxnId="{85D8491C-62E2-477C-9492-10E7EA9675A3}">
      <dgm:prSet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endParaRPr lang="en-US" sz="1000"/>
        </a:p>
      </dgm:t>
    </dgm:pt>
    <dgm:pt modelId="{84A09BE8-964F-4D32-B096-B16EDFFE71ED}">
      <dgm:prSet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en-US" sz="1400" i="1"/>
            <a:t>First paragraph should quickly summarize main findings</a:t>
          </a:r>
          <a:endParaRPr lang="en-US" sz="1400"/>
        </a:p>
      </dgm:t>
    </dgm:pt>
    <dgm:pt modelId="{3FF12E5D-AB36-44C6-9786-FD7774994D25}" type="parTrans" cxnId="{D577CD67-B9D0-4CBA-AD13-6890DDA85F59}">
      <dgm:prSet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endParaRPr lang="en-US" sz="4400"/>
        </a:p>
      </dgm:t>
    </dgm:pt>
    <dgm:pt modelId="{8BF1A01B-0953-496F-87ED-B1C21DB53EB7}" type="sibTrans" cxnId="{D577CD67-B9D0-4CBA-AD13-6890DDA85F59}">
      <dgm:prSet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endParaRPr lang="en-US" sz="3600"/>
        </a:p>
      </dgm:t>
    </dgm:pt>
    <dgm:pt modelId="{CB10B190-E4EE-40E4-B0B8-5EA6F90670CF}">
      <dgm:prSet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en-US" sz="1400" i="1" dirty="0"/>
            <a:t>Identify limitations and future directions.</a:t>
          </a:r>
          <a:endParaRPr lang="en-US" sz="1400" dirty="0"/>
        </a:p>
      </dgm:t>
    </dgm:pt>
    <dgm:pt modelId="{C74A6A1D-9466-43B9-BB20-9DEEDB742B7A}" type="parTrans" cxnId="{3FFDDBA1-F850-470E-A6C5-1DA759E100CC}">
      <dgm:prSet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endParaRPr lang="en-US" sz="4400"/>
        </a:p>
      </dgm:t>
    </dgm:pt>
    <dgm:pt modelId="{E8A43779-4E45-4B07-BE38-686DBF77F607}" type="sibTrans" cxnId="{3FFDDBA1-F850-470E-A6C5-1DA759E100CC}">
      <dgm:prSet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endParaRPr lang="en-US" sz="3600"/>
        </a:p>
      </dgm:t>
    </dgm:pt>
    <dgm:pt modelId="{25CFA2AD-8646-48A7-8804-77FA87FDB0F2}">
      <dgm:prSet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en-US" sz="1400" i="1"/>
            <a:t>Can you build on this?</a:t>
          </a:r>
          <a:endParaRPr lang="en-US" sz="1400"/>
        </a:p>
      </dgm:t>
    </dgm:pt>
    <dgm:pt modelId="{90C71D9E-22DC-45EA-A0AA-E69F5CBF9461}" type="parTrans" cxnId="{3135833F-E4B3-472A-A4D5-7B2453400CC0}">
      <dgm:prSet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endParaRPr lang="en-US" sz="4400"/>
        </a:p>
      </dgm:t>
    </dgm:pt>
    <dgm:pt modelId="{3EA58B51-E527-4735-BE6B-140511C3F4DA}" type="sibTrans" cxnId="{3135833F-E4B3-472A-A4D5-7B2453400CC0}">
      <dgm:prSet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endParaRPr lang="en-US" sz="3600"/>
        </a:p>
      </dgm:t>
    </dgm:pt>
    <dgm:pt modelId="{41042917-E85C-45B4-8630-E371796F834A}">
      <dgm:prSet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en-US" sz="2400"/>
            <a:t>References</a:t>
          </a:r>
        </a:p>
      </dgm:t>
    </dgm:pt>
    <dgm:pt modelId="{7297FD30-A0C5-4651-BD0A-B7CCCC8860EE}" type="parTrans" cxnId="{A8BD256A-0138-46AC-83C8-2075FB6A69A8}">
      <dgm:prSet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endParaRPr lang="en-US" sz="4400"/>
        </a:p>
      </dgm:t>
    </dgm:pt>
    <dgm:pt modelId="{FA515541-B816-448B-AD5A-A368AEA77AFE}" type="sibTrans" cxnId="{A8BD256A-0138-46AC-83C8-2075FB6A69A8}">
      <dgm:prSet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endParaRPr lang="en-US" sz="1000"/>
        </a:p>
      </dgm:t>
    </dgm:pt>
    <dgm:pt modelId="{71F27278-6578-4BFE-99D4-6E1156806737}">
      <dgm:prSet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en-US" sz="1400" i="1"/>
            <a:t>Did they cite any articles which you could use?</a:t>
          </a:r>
          <a:endParaRPr lang="en-US" sz="1400"/>
        </a:p>
      </dgm:t>
    </dgm:pt>
    <dgm:pt modelId="{7DE80F9B-1AF9-4530-A791-F1CDD1796EAC}" type="parTrans" cxnId="{EFA67B32-078A-4E3A-A056-E9D34975A080}">
      <dgm:prSet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endParaRPr lang="en-US" sz="4400"/>
        </a:p>
      </dgm:t>
    </dgm:pt>
    <dgm:pt modelId="{D9EFC2A2-583D-4646-82EA-4818F86F5718}" type="sibTrans" cxnId="{EFA67B32-078A-4E3A-A056-E9D34975A080}">
      <dgm:prSet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endParaRPr lang="en-US" sz="3600"/>
        </a:p>
      </dgm:t>
    </dgm:pt>
    <dgm:pt modelId="{EAFE3F0B-59BD-4C0A-BC41-C84F58C35524}">
      <dgm:prSet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en-US" sz="2400"/>
            <a:t>Supplemental Materials</a:t>
          </a:r>
        </a:p>
      </dgm:t>
    </dgm:pt>
    <dgm:pt modelId="{C9627918-2E12-4485-80F0-5338FD545473}" type="parTrans" cxnId="{AAF0679B-8E80-4111-A717-0899BDE5544B}">
      <dgm:prSet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endParaRPr lang="en-US" sz="4400"/>
        </a:p>
      </dgm:t>
    </dgm:pt>
    <dgm:pt modelId="{471ADAA2-2924-4C5B-AE4D-2417363E62B9}" type="sibTrans" cxnId="{AAF0679B-8E80-4111-A717-0899BDE5544B}">
      <dgm:prSet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endParaRPr lang="en-US" sz="3600"/>
        </a:p>
      </dgm:t>
    </dgm:pt>
    <dgm:pt modelId="{49AD4A97-EFBB-4156-93AD-C9C948D2554D}">
      <dgm:prSet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en-US" sz="1400" i="1"/>
            <a:t>Are the data/code available?</a:t>
          </a:r>
          <a:endParaRPr lang="en-US" sz="1400"/>
        </a:p>
      </dgm:t>
    </dgm:pt>
    <dgm:pt modelId="{166F7F39-026B-4296-B56A-C023F6A7D808}" type="parTrans" cxnId="{B300A649-1F8C-4375-8D43-ED9583A80BD7}">
      <dgm:prSet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endParaRPr lang="en-US" sz="4400"/>
        </a:p>
      </dgm:t>
    </dgm:pt>
    <dgm:pt modelId="{C4852DF9-BD37-4327-BB44-8B9655636F09}" type="sibTrans" cxnId="{B300A649-1F8C-4375-8D43-ED9583A80BD7}">
      <dgm:prSet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endParaRPr lang="en-US" sz="3600"/>
        </a:p>
      </dgm:t>
    </dgm:pt>
    <dgm:pt modelId="{4CBDFB86-0A9F-48B9-BA80-FD275C45B271}">
      <dgm:prSet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en-US" sz="1400" i="1" dirty="0"/>
            <a:t>What were they testing?</a:t>
          </a:r>
          <a:endParaRPr lang="en-US" sz="2400" dirty="0"/>
        </a:p>
      </dgm:t>
    </dgm:pt>
    <dgm:pt modelId="{76990A36-9B3A-4B09-816D-31B3345DB169}" type="parTrans" cxnId="{881AB40F-BD6F-4F78-8E32-8F30A658A794}">
      <dgm:prSet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endParaRPr lang="en-US"/>
        </a:p>
      </dgm:t>
    </dgm:pt>
    <dgm:pt modelId="{C094666B-16CE-4284-8C3F-23A245B07C19}" type="sibTrans" cxnId="{881AB40F-BD6F-4F78-8E32-8F30A658A794}">
      <dgm:prSet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endParaRPr lang="en-US"/>
        </a:p>
      </dgm:t>
    </dgm:pt>
    <dgm:pt modelId="{DDC7C8C8-E530-490C-9C79-51226F17400F}" type="pres">
      <dgm:prSet presAssocID="{91769AED-2759-485E-91E0-640FDD582DFB}" presName="Name0" presStyleCnt="0">
        <dgm:presLayoutVars>
          <dgm:dir/>
          <dgm:resizeHandles val="exact"/>
        </dgm:presLayoutVars>
      </dgm:prSet>
      <dgm:spPr/>
    </dgm:pt>
    <dgm:pt modelId="{43A3C875-0C6B-44D8-A9E3-B629F9BE1A3F}" type="pres">
      <dgm:prSet presAssocID="{02C77FB8-F941-4DC2-B4E7-7B6A29704DE9}" presName="node" presStyleLbl="node1" presStyleIdx="0" presStyleCnt="9">
        <dgm:presLayoutVars>
          <dgm:bulletEnabled val="1"/>
        </dgm:presLayoutVars>
      </dgm:prSet>
      <dgm:spPr/>
    </dgm:pt>
    <dgm:pt modelId="{911722C5-0DBE-4588-8BA9-9CB7398738ED}" type="pres">
      <dgm:prSet presAssocID="{F285318F-BE81-4CF3-BD86-3BD00E10B8B6}" presName="sibTrans" presStyleLbl="sibTrans1D1" presStyleIdx="0" presStyleCnt="8"/>
      <dgm:spPr/>
    </dgm:pt>
    <dgm:pt modelId="{C4A86446-51AF-49FD-92DF-6AFF5D6E7A4A}" type="pres">
      <dgm:prSet presAssocID="{F285318F-BE81-4CF3-BD86-3BD00E10B8B6}" presName="connectorText" presStyleLbl="sibTrans1D1" presStyleIdx="0" presStyleCnt="8"/>
      <dgm:spPr/>
    </dgm:pt>
    <dgm:pt modelId="{9DDBE1D7-2E02-49B7-BBFD-F67252BCDD5E}" type="pres">
      <dgm:prSet presAssocID="{5007740A-C180-44CB-97D7-27AA143D7E83}" presName="node" presStyleLbl="node1" presStyleIdx="1" presStyleCnt="9">
        <dgm:presLayoutVars>
          <dgm:bulletEnabled val="1"/>
        </dgm:presLayoutVars>
      </dgm:prSet>
      <dgm:spPr/>
    </dgm:pt>
    <dgm:pt modelId="{F52D54F0-FD82-42EA-AB2C-1F9C1E376C26}" type="pres">
      <dgm:prSet presAssocID="{562B0FBB-BBA4-4022-9E12-5E37DB4BEA2A}" presName="sibTrans" presStyleLbl="sibTrans1D1" presStyleIdx="1" presStyleCnt="8"/>
      <dgm:spPr/>
    </dgm:pt>
    <dgm:pt modelId="{008B15EB-548C-4A0F-8A3D-A2C23C4A7927}" type="pres">
      <dgm:prSet presAssocID="{562B0FBB-BBA4-4022-9E12-5E37DB4BEA2A}" presName="connectorText" presStyleLbl="sibTrans1D1" presStyleIdx="1" presStyleCnt="8"/>
      <dgm:spPr/>
    </dgm:pt>
    <dgm:pt modelId="{5F2035AF-019F-4218-A4E9-965C5651717C}" type="pres">
      <dgm:prSet presAssocID="{CCAE1BF7-7DF9-4B1E-9146-3483CE47D55D}" presName="node" presStyleLbl="node1" presStyleIdx="2" presStyleCnt="9">
        <dgm:presLayoutVars>
          <dgm:bulletEnabled val="1"/>
        </dgm:presLayoutVars>
      </dgm:prSet>
      <dgm:spPr/>
    </dgm:pt>
    <dgm:pt modelId="{DC9B017C-7B58-43C2-9DB3-87D767BA8F89}" type="pres">
      <dgm:prSet presAssocID="{6975AA26-9393-4DE5-9470-6D317A60C9CE}" presName="sibTrans" presStyleLbl="sibTrans1D1" presStyleIdx="2" presStyleCnt="8"/>
      <dgm:spPr/>
    </dgm:pt>
    <dgm:pt modelId="{A3986BE6-7346-45E0-A636-9313F55FC8E8}" type="pres">
      <dgm:prSet presAssocID="{6975AA26-9393-4DE5-9470-6D317A60C9CE}" presName="connectorText" presStyleLbl="sibTrans1D1" presStyleIdx="2" presStyleCnt="8"/>
      <dgm:spPr/>
    </dgm:pt>
    <dgm:pt modelId="{389A3738-94ED-4A82-9FC3-35AF12BD9C83}" type="pres">
      <dgm:prSet presAssocID="{9A0582CB-9C96-40AA-9B1C-7B84566988AB}" presName="node" presStyleLbl="node1" presStyleIdx="3" presStyleCnt="9">
        <dgm:presLayoutVars>
          <dgm:bulletEnabled val="1"/>
        </dgm:presLayoutVars>
      </dgm:prSet>
      <dgm:spPr/>
    </dgm:pt>
    <dgm:pt modelId="{27405E4A-744D-4FB9-B10F-A0A61759B7EC}" type="pres">
      <dgm:prSet presAssocID="{6102F04D-9784-4C99-AE04-B77A7B5EE364}" presName="sibTrans" presStyleLbl="sibTrans1D1" presStyleIdx="3" presStyleCnt="8"/>
      <dgm:spPr/>
    </dgm:pt>
    <dgm:pt modelId="{81EA15A9-E90B-422B-AB06-CA6BE0FE63A5}" type="pres">
      <dgm:prSet presAssocID="{6102F04D-9784-4C99-AE04-B77A7B5EE364}" presName="connectorText" presStyleLbl="sibTrans1D1" presStyleIdx="3" presStyleCnt="8"/>
      <dgm:spPr/>
    </dgm:pt>
    <dgm:pt modelId="{422754A5-D7B4-4A34-8D07-103489C8AD8A}" type="pres">
      <dgm:prSet presAssocID="{45A125AD-7446-44AB-8FF4-60E731223F57}" presName="node" presStyleLbl="node1" presStyleIdx="4" presStyleCnt="9">
        <dgm:presLayoutVars>
          <dgm:bulletEnabled val="1"/>
        </dgm:presLayoutVars>
      </dgm:prSet>
      <dgm:spPr/>
    </dgm:pt>
    <dgm:pt modelId="{6E668D25-2E37-4462-8735-B4A10A73EEE6}" type="pres">
      <dgm:prSet presAssocID="{0EAB7F35-DC73-4BA0-9D4A-3D0BE596439E}" presName="sibTrans" presStyleLbl="sibTrans1D1" presStyleIdx="4" presStyleCnt="8"/>
      <dgm:spPr/>
    </dgm:pt>
    <dgm:pt modelId="{63B1C680-2FC6-495A-97E0-A119340B6814}" type="pres">
      <dgm:prSet presAssocID="{0EAB7F35-DC73-4BA0-9D4A-3D0BE596439E}" presName="connectorText" presStyleLbl="sibTrans1D1" presStyleIdx="4" presStyleCnt="8"/>
      <dgm:spPr/>
    </dgm:pt>
    <dgm:pt modelId="{8FC4D3DA-7B63-4DE7-861D-8111F6B9780A}" type="pres">
      <dgm:prSet presAssocID="{EF15095C-8C63-4022-9E81-181FB12DFC9F}" presName="node" presStyleLbl="node1" presStyleIdx="5" presStyleCnt="9">
        <dgm:presLayoutVars>
          <dgm:bulletEnabled val="1"/>
        </dgm:presLayoutVars>
      </dgm:prSet>
      <dgm:spPr/>
    </dgm:pt>
    <dgm:pt modelId="{9A340C09-7921-4729-BE7F-C5F662BBC63D}" type="pres">
      <dgm:prSet presAssocID="{6955FDE8-156A-487C-8807-3916F2D9A624}" presName="sibTrans" presStyleLbl="sibTrans1D1" presStyleIdx="5" presStyleCnt="8"/>
      <dgm:spPr/>
    </dgm:pt>
    <dgm:pt modelId="{901B2792-1F8C-493F-8C28-1158034509B6}" type="pres">
      <dgm:prSet presAssocID="{6955FDE8-156A-487C-8807-3916F2D9A624}" presName="connectorText" presStyleLbl="sibTrans1D1" presStyleIdx="5" presStyleCnt="8"/>
      <dgm:spPr/>
    </dgm:pt>
    <dgm:pt modelId="{C8835C04-2647-49A4-9B26-41A87236DAE8}" type="pres">
      <dgm:prSet presAssocID="{46DD7CB8-9AB7-463D-9113-F324EC840AB9}" presName="node" presStyleLbl="node1" presStyleIdx="6" presStyleCnt="9" custScaleY="116493">
        <dgm:presLayoutVars>
          <dgm:bulletEnabled val="1"/>
        </dgm:presLayoutVars>
      </dgm:prSet>
      <dgm:spPr/>
    </dgm:pt>
    <dgm:pt modelId="{332D3B09-018C-4084-A031-2F4C6C0817E2}" type="pres">
      <dgm:prSet presAssocID="{DACA4399-31C4-463B-BE43-FE3D445DACB4}" presName="sibTrans" presStyleLbl="sibTrans1D1" presStyleIdx="6" presStyleCnt="8"/>
      <dgm:spPr/>
    </dgm:pt>
    <dgm:pt modelId="{9C2C426D-504B-4F22-94FD-B23D277E6C29}" type="pres">
      <dgm:prSet presAssocID="{DACA4399-31C4-463B-BE43-FE3D445DACB4}" presName="connectorText" presStyleLbl="sibTrans1D1" presStyleIdx="6" presStyleCnt="8"/>
      <dgm:spPr/>
    </dgm:pt>
    <dgm:pt modelId="{E5F79416-3109-4FE4-95B5-DDBA1418806A}" type="pres">
      <dgm:prSet presAssocID="{41042917-E85C-45B4-8630-E371796F834A}" presName="node" presStyleLbl="node1" presStyleIdx="7" presStyleCnt="9">
        <dgm:presLayoutVars>
          <dgm:bulletEnabled val="1"/>
        </dgm:presLayoutVars>
      </dgm:prSet>
      <dgm:spPr/>
    </dgm:pt>
    <dgm:pt modelId="{67B35F3F-55C1-408C-99A2-C63F7E6BAA6B}" type="pres">
      <dgm:prSet presAssocID="{FA515541-B816-448B-AD5A-A368AEA77AFE}" presName="sibTrans" presStyleLbl="sibTrans1D1" presStyleIdx="7" presStyleCnt="8"/>
      <dgm:spPr/>
    </dgm:pt>
    <dgm:pt modelId="{62F7BAEC-E26E-4F4A-93C8-803BEAE67C52}" type="pres">
      <dgm:prSet presAssocID="{FA515541-B816-448B-AD5A-A368AEA77AFE}" presName="connectorText" presStyleLbl="sibTrans1D1" presStyleIdx="7" presStyleCnt="8"/>
      <dgm:spPr/>
    </dgm:pt>
    <dgm:pt modelId="{225FEA3C-2EFC-452A-A8EC-C0CACF32F0C0}" type="pres">
      <dgm:prSet presAssocID="{EAFE3F0B-59BD-4C0A-BC41-C84F58C35524}" presName="node" presStyleLbl="node1" presStyleIdx="8" presStyleCnt="9">
        <dgm:presLayoutVars>
          <dgm:bulletEnabled val="1"/>
        </dgm:presLayoutVars>
      </dgm:prSet>
      <dgm:spPr/>
    </dgm:pt>
  </dgm:ptLst>
  <dgm:cxnLst>
    <dgm:cxn modelId="{7BF84B01-E817-4F41-B321-790FCF230587}" srcId="{EF15095C-8C63-4022-9E81-181FB12DFC9F}" destId="{5E540A65-B1AB-4396-B6A5-010D139FCFB6}" srcOrd="0" destOrd="0" parTransId="{48A13A36-C2C0-4A6F-9DEC-B676B81068D2}" sibTransId="{564E789A-B840-40AB-AA0A-72962D4CAC50}"/>
    <dgm:cxn modelId="{062C1902-796B-492B-AADF-6C2C259DD150}" srcId="{91769AED-2759-485E-91E0-640FDD582DFB}" destId="{CCAE1BF7-7DF9-4B1E-9146-3483CE47D55D}" srcOrd="2" destOrd="0" parTransId="{F068EDA3-54A6-4861-87CF-6C51B84215A1}" sibTransId="{6975AA26-9393-4DE5-9470-6D317A60C9CE}"/>
    <dgm:cxn modelId="{AC135A08-FA99-4704-B9F9-8BF1B4459864}" srcId="{45A125AD-7446-44AB-8FF4-60E731223F57}" destId="{D40F92A0-0438-4AC3-AFB2-D80C5124E1DF}" srcOrd="0" destOrd="0" parTransId="{C141E86F-80ED-4F38-9059-2BC331D6988E}" sibTransId="{C8C4A62B-8519-4095-A92D-CCE20EE4591D}"/>
    <dgm:cxn modelId="{BB450109-A892-402C-AE56-2C2423C92609}" type="presOf" srcId="{FA515541-B816-448B-AD5A-A368AEA77AFE}" destId="{67B35F3F-55C1-408C-99A2-C63F7E6BAA6B}" srcOrd="0" destOrd="0" presId="urn:microsoft.com/office/officeart/2016/7/layout/RepeatingBendingProcessNew"/>
    <dgm:cxn modelId="{3273120A-C80E-4F53-8532-AF8F3C9FC983}" srcId="{91769AED-2759-485E-91E0-640FDD582DFB}" destId="{02C77FB8-F941-4DC2-B4E7-7B6A29704DE9}" srcOrd="0" destOrd="0" parTransId="{57ABDC36-B906-4FC1-A35C-75FAF186A7C6}" sibTransId="{F285318F-BE81-4CF3-BD86-3BD00E10B8B6}"/>
    <dgm:cxn modelId="{881AB40F-BD6F-4F78-8E32-8F30A658A794}" srcId="{9A0582CB-9C96-40AA-9B1C-7B84566988AB}" destId="{4CBDFB86-0A9F-48B9-BA80-FD275C45B271}" srcOrd="0" destOrd="0" parTransId="{76990A36-9B3A-4B09-816D-31B3345DB169}" sibTransId="{C094666B-16CE-4284-8C3F-23A245B07C19}"/>
    <dgm:cxn modelId="{85D8491C-62E2-477C-9492-10E7EA9675A3}" srcId="{91769AED-2759-485E-91E0-640FDD582DFB}" destId="{46DD7CB8-9AB7-463D-9113-F324EC840AB9}" srcOrd="6" destOrd="0" parTransId="{EAFE8FD7-1D4E-4993-8B71-DFFBCE6E3E17}" sibTransId="{DACA4399-31C4-463B-BE43-FE3D445DACB4}"/>
    <dgm:cxn modelId="{7F0D9E21-1719-4D10-8AA6-45C46737E5C4}" type="presOf" srcId="{562B0FBB-BBA4-4022-9E12-5E37DB4BEA2A}" destId="{F52D54F0-FD82-42EA-AB2C-1F9C1E376C26}" srcOrd="0" destOrd="0" presId="urn:microsoft.com/office/officeart/2016/7/layout/RepeatingBendingProcessNew"/>
    <dgm:cxn modelId="{54C46823-6C5A-4547-94DF-31DF8882CC95}" type="presOf" srcId="{6955FDE8-156A-487C-8807-3916F2D9A624}" destId="{901B2792-1F8C-493F-8C28-1158034509B6}" srcOrd="1" destOrd="0" presId="urn:microsoft.com/office/officeart/2016/7/layout/RepeatingBendingProcessNew"/>
    <dgm:cxn modelId="{583F2025-5179-49A4-94A5-1CE0ECF4B6D2}" type="presOf" srcId="{02C77FB8-F941-4DC2-B4E7-7B6A29704DE9}" destId="{43A3C875-0C6B-44D8-A9E3-B629F9BE1A3F}" srcOrd="0" destOrd="0" presId="urn:microsoft.com/office/officeart/2016/7/layout/RepeatingBendingProcessNew"/>
    <dgm:cxn modelId="{05CCD42C-D4EE-4777-B05F-F952706E3867}" type="presOf" srcId="{6975AA26-9393-4DE5-9470-6D317A60C9CE}" destId="{A3986BE6-7346-45E0-A636-9313F55FC8E8}" srcOrd="1" destOrd="0" presId="urn:microsoft.com/office/officeart/2016/7/layout/RepeatingBendingProcessNew"/>
    <dgm:cxn modelId="{EFA67B32-078A-4E3A-A056-E9D34975A080}" srcId="{41042917-E85C-45B4-8630-E371796F834A}" destId="{71F27278-6578-4BFE-99D4-6E1156806737}" srcOrd="0" destOrd="0" parTransId="{7DE80F9B-1AF9-4530-A791-F1CDD1796EAC}" sibTransId="{D9EFC2A2-583D-4646-82EA-4818F86F5718}"/>
    <dgm:cxn modelId="{049FCA3A-0441-41E3-90DA-B27BD638D908}" type="presOf" srcId="{EAFE3F0B-59BD-4C0A-BC41-C84F58C35524}" destId="{225FEA3C-2EFC-452A-A8EC-C0CACF32F0C0}" srcOrd="0" destOrd="0" presId="urn:microsoft.com/office/officeart/2016/7/layout/RepeatingBendingProcessNew"/>
    <dgm:cxn modelId="{3135833F-E4B3-472A-A4D5-7B2453400CC0}" srcId="{46DD7CB8-9AB7-463D-9113-F324EC840AB9}" destId="{25CFA2AD-8646-48A7-8804-77FA87FDB0F2}" srcOrd="2" destOrd="0" parTransId="{90C71D9E-22DC-45EA-A0AA-E69F5CBF9461}" sibTransId="{3EA58B51-E527-4735-BE6B-140511C3F4DA}"/>
    <dgm:cxn modelId="{0CD8EC3F-414D-4564-B460-CC332231634D}" type="presOf" srcId="{EF15095C-8C63-4022-9E81-181FB12DFC9F}" destId="{8FC4D3DA-7B63-4DE7-861D-8111F6B9780A}" srcOrd="0" destOrd="0" presId="urn:microsoft.com/office/officeart/2016/7/layout/RepeatingBendingProcessNew"/>
    <dgm:cxn modelId="{A8654E5E-CE42-4539-B76D-911B84431ED6}" srcId="{CCAE1BF7-7DF9-4B1E-9146-3483CE47D55D}" destId="{DAA0FBE9-AED4-422E-95CE-3A341FF236DD}" srcOrd="1" destOrd="0" parTransId="{4EE41050-AD52-4FFE-937E-AA97BD44F8E3}" sibTransId="{6074F50D-4FF4-477A-86DB-F24FDBAB9870}"/>
    <dgm:cxn modelId="{FBA1C645-9742-4605-8024-3BA7C70964C0}" srcId="{91769AED-2759-485E-91E0-640FDD582DFB}" destId="{45A125AD-7446-44AB-8FF4-60E731223F57}" srcOrd="4" destOrd="0" parTransId="{978A223E-64AB-413A-82F6-C91E09EB2EF2}" sibTransId="{0EAB7F35-DC73-4BA0-9D4A-3D0BE596439E}"/>
    <dgm:cxn modelId="{52989046-E22D-4F6B-ADC9-48A65B65A670}" type="presOf" srcId="{D40F92A0-0438-4AC3-AFB2-D80C5124E1DF}" destId="{422754A5-D7B4-4A34-8D07-103489C8AD8A}" srcOrd="0" destOrd="1" presId="urn:microsoft.com/office/officeart/2016/7/layout/RepeatingBendingProcessNew"/>
    <dgm:cxn modelId="{D577CD67-B9D0-4CBA-AD13-6890DDA85F59}" srcId="{46DD7CB8-9AB7-463D-9113-F324EC840AB9}" destId="{84A09BE8-964F-4D32-B096-B16EDFFE71ED}" srcOrd="0" destOrd="0" parTransId="{3FF12E5D-AB36-44C6-9786-FD7774994D25}" sibTransId="{8BF1A01B-0953-496F-87ED-B1C21DB53EB7}"/>
    <dgm:cxn modelId="{B300A649-1F8C-4375-8D43-ED9583A80BD7}" srcId="{EAFE3F0B-59BD-4C0A-BC41-C84F58C35524}" destId="{49AD4A97-EFBB-4156-93AD-C9C948D2554D}" srcOrd="0" destOrd="0" parTransId="{166F7F39-026B-4296-B56A-C023F6A7D808}" sibTransId="{C4852DF9-BD37-4327-BB44-8B9655636F09}"/>
    <dgm:cxn modelId="{A8BD256A-0138-46AC-83C8-2075FB6A69A8}" srcId="{91769AED-2759-485E-91E0-640FDD582DFB}" destId="{41042917-E85C-45B4-8630-E371796F834A}" srcOrd="7" destOrd="0" parTransId="{7297FD30-A0C5-4651-BD0A-B7CCCC8860EE}" sibTransId="{FA515541-B816-448B-AD5A-A368AEA77AFE}"/>
    <dgm:cxn modelId="{6A843550-3EE2-41EC-A101-82D6D144FFA5}" type="presOf" srcId="{D3E1DBEC-157E-49CE-BC52-F5679354AEDE}" destId="{43A3C875-0C6B-44D8-A9E3-B629F9BE1A3F}" srcOrd="0" destOrd="1" presId="urn:microsoft.com/office/officeart/2016/7/layout/RepeatingBendingProcessNew"/>
    <dgm:cxn modelId="{00615870-E6EC-43E0-BE3C-DB2DAF240D34}" type="presOf" srcId="{CCAE1BF7-7DF9-4B1E-9146-3483CE47D55D}" destId="{5F2035AF-019F-4218-A4E9-965C5651717C}" srcOrd="0" destOrd="0" presId="urn:microsoft.com/office/officeart/2016/7/layout/RepeatingBendingProcessNew"/>
    <dgm:cxn modelId="{89643E74-FED5-40B4-A7F6-9C5DE5C2FEB4}" srcId="{9A0582CB-9C96-40AA-9B1C-7B84566988AB}" destId="{198B5C05-71A1-4E87-9DA9-47AC998D4BFE}" srcOrd="1" destOrd="0" parTransId="{D090478E-1F71-4493-8643-02BD51F6C5F7}" sibTransId="{671EADDF-03D7-4EDE-B541-D01D48B8035A}"/>
    <dgm:cxn modelId="{DEF34074-D95F-49C8-95DA-63E51986EA39}" srcId="{5007740A-C180-44CB-97D7-27AA143D7E83}" destId="{96B1215E-9A91-4895-A3B0-E02F0C4B82E8}" srcOrd="0" destOrd="0" parTransId="{E3189C17-220E-4552-9E25-DA79F0C9CDEF}" sibTransId="{9A2AB1DB-FFC7-421B-B8F2-AFB15C301CB2}"/>
    <dgm:cxn modelId="{B4498654-7B4F-4EC8-AA86-608D0217DAF7}" srcId="{02C77FB8-F941-4DC2-B4E7-7B6A29704DE9}" destId="{77DDFCD2-8601-4E76-A368-B371AE140FC3}" srcOrd="1" destOrd="0" parTransId="{4283E36A-14BE-4DB8-A388-397E692E487F}" sibTransId="{05F43E5E-9F80-4A5D-B414-2CF846FBFD50}"/>
    <dgm:cxn modelId="{12C2B354-C1C4-41DE-91D8-90CBA17F15F2}" type="presOf" srcId="{DACA4399-31C4-463B-BE43-FE3D445DACB4}" destId="{9C2C426D-504B-4F22-94FD-B23D277E6C29}" srcOrd="1" destOrd="0" presId="urn:microsoft.com/office/officeart/2016/7/layout/RepeatingBendingProcessNew"/>
    <dgm:cxn modelId="{46EAE355-E1D8-4DEF-B078-283A0989A254}" type="presOf" srcId="{96B1215E-9A91-4895-A3B0-E02F0C4B82E8}" destId="{9DDBE1D7-2E02-49B7-BBFD-F67252BCDD5E}" srcOrd="0" destOrd="1" presId="urn:microsoft.com/office/officeart/2016/7/layout/RepeatingBendingProcessNew"/>
    <dgm:cxn modelId="{A60D0F76-679A-424A-8735-057EFA969342}" srcId="{02C77FB8-F941-4DC2-B4E7-7B6A29704DE9}" destId="{D3E1DBEC-157E-49CE-BC52-F5679354AEDE}" srcOrd="0" destOrd="0" parTransId="{297C82F7-A022-45CC-8D04-45E30B0E534D}" sibTransId="{D2AD96F2-25DB-4E3F-A59E-F18443E88232}"/>
    <dgm:cxn modelId="{617A2978-D790-43A1-BB2A-E7F932D3C329}" type="presOf" srcId="{46DD7CB8-9AB7-463D-9113-F324EC840AB9}" destId="{C8835C04-2647-49A4-9B26-41A87236DAE8}" srcOrd="0" destOrd="0" presId="urn:microsoft.com/office/officeart/2016/7/layout/RepeatingBendingProcessNew"/>
    <dgm:cxn modelId="{FB38B67C-6252-41D1-8F6F-0782CA27E200}" type="presOf" srcId="{62CB351B-BEED-4797-A8C8-E5C48C671C3B}" destId="{8FC4D3DA-7B63-4DE7-861D-8111F6B9780A}" srcOrd="0" destOrd="2" presId="urn:microsoft.com/office/officeart/2016/7/layout/RepeatingBendingProcessNew"/>
    <dgm:cxn modelId="{DF3A9E7E-26F2-47A8-BDAF-2CC392BE354E}" type="presOf" srcId="{25CFA2AD-8646-48A7-8804-77FA87FDB0F2}" destId="{C8835C04-2647-49A4-9B26-41A87236DAE8}" srcOrd="0" destOrd="3" presId="urn:microsoft.com/office/officeart/2016/7/layout/RepeatingBendingProcessNew"/>
    <dgm:cxn modelId="{461AD285-4D67-48AB-A65B-CD3E0F262E2F}" type="presOf" srcId="{4CBDFB86-0A9F-48B9-BA80-FD275C45B271}" destId="{389A3738-94ED-4A82-9FC3-35AF12BD9C83}" srcOrd="0" destOrd="1" presId="urn:microsoft.com/office/officeart/2016/7/layout/RepeatingBendingProcessNew"/>
    <dgm:cxn modelId="{FBBAF78A-84DE-4CBF-B624-1E943BAC063D}" type="presOf" srcId="{0EAB7F35-DC73-4BA0-9D4A-3D0BE596439E}" destId="{63B1C680-2FC6-495A-97E0-A119340B6814}" srcOrd="1" destOrd="0" presId="urn:microsoft.com/office/officeart/2016/7/layout/RepeatingBendingProcessNew"/>
    <dgm:cxn modelId="{F151C594-E7E7-4C22-84C4-5476580FADBB}" srcId="{91769AED-2759-485E-91E0-640FDD582DFB}" destId="{5007740A-C180-44CB-97D7-27AA143D7E83}" srcOrd="1" destOrd="0" parTransId="{E3FD0F64-FB43-4F75-8E30-725F6CA02C7D}" sibTransId="{562B0FBB-BBA4-4022-9E12-5E37DB4BEA2A}"/>
    <dgm:cxn modelId="{1AD39D96-DC4D-49B9-9557-DBB6A17E23F0}" type="presOf" srcId="{49AD4A97-EFBB-4156-93AD-C9C948D2554D}" destId="{225FEA3C-2EFC-452A-A8EC-C0CACF32F0C0}" srcOrd="0" destOrd="1" presId="urn:microsoft.com/office/officeart/2016/7/layout/RepeatingBendingProcessNew"/>
    <dgm:cxn modelId="{85E72198-C3C5-42BA-8756-C72848282F29}" type="presOf" srcId="{FA515541-B816-448B-AD5A-A368AEA77AFE}" destId="{62F7BAEC-E26E-4F4A-93C8-803BEAE67C52}" srcOrd="1" destOrd="0" presId="urn:microsoft.com/office/officeart/2016/7/layout/RepeatingBendingProcessNew"/>
    <dgm:cxn modelId="{AAF0679B-8E80-4111-A717-0899BDE5544B}" srcId="{91769AED-2759-485E-91E0-640FDD582DFB}" destId="{EAFE3F0B-59BD-4C0A-BC41-C84F58C35524}" srcOrd="8" destOrd="0" parTransId="{C9627918-2E12-4485-80F0-5338FD545473}" sibTransId="{471ADAA2-2924-4C5B-AE4D-2417363E62B9}"/>
    <dgm:cxn modelId="{35C12DA0-16BE-4FFD-A776-386690F537E0}" type="presOf" srcId="{41042917-E85C-45B4-8630-E371796F834A}" destId="{E5F79416-3109-4FE4-95B5-DDBA1418806A}" srcOrd="0" destOrd="0" presId="urn:microsoft.com/office/officeart/2016/7/layout/RepeatingBendingProcessNew"/>
    <dgm:cxn modelId="{3FFDDBA1-F850-470E-A6C5-1DA759E100CC}" srcId="{46DD7CB8-9AB7-463D-9113-F324EC840AB9}" destId="{CB10B190-E4EE-40E4-B0B8-5EA6F90670CF}" srcOrd="1" destOrd="0" parTransId="{C74A6A1D-9466-43B9-BB20-9DEEDB742B7A}" sibTransId="{E8A43779-4E45-4B07-BE38-686DBF77F607}"/>
    <dgm:cxn modelId="{ECF119A4-81A7-46B1-AF7C-76EBFBCB5306}" type="presOf" srcId="{6102F04D-9784-4C99-AE04-B77A7B5EE364}" destId="{27405E4A-744D-4FB9-B10F-A0A61759B7EC}" srcOrd="0" destOrd="0" presId="urn:microsoft.com/office/officeart/2016/7/layout/RepeatingBendingProcessNew"/>
    <dgm:cxn modelId="{A998EDA5-0BD0-405E-BF0D-1AC6B657E529}" type="presOf" srcId="{DAA0FBE9-AED4-422E-95CE-3A341FF236DD}" destId="{5F2035AF-019F-4218-A4E9-965C5651717C}" srcOrd="0" destOrd="2" presId="urn:microsoft.com/office/officeart/2016/7/layout/RepeatingBendingProcessNew"/>
    <dgm:cxn modelId="{348847A7-2F35-49FD-B1C8-B2AB006D36F3}" type="presOf" srcId="{45A125AD-7446-44AB-8FF4-60E731223F57}" destId="{422754A5-D7B4-4A34-8D07-103489C8AD8A}" srcOrd="0" destOrd="0" presId="urn:microsoft.com/office/officeart/2016/7/layout/RepeatingBendingProcessNew"/>
    <dgm:cxn modelId="{E1EF55A8-B0F0-461B-94E3-980176445979}" type="presOf" srcId="{DACA4399-31C4-463B-BE43-FE3D445DACB4}" destId="{332D3B09-018C-4084-A031-2F4C6C0817E2}" srcOrd="0" destOrd="0" presId="urn:microsoft.com/office/officeart/2016/7/layout/RepeatingBendingProcessNew"/>
    <dgm:cxn modelId="{898077AC-C62D-40B5-938B-C06BE42E3019}" srcId="{91769AED-2759-485E-91E0-640FDD582DFB}" destId="{EF15095C-8C63-4022-9E81-181FB12DFC9F}" srcOrd="5" destOrd="0" parTransId="{32AD021B-57A6-4440-B471-4117B343F62A}" sibTransId="{6955FDE8-156A-487C-8807-3916F2D9A624}"/>
    <dgm:cxn modelId="{50BF9BAD-C82B-40A8-8D74-EBE1FC94124A}" type="presOf" srcId="{71F27278-6578-4BFE-99D4-6E1156806737}" destId="{E5F79416-3109-4FE4-95B5-DDBA1418806A}" srcOrd="0" destOrd="1" presId="urn:microsoft.com/office/officeart/2016/7/layout/RepeatingBendingProcessNew"/>
    <dgm:cxn modelId="{9B84B9B1-91BD-424C-99E1-D1C3B2FDCE6F}" srcId="{45A125AD-7446-44AB-8FF4-60E731223F57}" destId="{5115F7AF-DF1C-425C-9C67-D6575CB11292}" srcOrd="1" destOrd="0" parTransId="{121881DA-5A47-44D9-807D-0C83E1651777}" sibTransId="{B1EE28B4-1177-4AB6-A1E5-D0DFC8755A99}"/>
    <dgm:cxn modelId="{94A18DB3-63CB-417F-AA7C-B2985544B6BC}" type="presOf" srcId="{5007740A-C180-44CB-97D7-27AA143D7E83}" destId="{9DDBE1D7-2E02-49B7-BBFD-F67252BCDD5E}" srcOrd="0" destOrd="0" presId="urn:microsoft.com/office/officeart/2016/7/layout/RepeatingBendingProcessNew"/>
    <dgm:cxn modelId="{EEC2D0B3-843A-4D02-A653-C903CA77F44A}" type="presOf" srcId="{77DDFCD2-8601-4E76-A368-B371AE140FC3}" destId="{43A3C875-0C6B-44D8-A9E3-B629F9BE1A3F}" srcOrd="0" destOrd="2" presId="urn:microsoft.com/office/officeart/2016/7/layout/RepeatingBendingProcessNew"/>
    <dgm:cxn modelId="{E6A485B4-98A1-437F-8F71-974AC5E9244D}" type="presOf" srcId="{84A09BE8-964F-4D32-B096-B16EDFFE71ED}" destId="{C8835C04-2647-49A4-9B26-41A87236DAE8}" srcOrd="0" destOrd="1" presId="urn:microsoft.com/office/officeart/2016/7/layout/RepeatingBendingProcessNew"/>
    <dgm:cxn modelId="{02EAB2CB-48F2-40A3-942A-12BC63A86E1F}" type="presOf" srcId="{6102F04D-9784-4C99-AE04-B77A7B5EE364}" destId="{81EA15A9-E90B-422B-AB06-CA6BE0FE63A5}" srcOrd="1" destOrd="0" presId="urn:microsoft.com/office/officeart/2016/7/layout/RepeatingBendingProcessNew"/>
    <dgm:cxn modelId="{5647B1CE-FF78-4468-A139-9BFE11192491}" type="presOf" srcId="{9A0582CB-9C96-40AA-9B1C-7B84566988AB}" destId="{389A3738-94ED-4A82-9FC3-35AF12BD9C83}" srcOrd="0" destOrd="0" presId="urn:microsoft.com/office/officeart/2016/7/layout/RepeatingBendingProcessNew"/>
    <dgm:cxn modelId="{A87C22CF-0110-478B-932A-FDD9426BFE3F}" type="presOf" srcId="{562B0FBB-BBA4-4022-9E12-5E37DB4BEA2A}" destId="{008B15EB-548C-4A0F-8A3D-A2C23C4A7927}" srcOrd="1" destOrd="0" presId="urn:microsoft.com/office/officeart/2016/7/layout/RepeatingBendingProcessNew"/>
    <dgm:cxn modelId="{EFF667D0-7D89-4D75-B199-71F10076C60B}" type="presOf" srcId="{F285318F-BE81-4CF3-BD86-3BD00E10B8B6}" destId="{C4A86446-51AF-49FD-92DF-6AFF5D6E7A4A}" srcOrd="1" destOrd="0" presId="urn:microsoft.com/office/officeart/2016/7/layout/RepeatingBendingProcessNew"/>
    <dgm:cxn modelId="{318428D7-23D0-4525-A288-D4F0F97BACC5}" type="presOf" srcId="{91769AED-2759-485E-91E0-640FDD582DFB}" destId="{DDC7C8C8-E530-490C-9C79-51226F17400F}" srcOrd="0" destOrd="0" presId="urn:microsoft.com/office/officeart/2016/7/layout/RepeatingBendingProcessNew"/>
    <dgm:cxn modelId="{77342ED7-4EC7-4E13-8512-A98EF8F500B2}" type="presOf" srcId="{F285318F-BE81-4CF3-BD86-3BD00E10B8B6}" destId="{911722C5-0DBE-4588-8BA9-9CB7398738ED}" srcOrd="0" destOrd="0" presId="urn:microsoft.com/office/officeart/2016/7/layout/RepeatingBendingProcessNew"/>
    <dgm:cxn modelId="{BF8DBFDC-358B-4744-9BBE-775CB06F79CF}" type="presOf" srcId="{5E540A65-B1AB-4396-B6A5-010D139FCFB6}" destId="{8FC4D3DA-7B63-4DE7-861D-8111F6B9780A}" srcOrd="0" destOrd="1" presId="urn:microsoft.com/office/officeart/2016/7/layout/RepeatingBendingProcessNew"/>
    <dgm:cxn modelId="{BC951BDF-BDE7-495D-85D3-F5B1C6DCE61D}" srcId="{91769AED-2759-485E-91E0-640FDD582DFB}" destId="{9A0582CB-9C96-40AA-9B1C-7B84566988AB}" srcOrd="3" destOrd="0" parTransId="{070097F8-4401-4AAF-B3FC-FAA55E0F3D2D}" sibTransId="{6102F04D-9784-4C99-AE04-B77A7B5EE364}"/>
    <dgm:cxn modelId="{7D3E00E4-84F3-46C0-A11D-84A455616879}" srcId="{EF15095C-8C63-4022-9E81-181FB12DFC9F}" destId="{62CB351B-BEED-4797-A8C8-E5C48C671C3B}" srcOrd="1" destOrd="0" parTransId="{E2BEF9A5-18FF-46C7-886E-5EC5C6C40953}" sibTransId="{B8C41323-12E1-4DBB-93B6-5A5DCE3611E5}"/>
    <dgm:cxn modelId="{AC6ABEEC-4828-494A-8B8F-4718135509C2}" type="presOf" srcId="{CB10B190-E4EE-40E4-B0B8-5EA6F90670CF}" destId="{C8835C04-2647-49A4-9B26-41A87236DAE8}" srcOrd="0" destOrd="2" presId="urn:microsoft.com/office/officeart/2016/7/layout/RepeatingBendingProcessNew"/>
    <dgm:cxn modelId="{7CB266EF-15D2-494F-8DBD-18E2478AD18C}" srcId="{CCAE1BF7-7DF9-4B1E-9146-3483CE47D55D}" destId="{D096435C-210A-463F-A5F1-169311FB6F72}" srcOrd="0" destOrd="0" parTransId="{0F6F255B-405A-468D-AAD8-C677161694EE}" sibTransId="{9626F5F5-1E06-4F89-8718-4B8D5BB1BA4F}"/>
    <dgm:cxn modelId="{AF8714F4-7C9E-4511-BA09-8E75686EC90E}" type="presOf" srcId="{D096435C-210A-463F-A5F1-169311FB6F72}" destId="{5F2035AF-019F-4218-A4E9-965C5651717C}" srcOrd="0" destOrd="1" presId="urn:microsoft.com/office/officeart/2016/7/layout/RepeatingBendingProcessNew"/>
    <dgm:cxn modelId="{A7AA2CF4-093D-4089-9555-25B3E08F7D95}" type="presOf" srcId="{0EAB7F35-DC73-4BA0-9D4A-3D0BE596439E}" destId="{6E668D25-2E37-4462-8735-B4A10A73EEE6}" srcOrd="0" destOrd="0" presId="urn:microsoft.com/office/officeart/2016/7/layout/RepeatingBendingProcessNew"/>
    <dgm:cxn modelId="{EF569BF4-FFC3-479D-B5BC-576A7B504AE2}" type="presOf" srcId="{5115F7AF-DF1C-425C-9C67-D6575CB11292}" destId="{422754A5-D7B4-4A34-8D07-103489C8AD8A}" srcOrd="0" destOrd="2" presId="urn:microsoft.com/office/officeart/2016/7/layout/RepeatingBendingProcessNew"/>
    <dgm:cxn modelId="{15F9E1F4-BE5D-493A-B8EA-EB4332C3BCD8}" type="presOf" srcId="{198B5C05-71A1-4E87-9DA9-47AC998D4BFE}" destId="{389A3738-94ED-4A82-9FC3-35AF12BD9C83}" srcOrd="0" destOrd="2" presId="urn:microsoft.com/office/officeart/2016/7/layout/RepeatingBendingProcessNew"/>
    <dgm:cxn modelId="{D8B088F5-D09B-4688-8C89-C86EEA4D921F}" type="presOf" srcId="{6955FDE8-156A-487C-8807-3916F2D9A624}" destId="{9A340C09-7921-4729-BE7F-C5F662BBC63D}" srcOrd="0" destOrd="0" presId="urn:microsoft.com/office/officeart/2016/7/layout/RepeatingBendingProcessNew"/>
    <dgm:cxn modelId="{CDC027FC-970A-45A6-9A85-85E7B5FD34DA}" type="presOf" srcId="{6975AA26-9393-4DE5-9470-6D317A60C9CE}" destId="{DC9B017C-7B58-43C2-9DB3-87D767BA8F89}" srcOrd="0" destOrd="0" presId="urn:microsoft.com/office/officeart/2016/7/layout/RepeatingBendingProcessNew"/>
    <dgm:cxn modelId="{080A4DF4-8412-4EF5-A78E-178FF415BA3E}" type="presParOf" srcId="{DDC7C8C8-E530-490C-9C79-51226F17400F}" destId="{43A3C875-0C6B-44D8-A9E3-B629F9BE1A3F}" srcOrd="0" destOrd="0" presId="urn:microsoft.com/office/officeart/2016/7/layout/RepeatingBendingProcessNew"/>
    <dgm:cxn modelId="{273DD2B9-57F0-48AF-A5E7-5C1FCB537409}" type="presParOf" srcId="{DDC7C8C8-E530-490C-9C79-51226F17400F}" destId="{911722C5-0DBE-4588-8BA9-9CB7398738ED}" srcOrd="1" destOrd="0" presId="urn:microsoft.com/office/officeart/2016/7/layout/RepeatingBendingProcessNew"/>
    <dgm:cxn modelId="{2F29A416-7469-4592-99B7-E0D0757EEC6C}" type="presParOf" srcId="{911722C5-0DBE-4588-8BA9-9CB7398738ED}" destId="{C4A86446-51AF-49FD-92DF-6AFF5D6E7A4A}" srcOrd="0" destOrd="0" presId="urn:microsoft.com/office/officeart/2016/7/layout/RepeatingBendingProcessNew"/>
    <dgm:cxn modelId="{5B970F46-4EF1-490D-A67D-0C5813690283}" type="presParOf" srcId="{DDC7C8C8-E530-490C-9C79-51226F17400F}" destId="{9DDBE1D7-2E02-49B7-BBFD-F67252BCDD5E}" srcOrd="2" destOrd="0" presId="urn:microsoft.com/office/officeart/2016/7/layout/RepeatingBendingProcessNew"/>
    <dgm:cxn modelId="{7045A0A3-D5E9-4B72-9433-CCD8F0A6F464}" type="presParOf" srcId="{DDC7C8C8-E530-490C-9C79-51226F17400F}" destId="{F52D54F0-FD82-42EA-AB2C-1F9C1E376C26}" srcOrd="3" destOrd="0" presId="urn:microsoft.com/office/officeart/2016/7/layout/RepeatingBendingProcessNew"/>
    <dgm:cxn modelId="{C93C1FBE-8B12-4CEC-9885-8060FA882ABA}" type="presParOf" srcId="{F52D54F0-FD82-42EA-AB2C-1F9C1E376C26}" destId="{008B15EB-548C-4A0F-8A3D-A2C23C4A7927}" srcOrd="0" destOrd="0" presId="urn:microsoft.com/office/officeart/2016/7/layout/RepeatingBendingProcessNew"/>
    <dgm:cxn modelId="{7EB93CB5-4B30-424F-BFC3-867B434A665D}" type="presParOf" srcId="{DDC7C8C8-E530-490C-9C79-51226F17400F}" destId="{5F2035AF-019F-4218-A4E9-965C5651717C}" srcOrd="4" destOrd="0" presId="urn:microsoft.com/office/officeart/2016/7/layout/RepeatingBendingProcessNew"/>
    <dgm:cxn modelId="{00182107-EB19-4282-8A82-3B55EFE6D14A}" type="presParOf" srcId="{DDC7C8C8-E530-490C-9C79-51226F17400F}" destId="{DC9B017C-7B58-43C2-9DB3-87D767BA8F89}" srcOrd="5" destOrd="0" presId="urn:microsoft.com/office/officeart/2016/7/layout/RepeatingBendingProcessNew"/>
    <dgm:cxn modelId="{CEC43942-1266-4C1D-9F5F-84C40BAFD50E}" type="presParOf" srcId="{DC9B017C-7B58-43C2-9DB3-87D767BA8F89}" destId="{A3986BE6-7346-45E0-A636-9313F55FC8E8}" srcOrd="0" destOrd="0" presId="urn:microsoft.com/office/officeart/2016/7/layout/RepeatingBendingProcessNew"/>
    <dgm:cxn modelId="{44C6F0EE-7FE3-47F2-9427-97E4C80F31A2}" type="presParOf" srcId="{DDC7C8C8-E530-490C-9C79-51226F17400F}" destId="{389A3738-94ED-4A82-9FC3-35AF12BD9C83}" srcOrd="6" destOrd="0" presId="urn:microsoft.com/office/officeart/2016/7/layout/RepeatingBendingProcessNew"/>
    <dgm:cxn modelId="{47B291FE-B79F-4F24-9F4D-49C2ECEE3109}" type="presParOf" srcId="{DDC7C8C8-E530-490C-9C79-51226F17400F}" destId="{27405E4A-744D-4FB9-B10F-A0A61759B7EC}" srcOrd="7" destOrd="0" presId="urn:microsoft.com/office/officeart/2016/7/layout/RepeatingBendingProcessNew"/>
    <dgm:cxn modelId="{B8E99C8E-2166-4A7C-AD57-C91F52406BD9}" type="presParOf" srcId="{27405E4A-744D-4FB9-B10F-A0A61759B7EC}" destId="{81EA15A9-E90B-422B-AB06-CA6BE0FE63A5}" srcOrd="0" destOrd="0" presId="urn:microsoft.com/office/officeart/2016/7/layout/RepeatingBendingProcessNew"/>
    <dgm:cxn modelId="{CDDCD6DE-0CBD-4CB6-9D7B-C2DAC08B5BD1}" type="presParOf" srcId="{DDC7C8C8-E530-490C-9C79-51226F17400F}" destId="{422754A5-D7B4-4A34-8D07-103489C8AD8A}" srcOrd="8" destOrd="0" presId="urn:microsoft.com/office/officeart/2016/7/layout/RepeatingBendingProcessNew"/>
    <dgm:cxn modelId="{F7739BBE-6452-424A-BBB3-4708969D2065}" type="presParOf" srcId="{DDC7C8C8-E530-490C-9C79-51226F17400F}" destId="{6E668D25-2E37-4462-8735-B4A10A73EEE6}" srcOrd="9" destOrd="0" presId="urn:microsoft.com/office/officeart/2016/7/layout/RepeatingBendingProcessNew"/>
    <dgm:cxn modelId="{60D9CDF6-A839-4796-955B-ABC3E8291930}" type="presParOf" srcId="{6E668D25-2E37-4462-8735-B4A10A73EEE6}" destId="{63B1C680-2FC6-495A-97E0-A119340B6814}" srcOrd="0" destOrd="0" presId="urn:microsoft.com/office/officeart/2016/7/layout/RepeatingBendingProcessNew"/>
    <dgm:cxn modelId="{C9BFD50F-BA59-4756-8B91-B7D8FFA7B8D6}" type="presParOf" srcId="{DDC7C8C8-E530-490C-9C79-51226F17400F}" destId="{8FC4D3DA-7B63-4DE7-861D-8111F6B9780A}" srcOrd="10" destOrd="0" presId="urn:microsoft.com/office/officeart/2016/7/layout/RepeatingBendingProcessNew"/>
    <dgm:cxn modelId="{7148738F-8DF4-4333-AB16-AC65A62BEC79}" type="presParOf" srcId="{DDC7C8C8-E530-490C-9C79-51226F17400F}" destId="{9A340C09-7921-4729-BE7F-C5F662BBC63D}" srcOrd="11" destOrd="0" presId="urn:microsoft.com/office/officeart/2016/7/layout/RepeatingBendingProcessNew"/>
    <dgm:cxn modelId="{BCEADF83-6A83-4DCD-A048-F0D3E09DD54F}" type="presParOf" srcId="{9A340C09-7921-4729-BE7F-C5F662BBC63D}" destId="{901B2792-1F8C-493F-8C28-1158034509B6}" srcOrd="0" destOrd="0" presId="urn:microsoft.com/office/officeart/2016/7/layout/RepeatingBendingProcessNew"/>
    <dgm:cxn modelId="{AF9E296A-1C98-48E9-A48B-569819C3FB43}" type="presParOf" srcId="{DDC7C8C8-E530-490C-9C79-51226F17400F}" destId="{C8835C04-2647-49A4-9B26-41A87236DAE8}" srcOrd="12" destOrd="0" presId="urn:microsoft.com/office/officeart/2016/7/layout/RepeatingBendingProcessNew"/>
    <dgm:cxn modelId="{8221C2BB-D168-45E3-A1C4-48E9BC3B07C1}" type="presParOf" srcId="{DDC7C8C8-E530-490C-9C79-51226F17400F}" destId="{332D3B09-018C-4084-A031-2F4C6C0817E2}" srcOrd="13" destOrd="0" presId="urn:microsoft.com/office/officeart/2016/7/layout/RepeatingBendingProcessNew"/>
    <dgm:cxn modelId="{A2146322-7371-47DF-8224-CB588F73EF50}" type="presParOf" srcId="{332D3B09-018C-4084-A031-2F4C6C0817E2}" destId="{9C2C426D-504B-4F22-94FD-B23D277E6C29}" srcOrd="0" destOrd="0" presId="urn:microsoft.com/office/officeart/2016/7/layout/RepeatingBendingProcessNew"/>
    <dgm:cxn modelId="{78FD20FA-FB94-4C30-8595-B236849737C7}" type="presParOf" srcId="{DDC7C8C8-E530-490C-9C79-51226F17400F}" destId="{E5F79416-3109-4FE4-95B5-DDBA1418806A}" srcOrd="14" destOrd="0" presId="urn:microsoft.com/office/officeart/2016/7/layout/RepeatingBendingProcessNew"/>
    <dgm:cxn modelId="{36C9E801-D85E-49EE-8EB9-9B87DCDDA595}" type="presParOf" srcId="{DDC7C8C8-E530-490C-9C79-51226F17400F}" destId="{67B35F3F-55C1-408C-99A2-C63F7E6BAA6B}" srcOrd="15" destOrd="0" presId="urn:microsoft.com/office/officeart/2016/7/layout/RepeatingBendingProcessNew"/>
    <dgm:cxn modelId="{C63DB04B-C4FB-4F85-8F2F-FB93A851EF30}" type="presParOf" srcId="{67B35F3F-55C1-408C-99A2-C63F7E6BAA6B}" destId="{62F7BAEC-E26E-4F4A-93C8-803BEAE67C52}" srcOrd="0" destOrd="0" presId="urn:microsoft.com/office/officeart/2016/7/layout/RepeatingBendingProcessNew"/>
    <dgm:cxn modelId="{B3779D71-A728-4DA7-904F-69F5A51036FA}" type="presParOf" srcId="{DDC7C8C8-E530-490C-9C79-51226F17400F}" destId="{225FEA3C-2EFC-452A-A8EC-C0CACF32F0C0}" srcOrd="16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845853A-55BC-4491-9ED8-C92B122E0EF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15EA7B6-5F21-4187-85E5-C6F55BBD37A8}">
      <dgm:prSet/>
      <dgm:spPr/>
      <dgm:t>
        <a:bodyPr/>
        <a:lstStyle/>
        <a:p>
          <a:r>
            <a:rPr lang="en-US"/>
            <a:t>Must balance practicalities with needs to sufficiently solve the problem</a:t>
          </a:r>
        </a:p>
      </dgm:t>
    </dgm:pt>
    <dgm:pt modelId="{4B711FB6-F132-41D9-8A91-F329C31DA4ED}" type="parTrans" cxnId="{54D16E51-2F5B-4063-B648-49551479F9AA}">
      <dgm:prSet/>
      <dgm:spPr/>
      <dgm:t>
        <a:bodyPr/>
        <a:lstStyle/>
        <a:p>
          <a:endParaRPr lang="en-US"/>
        </a:p>
      </dgm:t>
    </dgm:pt>
    <dgm:pt modelId="{512349EE-113D-4B6D-BEBA-1D672CED2462}" type="sibTrans" cxnId="{54D16E51-2F5B-4063-B648-49551479F9AA}">
      <dgm:prSet/>
      <dgm:spPr/>
      <dgm:t>
        <a:bodyPr/>
        <a:lstStyle/>
        <a:p>
          <a:endParaRPr lang="en-US"/>
        </a:p>
      </dgm:t>
    </dgm:pt>
    <dgm:pt modelId="{D919A487-84DE-4BDA-851D-1A1677CE6546}">
      <dgm:prSet/>
      <dgm:spPr/>
      <dgm:t>
        <a:bodyPr/>
        <a:lstStyle/>
        <a:p>
          <a:r>
            <a:rPr lang="en-US"/>
            <a:t>Should consider multiple factors in determining feasibility and finalizing problem definition</a:t>
          </a:r>
        </a:p>
      </dgm:t>
    </dgm:pt>
    <dgm:pt modelId="{8E69C20C-F1E4-45F3-8698-1E621538CF2F}" type="parTrans" cxnId="{57F5ED95-1A84-4BC5-A990-1371AFEF971D}">
      <dgm:prSet/>
      <dgm:spPr/>
      <dgm:t>
        <a:bodyPr/>
        <a:lstStyle/>
        <a:p>
          <a:endParaRPr lang="en-US"/>
        </a:p>
      </dgm:t>
    </dgm:pt>
    <dgm:pt modelId="{9CB8319C-81EF-4E02-AF21-26ED221CC907}" type="sibTrans" cxnId="{57F5ED95-1A84-4BC5-A990-1371AFEF971D}">
      <dgm:prSet/>
      <dgm:spPr/>
      <dgm:t>
        <a:bodyPr/>
        <a:lstStyle/>
        <a:p>
          <a:endParaRPr lang="en-US"/>
        </a:p>
      </dgm:t>
    </dgm:pt>
    <dgm:pt modelId="{92A578CF-AB9E-4111-B64B-AD2D03E2564A}">
      <dgm:prSet/>
      <dgm:spPr/>
      <dgm:t>
        <a:bodyPr/>
        <a:lstStyle/>
        <a:p>
          <a:r>
            <a:rPr lang="en-US" i="1"/>
            <a:t>Data</a:t>
          </a:r>
          <a:endParaRPr lang="en-US"/>
        </a:p>
      </dgm:t>
    </dgm:pt>
    <dgm:pt modelId="{04D1925C-B9E7-44F7-9BA6-8B68DA225E0B}" type="parTrans" cxnId="{D2DA1A9B-D4E3-4BDB-8DD1-DE4B636D1570}">
      <dgm:prSet/>
      <dgm:spPr/>
      <dgm:t>
        <a:bodyPr/>
        <a:lstStyle/>
        <a:p>
          <a:endParaRPr lang="en-US"/>
        </a:p>
      </dgm:t>
    </dgm:pt>
    <dgm:pt modelId="{6424CAA8-9532-4F76-990C-B9F99FFF7EE7}" type="sibTrans" cxnId="{D2DA1A9B-D4E3-4BDB-8DD1-DE4B636D1570}">
      <dgm:prSet/>
      <dgm:spPr/>
      <dgm:t>
        <a:bodyPr/>
        <a:lstStyle/>
        <a:p>
          <a:endParaRPr lang="en-US"/>
        </a:p>
      </dgm:t>
    </dgm:pt>
    <dgm:pt modelId="{CF9C9466-3C9F-4D94-AADE-F0F98E0758C7}">
      <dgm:prSet/>
      <dgm:spPr/>
      <dgm:t>
        <a:bodyPr/>
        <a:lstStyle/>
        <a:p>
          <a:r>
            <a:rPr lang="en-US" i="1"/>
            <a:t>Time</a:t>
          </a:r>
          <a:endParaRPr lang="en-US"/>
        </a:p>
      </dgm:t>
    </dgm:pt>
    <dgm:pt modelId="{E3409ED8-0891-44BB-B9E7-964F7A957B32}" type="parTrans" cxnId="{4CD66C78-42DC-4917-B1AD-23722D730102}">
      <dgm:prSet/>
      <dgm:spPr/>
      <dgm:t>
        <a:bodyPr/>
        <a:lstStyle/>
        <a:p>
          <a:endParaRPr lang="en-US"/>
        </a:p>
      </dgm:t>
    </dgm:pt>
    <dgm:pt modelId="{7E37D248-225E-4F55-A025-E9DD65042BA8}" type="sibTrans" cxnId="{4CD66C78-42DC-4917-B1AD-23722D730102}">
      <dgm:prSet/>
      <dgm:spPr/>
      <dgm:t>
        <a:bodyPr/>
        <a:lstStyle/>
        <a:p>
          <a:endParaRPr lang="en-US"/>
        </a:p>
      </dgm:t>
    </dgm:pt>
    <dgm:pt modelId="{B7EE0EE2-DA9A-42A4-819E-46C56D222195}">
      <dgm:prSet/>
      <dgm:spPr/>
      <dgm:t>
        <a:bodyPr/>
        <a:lstStyle/>
        <a:p>
          <a:r>
            <a:rPr lang="en-US" i="1"/>
            <a:t>Technology</a:t>
          </a:r>
          <a:endParaRPr lang="en-US"/>
        </a:p>
      </dgm:t>
    </dgm:pt>
    <dgm:pt modelId="{C44DBFE9-DE84-4705-8B95-CA1B68EBFE48}" type="parTrans" cxnId="{E7F24BD5-A060-444F-B987-5D08A42332E5}">
      <dgm:prSet/>
      <dgm:spPr/>
      <dgm:t>
        <a:bodyPr/>
        <a:lstStyle/>
        <a:p>
          <a:endParaRPr lang="en-US"/>
        </a:p>
      </dgm:t>
    </dgm:pt>
    <dgm:pt modelId="{2B5A8E53-8D80-4EF3-BD6C-31DF62BA5B84}" type="sibTrans" cxnId="{E7F24BD5-A060-444F-B987-5D08A42332E5}">
      <dgm:prSet/>
      <dgm:spPr/>
      <dgm:t>
        <a:bodyPr/>
        <a:lstStyle/>
        <a:p>
          <a:endParaRPr lang="en-US"/>
        </a:p>
      </dgm:t>
    </dgm:pt>
    <dgm:pt modelId="{8CCBC5AF-C1F1-477F-A060-6709B71393F3}">
      <dgm:prSet/>
      <dgm:spPr/>
      <dgm:t>
        <a:bodyPr/>
        <a:lstStyle/>
        <a:p>
          <a:r>
            <a:rPr lang="en-US" i="1"/>
            <a:t>Financial</a:t>
          </a:r>
          <a:endParaRPr lang="en-US"/>
        </a:p>
      </dgm:t>
    </dgm:pt>
    <dgm:pt modelId="{2FA44D52-C304-44B7-88BF-0012E0A167E1}" type="parTrans" cxnId="{3EFCF8BC-DFB8-4B05-947B-9CE8A8A462C0}">
      <dgm:prSet/>
      <dgm:spPr/>
      <dgm:t>
        <a:bodyPr/>
        <a:lstStyle/>
        <a:p>
          <a:endParaRPr lang="en-US"/>
        </a:p>
      </dgm:t>
    </dgm:pt>
    <dgm:pt modelId="{E1683AFB-A0D2-47CE-ADA6-2A8A391CC9DF}" type="sibTrans" cxnId="{3EFCF8BC-DFB8-4B05-947B-9CE8A8A462C0}">
      <dgm:prSet/>
      <dgm:spPr/>
      <dgm:t>
        <a:bodyPr/>
        <a:lstStyle/>
        <a:p>
          <a:endParaRPr lang="en-US"/>
        </a:p>
      </dgm:t>
    </dgm:pt>
    <dgm:pt modelId="{680BEFBA-CF54-4A3C-B469-21BDF21327EA}">
      <dgm:prSet/>
      <dgm:spPr/>
      <dgm:t>
        <a:bodyPr/>
        <a:lstStyle/>
        <a:p>
          <a:r>
            <a:rPr lang="en-US" i="1"/>
            <a:t>Skills</a:t>
          </a:r>
          <a:endParaRPr lang="en-US"/>
        </a:p>
      </dgm:t>
    </dgm:pt>
    <dgm:pt modelId="{54618116-4314-4719-BFC5-CA2365F9EB0E}" type="parTrans" cxnId="{BC174CA8-E702-4888-9918-0402B5B5FA6B}">
      <dgm:prSet/>
      <dgm:spPr/>
      <dgm:t>
        <a:bodyPr/>
        <a:lstStyle/>
        <a:p>
          <a:endParaRPr lang="en-US"/>
        </a:p>
      </dgm:t>
    </dgm:pt>
    <dgm:pt modelId="{25FE737E-CABE-483D-AAAE-A9D5F4C8DA89}" type="sibTrans" cxnId="{BC174CA8-E702-4888-9918-0402B5B5FA6B}">
      <dgm:prSet/>
      <dgm:spPr/>
      <dgm:t>
        <a:bodyPr/>
        <a:lstStyle/>
        <a:p>
          <a:endParaRPr lang="en-US"/>
        </a:p>
      </dgm:t>
    </dgm:pt>
    <dgm:pt modelId="{B91229CD-8302-4F5C-AEB2-D3A44EC3CB4F}" type="pres">
      <dgm:prSet presAssocID="{F845853A-55BC-4491-9ED8-C92B122E0EF7}" presName="root" presStyleCnt="0">
        <dgm:presLayoutVars>
          <dgm:dir/>
          <dgm:resizeHandles val="exact"/>
        </dgm:presLayoutVars>
      </dgm:prSet>
      <dgm:spPr/>
    </dgm:pt>
    <dgm:pt modelId="{2C755A9B-4368-4CC0-8223-699EFFCA7B2D}" type="pres">
      <dgm:prSet presAssocID="{715EA7B6-5F21-4187-85E5-C6F55BBD37A8}" presName="compNode" presStyleCnt="0"/>
      <dgm:spPr/>
    </dgm:pt>
    <dgm:pt modelId="{F5EFFA7C-7869-42DA-8FAF-7F5BA4924EA7}" type="pres">
      <dgm:prSet presAssocID="{715EA7B6-5F21-4187-85E5-C6F55BBD37A8}" presName="bgRect" presStyleLbl="bgShp" presStyleIdx="0" presStyleCnt="2"/>
      <dgm:spPr/>
    </dgm:pt>
    <dgm:pt modelId="{FA93513B-5A7C-4F58-88E9-40C6114C9560}" type="pres">
      <dgm:prSet presAssocID="{715EA7B6-5F21-4187-85E5-C6F55BBD37A8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9583F2D8-31CF-4021-9C0D-0699FD1974B5}" type="pres">
      <dgm:prSet presAssocID="{715EA7B6-5F21-4187-85E5-C6F55BBD37A8}" presName="spaceRect" presStyleCnt="0"/>
      <dgm:spPr/>
    </dgm:pt>
    <dgm:pt modelId="{856F41B6-F195-45E3-8B78-6A0244B42256}" type="pres">
      <dgm:prSet presAssocID="{715EA7B6-5F21-4187-85E5-C6F55BBD37A8}" presName="parTx" presStyleLbl="revTx" presStyleIdx="0" presStyleCnt="3">
        <dgm:presLayoutVars>
          <dgm:chMax val="0"/>
          <dgm:chPref val="0"/>
        </dgm:presLayoutVars>
      </dgm:prSet>
      <dgm:spPr/>
    </dgm:pt>
    <dgm:pt modelId="{4567475B-7D59-42A5-9B04-DCE8E31AF10F}" type="pres">
      <dgm:prSet presAssocID="{512349EE-113D-4B6D-BEBA-1D672CED2462}" presName="sibTrans" presStyleCnt="0"/>
      <dgm:spPr/>
    </dgm:pt>
    <dgm:pt modelId="{463A360E-8ECD-431B-A57E-F123835764F0}" type="pres">
      <dgm:prSet presAssocID="{D919A487-84DE-4BDA-851D-1A1677CE6546}" presName="compNode" presStyleCnt="0"/>
      <dgm:spPr/>
    </dgm:pt>
    <dgm:pt modelId="{98E7E820-BBCF-4BCF-AC3A-51BEEC25C39F}" type="pres">
      <dgm:prSet presAssocID="{D919A487-84DE-4BDA-851D-1A1677CE6546}" presName="bgRect" presStyleLbl="bgShp" presStyleIdx="1" presStyleCnt="2"/>
      <dgm:spPr/>
    </dgm:pt>
    <dgm:pt modelId="{4DC6E337-329E-4F4E-8EC3-8D77B9418881}" type="pres">
      <dgm:prSet presAssocID="{D919A487-84DE-4BDA-851D-1A1677CE6546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174598A1-9EF1-4AC5-AC21-1B7BD20722D5}" type="pres">
      <dgm:prSet presAssocID="{D919A487-84DE-4BDA-851D-1A1677CE6546}" presName="spaceRect" presStyleCnt="0"/>
      <dgm:spPr/>
    </dgm:pt>
    <dgm:pt modelId="{101DEF34-AF95-4D00-BBB0-75F100A5BBDB}" type="pres">
      <dgm:prSet presAssocID="{D919A487-84DE-4BDA-851D-1A1677CE6546}" presName="parTx" presStyleLbl="revTx" presStyleIdx="1" presStyleCnt="3">
        <dgm:presLayoutVars>
          <dgm:chMax val="0"/>
          <dgm:chPref val="0"/>
        </dgm:presLayoutVars>
      </dgm:prSet>
      <dgm:spPr/>
    </dgm:pt>
    <dgm:pt modelId="{32E00F75-D2BE-4F84-BEF3-B4DA6055A2E3}" type="pres">
      <dgm:prSet presAssocID="{D919A487-84DE-4BDA-851D-1A1677CE6546}" presName="desTx" presStyleLbl="revTx" presStyleIdx="2" presStyleCnt="3">
        <dgm:presLayoutVars/>
      </dgm:prSet>
      <dgm:spPr/>
    </dgm:pt>
  </dgm:ptLst>
  <dgm:cxnLst>
    <dgm:cxn modelId="{979F6008-349B-4DDF-84E9-402227D27DDF}" type="presOf" srcId="{715EA7B6-5F21-4187-85E5-C6F55BBD37A8}" destId="{856F41B6-F195-45E3-8B78-6A0244B42256}" srcOrd="0" destOrd="0" presId="urn:microsoft.com/office/officeart/2018/2/layout/IconVerticalSolidList"/>
    <dgm:cxn modelId="{B069B80E-69D4-4236-8549-45990FDE62BD}" type="presOf" srcId="{680BEFBA-CF54-4A3C-B469-21BDF21327EA}" destId="{32E00F75-D2BE-4F84-BEF3-B4DA6055A2E3}" srcOrd="0" destOrd="4" presId="urn:microsoft.com/office/officeart/2018/2/layout/IconVerticalSolidList"/>
    <dgm:cxn modelId="{14F78E10-7739-4321-8EFC-C5656F678C9B}" type="presOf" srcId="{CF9C9466-3C9F-4D94-AADE-F0F98E0758C7}" destId="{32E00F75-D2BE-4F84-BEF3-B4DA6055A2E3}" srcOrd="0" destOrd="1" presId="urn:microsoft.com/office/officeart/2018/2/layout/IconVerticalSolidList"/>
    <dgm:cxn modelId="{C8919467-B0A9-462A-9156-DDAC68054BBF}" type="presOf" srcId="{D919A487-84DE-4BDA-851D-1A1677CE6546}" destId="{101DEF34-AF95-4D00-BBB0-75F100A5BBDB}" srcOrd="0" destOrd="0" presId="urn:microsoft.com/office/officeart/2018/2/layout/IconVerticalSolidList"/>
    <dgm:cxn modelId="{39A0116B-9622-497E-9611-48ECD5D90B8A}" type="presOf" srcId="{F845853A-55BC-4491-9ED8-C92B122E0EF7}" destId="{B91229CD-8302-4F5C-AEB2-D3A44EC3CB4F}" srcOrd="0" destOrd="0" presId="urn:microsoft.com/office/officeart/2018/2/layout/IconVerticalSolidList"/>
    <dgm:cxn modelId="{54D16E51-2F5B-4063-B648-49551479F9AA}" srcId="{F845853A-55BC-4491-9ED8-C92B122E0EF7}" destId="{715EA7B6-5F21-4187-85E5-C6F55BBD37A8}" srcOrd="0" destOrd="0" parTransId="{4B711FB6-F132-41D9-8A91-F329C31DA4ED}" sibTransId="{512349EE-113D-4B6D-BEBA-1D672CED2462}"/>
    <dgm:cxn modelId="{BB07F051-2CA0-4CD9-8836-2D089A70B320}" type="presOf" srcId="{92A578CF-AB9E-4111-B64B-AD2D03E2564A}" destId="{32E00F75-D2BE-4F84-BEF3-B4DA6055A2E3}" srcOrd="0" destOrd="0" presId="urn:microsoft.com/office/officeart/2018/2/layout/IconVerticalSolidList"/>
    <dgm:cxn modelId="{4CD66C78-42DC-4917-B1AD-23722D730102}" srcId="{D919A487-84DE-4BDA-851D-1A1677CE6546}" destId="{CF9C9466-3C9F-4D94-AADE-F0F98E0758C7}" srcOrd="1" destOrd="0" parTransId="{E3409ED8-0891-44BB-B9E7-964F7A957B32}" sibTransId="{7E37D248-225E-4F55-A025-E9DD65042BA8}"/>
    <dgm:cxn modelId="{7C647E8C-AAD8-4F1A-B78C-0F5C210CC490}" type="presOf" srcId="{B7EE0EE2-DA9A-42A4-819E-46C56D222195}" destId="{32E00F75-D2BE-4F84-BEF3-B4DA6055A2E3}" srcOrd="0" destOrd="2" presId="urn:microsoft.com/office/officeart/2018/2/layout/IconVerticalSolidList"/>
    <dgm:cxn modelId="{57F5ED95-1A84-4BC5-A990-1371AFEF971D}" srcId="{F845853A-55BC-4491-9ED8-C92B122E0EF7}" destId="{D919A487-84DE-4BDA-851D-1A1677CE6546}" srcOrd="1" destOrd="0" parTransId="{8E69C20C-F1E4-45F3-8698-1E621538CF2F}" sibTransId="{9CB8319C-81EF-4E02-AF21-26ED221CC907}"/>
    <dgm:cxn modelId="{D2DA1A9B-D4E3-4BDB-8DD1-DE4B636D1570}" srcId="{D919A487-84DE-4BDA-851D-1A1677CE6546}" destId="{92A578CF-AB9E-4111-B64B-AD2D03E2564A}" srcOrd="0" destOrd="0" parTransId="{04D1925C-B9E7-44F7-9BA6-8B68DA225E0B}" sibTransId="{6424CAA8-9532-4F76-990C-B9F99FFF7EE7}"/>
    <dgm:cxn modelId="{ABDF919F-0B14-4BE7-888C-EF49CA344E91}" type="presOf" srcId="{8CCBC5AF-C1F1-477F-A060-6709B71393F3}" destId="{32E00F75-D2BE-4F84-BEF3-B4DA6055A2E3}" srcOrd="0" destOrd="3" presId="urn:microsoft.com/office/officeart/2018/2/layout/IconVerticalSolidList"/>
    <dgm:cxn modelId="{BC174CA8-E702-4888-9918-0402B5B5FA6B}" srcId="{D919A487-84DE-4BDA-851D-1A1677CE6546}" destId="{680BEFBA-CF54-4A3C-B469-21BDF21327EA}" srcOrd="4" destOrd="0" parTransId="{54618116-4314-4719-BFC5-CA2365F9EB0E}" sibTransId="{25FE737E-CABE-483D-AAAE-A9D5F4C8DA89}"/>
    <dgm:cxn modelId="{3EFCF8BC-DFB8-4B05-947B-9CE8A8A462C0}" srcId="{D919A487-84DE-4BDA-851D-1A1677CE6546}" destId="{8CCBC5AF-C1F1-477F-A060-6709B71393F3}" srcOrd="3" destOrd="0" parTransId="{2FA44D52-C304-44B7-88BF-0012E0A167E1}" sibTransId="{E1683AFB-A0D2-47CE-ADA6-2A8A391CC9DF}"/>
    <dgm:cxn modelId="{E7F24BD5-A060-444F-B987-5D08A42332E5}" srcId="{D919A487-84DE-4BDA-851D-1A1677CE6546}" destId="{B7EE0EE2-DA9A-42A4-819E-46C56D222195}" srcOrd="2" destOrd="0" parTransId="{C44DBFE9-DE84-4705-8B95-CA1B68EBFE48}" sibTransId="{2B5A8E53-8D80-4EF3-BD6C-31DF62BA5B84}"/>
    <dgm:cxn modelId="{D77F3801-EC2A-4479-A578-32F33E0D434E}" type="presParOf" srcId="{B91229CD-8302-4F5C-AEB2-D3A44EC3CB4F}" destId="{2C755A9B-4368-4CC0-8223-699EFFCA7B2D}" srcOrd="0" destOrd="0" presId="urn:microsoft.com/office/officeart/2018/2/layout/IconVerticalSolidList"/>
    <dgm:cxn modelId="{B480982E-271C-411D-A7DE-1D2724208382}" type="presParOf" srcId="{2C755A9B-4368-4CC0-8223-699EFFCA7B2D}" destId="{F5EFFA7C-7869-42DA-8FAF-7F5BA4924EA7}" srcOrd="0" destOrd="0" presId="urn:microsoft.com/office/officeart/2018/2/layout/IconVerticalSolidList"/>
    <dgm:cxn modelId="{84B3489D-F0DF-4050-A9F0-07886C316F48}" type="presParOf" srcId="{2C755A9B-4368-4CC0-8223-699EFFCA7B2D}" destId="{FA93513B-5A7C-4F58-88E9-40C6114C9560}" srcOrd="1" destOrd="0" presId="urn:microsoft.com/office/officeart/2018/2/layout/IconVerticalSolidList"/>
    <dgm:cxn modelId="{CE735C09-34FC-46B6-BE8E-EAB75052F14D}" type="presParOf" srcId="{2C755A9B-4368-4CC0-8223-699EFFCA7B2D}" destId="{9583F2D8-31CF-4021-9C0D-0699FD1974B5}" srcOrd="2" destOrd="0" presId="urn:microsoft.com/office/officeart/2018/2/layout/IconVerticalSolidList"/>
    <dgm:cxn modelId="{53CBF8CE-FB55-42DB-9682-53C17E9327F9}" type="presParOf" srcId="{2C755A9B-4368-4CC0-8223-699EFFCA7B2D}" destId="{856F41B6-F195-45E3-8B78-6A0244B42256}" srcOrd="3" destOrd="0" presId="urn:microsoft.com/office/officeart/2018/2/layout/IconVerticalSolidList"/>
    <dgm:cxn modelId="{E283FC3A-60E4-444A-9D62-118A0BBF9306}" type="presParOf" srcId="{B91229CD-8302-4F5C-AEB2-D3A44EC3CB4F}" destId="{4567475B-7D59-42A5-9B04-DCE8E31AF10F}" srcOrd="1" destOrd="0" presId="urn:microsoft.com/office/officeart/2018/2/layout/IconVerticalSolidList"/>
    <dgm:cxn modelId="{E4F721FC-5489-41ED-A1F4-F1D06BB72DC6}" type="presParOf" srcId="{B91229CD-8302-4F5C-AEB2-D3A44EC3CB4F}" destId="{463A360E-8ECD-431B-A57E-F123835764F0}" srcOrd="2" destOrd="0" presId="urn:microsoft.com/office/officeart/2018/2/layout/IconVerticalSolidList"/>
    <dgm:cxn modelId="{693F35F2-580D-45A5-AB8E-817F8EC64F8F}" type="presParOf" srcId="{463A360E-8ECD-431B-A57E-F123835764F0}" destId="{98E7E820-BBCF-4BCF-AC3A-51BEEC25C39F}" srcOrd="0" destOrd="0" presId="urn:microsoft.com/office/officeart/2018/2/layout/IconVerticalSolidList"/>
    <dgm:cxn modelId="{DBEB9F36-C6C9-492C-8869-8969CB654799}" type="presParOf" srcId="{463A360E-8ECD-431B-A57E-F123835764F0}" destId="{4DC6E337-329E-4F4E-8EC3-8D77B9418881}" srcOrd="1" destOrd="0" presId="urn:microsoft.com/office/officeart/2018/2/layout/IconVerticalSolidList"/>
    <dgm:cxn modelId="{5B038F60-D560-4771-8C78-F373261284C6}" type="presParOf" srcId="{463A360E-8ECD-431B-A57E-F123835764F0}" destId="{174598A1-9EF1-4AC5-AC21-1B7BD20722D5}" srcOrd="2" destOrd="0" presId="urn:microsoft.com/office/officeart/2018/2/layout/IconVerticalSolidList"/>
    <dgm:cxn modelId="{252A3E36-7840-4882-AC6E-9F542225C1CA}" type="presParOf" srcId="{463A360E-8ECD-431B-A57E-F123835764F0}" destId="{101DEF34-AF95-4D00-BBB0-75F100A5BBDB}" srcOrd="3" destOrd="0" presId="urn:microsoft.com/office/officeart/2018/2/layout/IconVerticalSolidList"/>
    <dgm:cxn modelId="{4DA27464-7FF1-489E-BA43-48A0D0F8C706}" type="presParOf" srcId="{463A360E-8ECD-431B-A57E-F123835764F0}" destId="{32E00F75-D2BE-4F84-BEF3-B4DA6055A2E3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1722C5-0DBE-4588-8BA9-9CB7398738ED}">
      <dsp:nvSpPr>
        <dsp:cNvPr id="0" name=""/>
        <dsp:cNvSpPr/>
      </dsp:nvSpPr>
      <dsp:spPr>
        <a:xfrm>
          <a:off x="2513432" y="1006595"/>
          <a:ext cx="54539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45397" y="45720"/>
              </a:lnTo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44500">
            <a:lnSpc>
              <a:spcPct val="100000"/>
            </a:lnSpc>
            <a:spcBef>
              <a:spcPts val="0"/>
            </a:spcBef>
            <a:spcAft>
              <a:spcPts val="0"/>
            </a:spcAft>
            <a:buNone/>
          </a:pPr>
          <a:endParaRPr lang="en-US" sz="1000" kern="1200"/>
        </a:p>
      </dsp:txBody>
      <dsp:txXfrm>
        <a:off x="2771731" y="1049432"/>
        <a:ext cx="28799" cy="5765"/>
      </dsp:txXfrm>
    </dsp:sp>
    <dsp:sp modelId="{43A3C875-0C6B-44D8-A9E3-B629F9BE1A3F}">
      <dsp:nvSpPr>
        <dsp:cNvPr id="0" name=""/>
        <dsp:cNvSpPr/>
      </dsp:nvSpPr>
      <dsp:spPr>
        <a:xfrm>
          <a:off x="10894" y="301013"/>
          <a:ext cx="2504338" cy="150260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2715" tIns="128811" rIns="122715" bIns="128811" numCol="1" spcCol="1270" anchor="t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ts val="0"/>
            </a:spcBef>
            <a:spcAft>
              <a:spcPts val="0"/>
            </a:spcAft>
            <a:buNone/>
          </a:pPr>
          <a:r>
            <a:rPr lang="en-US" sz="2400" kern="1200" dirty="0"/>
            <a:t>Abstract</a:t>
          </a:r>
        </a:p>
        <a:p>
          <a:pPr marL="114300" lvl="1" indent="-114300" algn="l" defTabSz="622300">
            <a:lnSpc>
              <a:spcPct val="100000"/>
            </a:lnSpc>
            <a:spcBef>
              <a:spcPts val="0"/>
            </a:spcBef>
            <a:spcAft>
              <a:spcPts val="0"/>
            </a:spcAft>
            <a:buChar char="•"/>
          </a:pPr>
          <a:r>
            <a:rPr lang="en-US" sz="1400" i="1" kern="1200"/>
            <a:t>Is this relevant?</a:t>
          </a:r>
          <a:endParaRPr lang="en-US" sz="1400" kern="1200"/>
        </a:p>
        <a:p>
          <a:pPr marL="114300" lvl="1" indent="-114300" algn="l" defTabSz="622300">
            <a:lnSpc>
              <a:spcPct val="100000"/>
            </a:lnSpc>
            <a:spcBef>
              <a:spcPts val="0"/>
            </a:spcBef>
            <a:spcAft>
              <a:spcPts val="0"/>
            </a:spcAft>
            <a:buChar char="•"/>
          </a:pPr>
          <a:r>
            <a:rPr lang="en-US" sz="1400" i="1" kern="1200"/>
            <a:t>Does the article have variables/measures/implications that are useful?</a:t>
          </a:r>
          <a:endParaRPr lang="en-US" sz="1400" kern="1200"/>
        </a:p>
      </dsp:txBody>
      <dsp:txXfrm>
        <a:off x="10894" y="301013"/>
        <a:ext cx="2504338" cy="1502603"/>
      </dsp:txXfrm>
    </dsp:sp>
    <dsp:sp modelId="{F52D54F0-FD82-42EA-AB2C-1F9C1E376C26}">
      <dsp:nvSpPr>
        <dsp:cNvPr id="0" name=""/>
        <dsp:cNvSpPr/>
      </dsp:nvSpPr>
      <dsp:spPr>
        <a:xfrm>
          <a:off x="5593769" y="1006595"/>
          <a:ext cx="54539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45397" y="45720"/>
              </a:lnTo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44500">
            <a:lnSpc>
              <a:spcPct val="100000"/>
            </a:lnSpc>
            <a:spcBef>
              <a:spcPts val="0"/>
            </a:spcBef>
            <a:spcAft>
              <a:spcPts val="0"/>
            </a:spcAft>
            <a:buNone/>
          </a:pPr>
          <a:endParaRPr lang="en-US" sz="1000" kern="1200"/>
        </a:p>
      </dsp:txBody>
      <dsp:txXfrm>
        <a:off x="5852068" y="1049432"/>
        <a:ext cx="28799" cy="5765"/>
      </dsp:txXfrm>
    </dsp:sp>
    <dsp:sp modelId="{9DDBE1D7-2E02-49B7-BBFD-F67252BCDD5E}">
      <dsp:nvSpPr>
        <dsp:cNvPr id="0" name=""/>
        <dsp:cNvSpPr/>
      </dsp:nvSpPr>
      <dsp:spPr>
        <a:xfrm>
          <a:off x="3091230" y="301013"/>
          <a:ext cx="2504338" cy="150260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2715" tIns="128811" rIns="122715" bIns="128811" numCol="1" spcCol="1270" anchor="t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ts val="0"/>
            </a:spcBef>
            <a:spcAft>
              <a:spcPts val="0"/>
            </a:spcAft>
            <a:buNone/>
          </a:pPr>
          <a:r>
            <a:rPr lang="en-US" sz="2400" kern="1200"/>
            <a:t>Introduction</a:t>
          </a:r>
        </a:p>
        <a:p>
          <a:pPr marL="114300" lvl="1" indent="-114300" algn="l" defTabSz="622300">
            <a:lnSpc>
              <a:spcPct val="100000"/>
            </a:lnSpc>
            <a:spcBef>
              <a:spcPts val="0"/>
            </a:spcBef>
            <a:spcAft>
              <a:spcPts val="0"/>
            </a:spcAft>
            <a:buChar char="•"/>
          </a:pPr>
          <a:r>
            <a:rPr lang="en-US" sz="1400" i="1" kern="1200"/>
            <a:t>What was the goal of the study?</a:t>
          </a:r>
          <a:endParaRPr lang="en-US" sz="1400" kern="1200"/>
        </a:p>
      </dsp:txBody>
      <dsp:txXfrm>
        <a:off x="3091230" y="301013"/>
        <a:ext cx="2504338" cy="1502603"/>
      </dsp:txXfrm>
    </dsp:sp>
    <dsp:sp modelId="{DC9B017C-7B58-43C2-9DB3-87D767BA8F89}">
      <dsp:nvSpPr>
        <dsp:cNvPr id="0" name=""/>
        <dsp:cNvSpPr/>
      </dsp:nvSpPr>
      <dsp:spPr>
        <a:xfrm>
          <a:off x="1263063" y="1801816"/>
          <a:ext cx="6160672" cy="545397"/>
        </a:xfrm>
        <a:custGeom>
          <a:avLst/>
          <a:gdLst/>
          <a:ahLst/>
          <a:cxnLst/>
          <a:rect l="0" t="0" r="0" b="0"/>
          <a:pathLst>
            <a:path>
              <a:moveTo>
                <a:pt x="6160672" y="0"/>
              </a:moveTo>
              <a:lnTo>
                <a:pt x="6160672" y="289798"/>
              </a:lnTo>
              <a:lnTo>
                <a:pt x="0" y="289798"/>
              </a:lnTo>
              <a:lnTo>
                <a:pt x="0" y="545397"/>
              </a:lnTo>
            </a:path>
          </a:pathLst>
        </a:custGeom>
        <a:noFill/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44500">
            <a:lnSpc>
              <a:spcPct val="100000"/>
            </a:lnSpc>
            <a:spcBef>
              <a:spcPts val="0"/>
            </a:spcBef>
            <a:spcAft>
              <a:spcPts val="0"/>
            </a:spcAft>
            <a:buNone/>
          </a:pPr>
          <a:endParaRPr lang="en-US" sz="1000" kern="1200"/>
        </a:p>
      </dsp:txBody>
      <dsp:txXfrm>
        <a:off x="4188711" y="2071633"/>
        <a:ext cx="309377" cy="5765"/>
      </dsp:txXfrm>
    </dsp:sp>
    <dsp:sp modelId="{5F2035AF-019F-4218-A4E9-965C5651717C}">
      <dsp:nvSpPr>
        <dsp:cNvPr id="0" name=""/>
        <dsp:cNvSpPr/>
      </dsp:nvSpPr>
      <dsp:spPr>
        <a:xfrm>
          <a:off x="6171567" y="301013"/>
          <a:ext cx="2504338" cy="150260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2715" tIns="128811" rIns="122715" bIns="128811" numCol="1" spcCol="1270" anchor="t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ts val="0"/>
            </a:spcBef>
            <a:spcAft>
              <a:spcPts val="0"/>
            </a:spcAft>
            <a:buNone/>
          </a:pPr>
          <a:r>
            <a:rPr lang="en-US" sz="2400" kern="1200"/>
            <a:t>Literature Review</a:t>
          </a:r>
        </a:p>
        <a:p>
          <a:pPr marL="114300" lvl="1" indent="-114300" algn="l" defTabSz="622300">
            <a:lnSpc>
              <a:spcPct val="100000"/>
            </a:lnSpc>
            <a:spcBef>
              <a:spcPts val="0"/>
            </a:spcBef>
            <a:spcAft>
              <a:spcPts val="0"/>
            </a:spcAft>
            <a:buChar char="•"/>
          </a:pPr>
          <a:r>
            <a:rPr lang="en-US" sz="1400" i="1" kern="1200"/>
            <a:t>Skim for now</a:t>
          </a:r>
          <a:endParaRPr lang="en-US" sz="1400" kern="1200"/>
        </a:p>
        <a:p>
          <a:pPr marL="114300" lvl="1" indent="-114300" algn="l" defTabSz="622300">
            <a:lnSpc>
              <a:spcPct val="100000"/>
            </a:lnSpc>
            <a:spcBef>
              <a:spcPts val="0"/>
            </a:spcBef>
            <a:spcAft>
              <a:spcPts val="0"/>
            </a:spcAft>
            <a:buChar char="•"/>
          </a:pPr>
          <a:r>
            <a:rPr lang="en-US" sz="1400" i="1" kern="1200"/>
            <a:t>Focus on variable definition</a:t>
          </a:r>
          <a:endParaRPr lang="en-US" sz="1400" kern="1200"/>
        </a:p>
      </dsp:txBody>
      <dsp:txXfrm>
        <a:off x="6171567" y="301013"/>
        <a:ext cx="2504338" cy="1502603"/>
      </dsp:txXfrm>
    </dsp:sp>
    <dsp:sp modelId="{27405E4A-744D-4FB9-B10F-A0A61759B7EC}">
      <dsp:nvSpPr>
        <dsp:cNvPr id="0" name=""/>
        <dsp:cNvSpPr/>
      </dsp:nvSpPr>
      <dsp:spPr>
        <a:xfrm>
          <a:off x="2513432" y="3085196"/>
          <a:ext cx="54539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45397" y="45720"/>
              </a:lnTo>
            </a:path>
          </a:pathLst>
        </a:custGeom>
        <a:noFill/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44500">
            <a:lnSpc>
              <a:spcPct val="100000"/>
            </a:lnSpc>
            <a:spcBef>
              <a:spcPts val="0"/>
            </a:spcBef>
            <a:spcAft>
              <a:spcPts val="0"/>
            </a:spcAft>
            <a:buNone/>
          </a:pPr>
          <a:endParaRPr lang="en-US" sz="1000" kern="1200"/>
        </a:p>
      </dsp:txBody>
      <dsp:txXfrm>
        <a:off x="2771731" y="3128033"/>
        <a:ext cx="28799" cy="5765"/>
      </dsp:txXfrm>
    </dsp:sp>
    <dsp:sp modelId="{389A3738-94ED-4A82-9FC3-35AF12BD9C83}">
      <dsp:nvSpPr>
        <dsp:cNvPr id="0" name=""/>
        <dsp:cNvSpPr/>
      </dsp:nvSpPr>
      <dsp:spPr>
        <a:xfrm>
          <a:off x="10894" y="2379614"/>
          <a:ext cx="2504338" cy="150260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2715" tIns="128811" rIns="122715" bIns="128811" numCol="1" spcCol="1270" anchor="t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ts val="0"/>
            </a:spcBef>
            <a:spcAft>
              <a:spcPts val="0"/>
            </a:spcAft>
            <a:buNone/>
          </a:pPr>
          <a:r>
            <a:rPr lang="en-US" sz="2400" kern="1200" dirty="0"/>
            <a:t>Purpose</a:t>
          </a:r>
        </a:p>
        <a:p>
          <a:pPr marL="114300" lvl="1" indent="-114300" algn="l" defTabSz="622300">
            <a:lnSpc>
              <a:spcPct val="100000"/>
            </a:lnSpc>
            <a:spcBef>
              <a:spcPts val="0"/>
            </a:spcBef>
            <a:spcAft>
              <a:spcPts val="0"/>
            </a:spcAft>
            <a:buChar char="•"/>
          </a:pPr>
          <a:r>
            <a:rPr lang="en-US" sz="1400" i="1" kern="1200" dirty="0"/>
            <a:t>What were they testing?</a:t>
          </a:r>
          <a:endParaRPr lang="en-US" sz="2400" kern="1200" dirty="0"/>
        </a:p>
        <a:p>
          <a:pPr marL="114300" lvl="1" indent="-114300" algn="l" defTabSz="622300">
            <a:lnSpc>
              <a:spcPct val="100000"/>
            </a:lnSpc>
            <a:spcBef>
              <a:spcPts val="0"/>
            </a:spcBef>
            <a:spcAft>
              <a:spcPts val="0"/>
            </a:spcAft>
            <a:buChar char="•"/>
          </a:pPr>
          <a:r>
            <a:rPr lang="en-US" sz="1400" i="1" kern="1200"/>
            <a:t>How might you test something different?</a:t>
          </a:r>
          <a:endParaRPr lang="en-US" sz="1400" kern="1200"/>
        </a:p>
      </dsp:txBody>
      <dsp:txXfrm>
        <a:off x="10894" y="2379614"/>
        <a:ext cx="2504338" cy="1502603"/>
      </dsp:txXfrm>
    </dsp:sp>
    <dsp:sp modelId="{6E668D25-2E37-4462-8735-B4A10A73EEE6}">
      <dsp:nvSpPr>
        <dsp:cNvPr id="0" name=""/>
        <dsp:cNvSpPr/>
      </dsp:nvSpPr>
      <dsp:spPr>
        <a:xfrm>
          <a:off x="5593769" y="3085196"/>
          <a:ext cx="54539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45397" y="45720"/>
              </a:lnTo>
            </a:path>
          </a:pathLst>
        </a:custGeom>
        <a:noFill/>
        <a:ln w="952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44500">
            <a:lnSpc>
              <a:spcPct val="100000"/>
            </a:lnSpc>
            <a:spcBef>
              <a:spcPts val="0"/>
            </a:spcBef>
            <a:spcAft>
              <a:spcPts val="0"/>
            </a:spcAft>
            <a:buNone/>
          </a:pPr>
          <a:endParaRPr lang="en-US" sz="1000" kern="1200"/>
        </a:p>
      </dsp:txBody>
      <dsp:txXfrm>
        <a:off x="5852068" y="3128033"/>
        <a:ext cx="28799" cy="5765"/>
      </dsp:txXfrm>
    </dsp:sp>
    <dsp:sp modelId="{422754A5-D7B4-4A34-8D07-103489C8AD8A}">
      <dsp:nvSpPr>
        <dsp:cNvPr id="0" name=""/>
        <dsp:cNvSpPr/>
      </dsp:nvSpPr>
      <dsp:spPr>
        <a:xfrm>
          <a:off x="3091230" y="2379614"/>
          <a:ext cx="2504338" cy="1502603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2715" tIns="128811" rIns="122715" bIns="128811" numCol="1" spcCol="1270" anchor="t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ts val="0"/>
            </a:spcBef>
            <a:spcAft>
              <a:spcPts val="0"/>
            </a:spcAft>
            <a:buNone/>
          </a:pPr>
          <a:r>
            <a:rPr lang="en-US" sz="2400" kern="1200"/>
            <a:t>Methods</a:t>
          </a:r>
        </a:p>
        <a:p>
          <a:pPr marL="114300" lvl="1" indent="-114300" algn="l" defTabSz="622300">
            <a:lnSpc>
              <a:spcPct val="100000"/>
            </a:lnSpc>
            <a:spcBef>
              <a:spcPts val="0"/>
            </a:spcBef>
            <a:spcAft>
              <a:spcPts val="0"/>
            </a:spcAft>
            <a:buChar char="•"/>
          </a:pPr>
          <a:r>
            <a:rPr lang="en-US" sz="1400" i="1" kern="1200"/>
            <a:t>Did they use data that could help you?</a:t>
          </a:r>
          <a:endParaRPr lang="en-US" sz="1400" kern="1200"/>
        </a:p>
        <a:p>
          <a:pPr marL="114300" lvl="1" indent="-114300" algn="l" defTabSz="622300">
            <a:lnSpc>
              <a:spcPct val="100000"/>
            </a:lnSpc>
            <a:spcBef>
              <a:spcPts val="0"/>
            </a:spcBef>
            <a:spcAft>
              <a:spcPts val="0"/>
            </a:spcAft>
            <a:buChar char="•"/>
          </a:pPr>
          <a:r>
            <a:rPr lang="en-US" sz="1400" i="1" kern="1200"/>
            <a:t>Did they have any measures you could use?</a:t>
          </a:r>
          <a:endParaRPr lang="en-US" sz="1400" kern="1200"/>
        </a:p>
      </dsp:txBody>
      <dsp:txXfrm>
        <a:off x="3091230" y="2379614"/>
        <a:ext cx="2504338" cy="1502603"/>
      </dsp:txXfrm>
    </dsp:sp>
    <dsp:sp modelId="{9A340C09-7921-4729-BE7F-C5F662BBC63D}">
      <dsp:nvSpPr>
        <dsp:cNvPr id="0" name=""/>
        <dsp:cNvSpPr/>
      </dsp:nvSpPr>
      <dsp:spPr>
        <a:xfrm>
          <a:off x="1263063" y="3880417"/>
          <a:ext cx="6160672" cy="545397"/>
        </a:xfrm>
        <a:custGeom>
          <a:avLst/>
          <a:gdLst/>
          <a:ahLst/>
          <a:cxnLst/>
          <a:rect l="0" t="0" r="0" b="0"/>
          <a:pathLst>
            <a:path>
              <a:moveTo>
                <a:pt x="6160672" y="0"/>
              </a:moveTo>
              <a:lnTo>
                <a:pt x="6160672" y="289798"/>
              </a:lnTo>
              <a:lnTo>
                <a:pt x="0" y="289798"/>
              </a:lnTo>
              <a:lnTo>
                <a:pt x="0" y="545397"/>
              </a:lnTo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44500">
            <a:lnSpc>
              <a:spcPct val="100000"/>
            </a:lnSpc>
            <a:spcBef>
              <a:spcPts val="0"/>
            </a:spcBef>
            <a:spcAft>
              <a:spcPts val="0"/>
            </a:spcAft>
            <a:buNone/>
          </a:pPr>
          <a:endParaRPr lang="en-US" sz="1000" kern="1200"/>
        </a:p>
      </dsp:txBody>
      <dsp:txXfrm>
        <a:off x="4188711" y="4150234"/>
        <a:ext cx="309377" cy="5765"/>
      </dsp:txXfrm>
    </dsp:sp>
    <dsp:sp modelId="{8FC4D3DA-7B63-4DE7-861D-8111F6B9780A}">
      <dsp:nvSpPr>
        <dsp:cNvPr id="0" name=""/>
        <dsp:cNvSpPr/>
      </dsp:nvSpPr>
      <dsp:spPr>
        <a:xfrm>
          <a:off x="6171567" y="2379614"/>
          <a:ext cx="2504338" cy="150260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2715" tIns="128811" rIns="122715" bIns="128811" numCol="1" spcCol="1270" anchor="t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ts val="0"/>
            </a:spcBef>
            <a:spcAft>
              <a:spcPts val="0"/>
            </a:spcAft>
            <a:buNone/>
          </a:pPr>
          <a:r>
            <a:rPr lang="en-US" sz="2400" kern="1200"/>
            <a:t>Results</a:t>
          </a:r>
        </a:p>
        <a:p>
          <a:pPr marL="114300" lvl="1" indent="-114300" algn="l" defTabSz="622300">
            <a:lnSpc>
              <a:spcPct val="100000"/>
            </a:lnSpc>
            <a:spcBef>
              <a:spcPts val="0"/>
            </a:spcBef>
            <a:spcAft>
              <a:spcPts val="0"/>
            </a:spcAft>
            <a:buChar char="•"/>
          </a:pPr>
          <a:r>
            <a:rPr lang="en-US" sz="1400" i="1" kern="1200"/>
            <a:t>Skim</a:t>
          </a:r>
          <a:endParaRPr lang="en-US" sz="1400" kern="1200"/>
        </a:p>
        <a:p>
          <a:pPr marL="114300" lvl="1" indent="-114300" algn="l" defTabSz="622300">
            <a:lnSpc>
              <a:spcPct val="100000"/>
            </a:lnSpc>
            <a:spcBef>
              <a:spcPts val="0"/>
            </a:spcBef>
            <a:spcAft>
              <a:spcPts val="0"/>
            </a:spcAft>
            <a:buChar char="•"/>
          </a:pPr>
          <a:r>
            <a:rPr lang="en-US" sz="1400" i="1" kern="1200"/>
            <a:t>Could you analyze the data differently?</a:t>
          </a:r>
          <a:endParaRPr lang="en-US" sz="1400" kern="1200"/>
        </a:p>
      </dsp:txBody>
      <dsp:txXfrm>
        <a:off x="6171567" y="2379614"/>
        <a:ext cx="2504338" cy="1502603"/>
      </dsp:txXfrm>
    </dsp:sp>
    <dsp:sp modelId="{332D3B09-018C-4084-A031-2F4C6C0817E2}">
      <dsp:nvSpPr>
        <dsp:cNvPr id="0" name=""/>
        <dsp:cNvSpPr/>
      </dsp:nvSpPr>
      <dsp:spPr>
        <a:xfrm>
          <a:off x="2513432" y="5287709"/>
          <a:ext cx="54539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45397" y="45720"/>
              </a:lnTo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44500">
            <a:lnSpc>
              <a:spcPct val="100000"/>
            </a:lnSpc>
            <a:spcBef>
              <a:spcPts val="0"/>
            </a:spcBef>
            <a:spcAft>
              <a:spcPts val="0"/>
            </a:spcAft>
            <a:buNone/>
          </a:pPr>
          <a:endParaRPr lang="en-US" sz="1000" kern="1200"/>
        </a:p>
      </dsp:txBody>
      <dsp:txXfrm>
        <a:off x="2771731" y="5330546"/>
        <a:ext cx="28799" cy="5765"/>
      </dsp:txXfrm>
    </dsp:sp>
    <dsp:sp modelId="{C8835C04-2647-49A4-9B26-41A87236DAE8}">
      <dsp:nvSpPr>
        <dsp:cNvPr id="0" name=""/>
        <dsp:cNvSpPr/>
      </dsp:nvSpPr>
      <dsp:spPr>
        <a:xfrm>
          <a:off x="10894" y="4458215"/>
          <a:ext cx="2504338" cy="1750427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2715" tIns="128811" rIns="122715" bIns="128811" numCol="1" spcCol="1270" anchor="t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ts val="0"/>
            </a:spcBef>
            <a:spcAft>
              <a:spcPts val="0"/>
            </a:spcAft>
            <a:buNone/>
          </a:pPr>
          <a:r>
            <a:rPr lang="en-US" sz="2400" kern="1200" dirty="0"/>
            <a:t>Discussion</a:t>
          </a:r>
        </a:p>
        <a:p>
          <a:pPr marL="114300" lvl="1" indent="-114300" algn="l" defTabSz="622300">
            <a:lnSpc>
              <a:spcPct val="100000"/>
            </a:lnSpc>
            <a:spcBef>
              <a:spcPts val="0"/>
            </a:spcBef>
            <a:spcAft>
              <a:spcPts val="0"/>
            </a:spcAft>
            <a:buChar char="•"/>
          </a:pPr>
          <a:r>
            <a:rPr lang="en-US" sz="1400" i="1" kern="1200"/>
            <a:t>First paragraph should quickly summarize main findings</a:t>
          </a:r>
          <a:endParaRPr lang="en-US" sz="1400" kern="1200"/>
        </a:p>
        <a:p>
          <a:pPr marL="114300" lvl="1" indent="-114300" algn="l" defTabSz="622300">
            <a:lnSpc>
              <a:spcPct val="100000"/>
            </a:lnSpc>
            <a:spcBef>
              <a:spcPts val="0"/>
            </a:spcBef>
            <a:spcAft>
              <a:spcPts val="0"/>
            </a:spcAft>
            <a:buChar char="•"/>
          </a:pPr>
          <a:r>
            <a:rPr lang="en-US" sz="1400" i="1" kern="1200" dirty="0"/>
            <a:t>Identify limitations and future directions.</a:t>
          </a:r>
          <a:endParaRPr lang="en-US" sz="1400" kern="1200" dirty="0"/>
        </a:p>
        <a:p>
          <a:pPr marL="114300" lvl="1" indent="-114300" algn="l" defTabSz="622300">
            <a:lnSpc>
              <a:spcPct val="100000"/>
            </a:lnSpc>
            <a:spcBef>
              <a:spcPts val="0"/>
            </a:spcBef>
            <a:spcAft>
              <a:spcPts val="0"/>
            </a:spcAft>
            <a:buChar char="•"/>
          </a:pPr>
          <a:r>
            <a:rPr lang="en-US" sz="1400" i="1" kern="1200"/>
            <a:t>Can you build on this?</a:t>
          </a:r>
          <a:endParaRPr lang="en-US" sz="1400" kern="1200"/>
        </a:p>
      </dsp:txBody>
      <dsp:txXfrm>
        <a:off x="10894" y="4458215"/>
        <a:ext cx="2504338" cy="1750427"/>
      </dsp:txXfrm>
    </dsp:sp>
    <dsp:sp modelId="{67B35F3F-55C1-408C-99A2-C63F7E6BAA6B}">
      <dsp:nvSpPr>
        <dsp:cNvPr id="0" name=""/>
        <dsp:cNvSpPr/>
      </dsp:nvSpPr>
      <dsp:spPr>
        <a:xfrm>
          <a:off x="5593769" y="5287709"/>
          <a:ext cx="54539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45397" y="45720"/>
              </a:lnTo>
            </a:path>
          </a:pathLst>
        </a:custGeom>
        <a:noFill/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44500">
            <a:lnSpc>
              <a:spcPct val="100000"/>
            </a:lnSpc>
            <a:spcBef>
              <a:spcPts val="0"/>
            </a:spcBef>
            <a:spcAft>
              <a:spcPts val="0"/>
            </a:spcAft>
            <a:buNone/>
          </a:pPr>
          <a:endParaRPr lang="en-US" sz="1000" kern="1200"/>
        </a:p>
      </dsp:txBody>
      <dsp:txXfrm>
        <a:off x="5852068" y="5330546"/>
        <a:ext cx="28799" cy="5765"/>
      </dsp:txXfrm>
    </dsp:sp>
    <dsp:sp modelId="{E5F79416-3109-4FE4-95B5-DDBA1418806A}">
      <dsp:nvSpPr>
        <dsp:cNvPr id="0" name=""/>
        <dsp:cNvSpPr/>
      </dsp:nvSpPr>
      <dsp:spPr>
        <a:xfrm>
          <a:off x="3091230" y="4582127"/>
          <a:ext cx="2504338" cy="150260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2715" tIns="128811" rIns="122715" bIns="128811" numCol="1" spcCol="1270" anchor="t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ts val="0"/>
            </a:spcBef>
            <a:spcAft>
              <a:spcPts val="0"/>
            </a:spcAft>
            <a:buNone/>
          </a:pPr>
          <a:r>
            <a:rPr lang="en-US" sz="2400" kern="1200"/>
            <a:t>References</a:t>
          </a:r>
        </a:p>
        <a:p>
          <a:pPr marL="114300" lvl="1" indent="-114300" algn="l" defTabSz="622300">
            <a:lnSpc>
              <a:spcPct val="100000"/>
            </a:lnSpc>
            <a:spcBef>
              <a:spcPts val="0"/>
            </a:spcBef>
            <a:spcAft>
              <a:spcPts val="0"/>
            </a:spcAft>
            <a:buChar char="•"/>
          </a:pPr>
          <a:r>
            <a:rPr lang="en-US" sz="1400" i="1" kern="1200"/>
            <a:t>Did they cite any articles which you could use?</a:t>
          </a:r>
          <a:endParaRPr lang="en-US" sz="1400" kern="1200"/>
        </a:p>
      </dsp:txBody>
      <dsp:txXfrm>
        <a:off x="3091230" y="4582127"/>
        <a:ext cx="2504338" cy="1502603"/>
      </dsp:txXfrm>
    </dsp:sp>
    <dsp:sp modelId="{225FEA3C-2EFC-452A-A8EC-C0CACF32F0C0}">
      <dsp:nvSpPr>
        <dsp:cNvPr id="0" name=""/>
        <dsp:cNvSpPr/>
      </dsp:nvSpPr>
      <dsp:spPr>
        <a:xfrm>
          <a:off x="6171567" y="4582127"/>
          <a:ext cx="2504338" cy="150260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2715" tIns="128811" rIns="122715" bIns="128811" numCol="1" spcCol="1270" anchor="t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ts val="0"/>
            </a:spcBef>
            <a:spcAft>
              <a:spcPts val="0"/>
            </a:spcAft>
            <a:buNone/>
          </a:pPr>
          <a:r>
            <a:rPr lang="en-US" sz="2400" kern="1200"/>
            <a:t>Supplemental Materials</a:t>
          </a:r>
        </a:p>
        <a:p>
          <a:pPr marL="114300" lvl="1" indent="-114300" algn="l" defTabSz="622300">
            <a:lnSpc>
              <a:spcPct val="100000"/>
            </a:lnSpc>
            <a:spcBef>
              <a:spcPts val="0"/>
            </a:spcBef>
            <a:spcAft>
              <a:spcPts val="0"/>
            </a:spcAft>
            <a:buChar char="•"/>
          </a:pPr>
          <a:r>
            <a:rPr lang="en-US" sz="1400" i="1" kern="1200"/>
            <a:t>Are the data/code available?</a:t>
          </a:r>
          <a:endParaRPr lang="en-US" sz="1400" kern="1200"/>
        </a:p>
      </dsp:txBody>
      <dsp:txXfrm>
        <a:off x="6171567" y="4582127"/>
        <a:ext cx="2504338" cy="150260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EFFA7C-7869-42DA-8FAF-7F5BA4924EA7}">
      <dsp:nvSpPr>
        <dsp:cNvPr id="0" name=""/>
        <dsp:cNvSpPr/>
      </dsp:nvSpPr>
      <dsp:spPr>
        <a:xfrm>
          <a:off x="0" y="900826"/>
          <a:ext cx="6278562" cy="166306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93513B-5A7C-4F58-88E9-40C6114C9560}">
      <dsp:nvSpPr>
        <dsp:cNvPr id="0" name=""/>
        <dsp:cNvSpPr/>
      </dsp:nvSpPr>
      <dsp:spPr>
        <a:xfrm>
          <a:off x="503077" y="1275016"/>
          <a:ext cx="914685" cy="91468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6F41B6-F195-45E3-8B78-6A0244B42256}">
      <dsp:nvSpPr>
        <dsp:cNvPr id="0" name=""/>
        <dsp:cNvSpPr/>
      </dsp:nvSpPr>
      <dsp:spPr>
        <a:xfrm>
          <a:off x="1920840" y="900826"/>
          <a:ext cx="4357721" cy="16630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6008" tIns="176008" rIns="176008" bIns="17600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Must balance practicalities with needs to sufficiently solve the problem</a:t>
          </a:r>
        </a:p>
      </dsp:txBody>
      <dsp:txXfrm>
        <a:off x="1920840" y="900826"/>
        <a:ext cx="4357721" cy="1663065"/>
      </dsp:txXfrm>
    </dsp:sp>
    <dsp:sp modelId="{98E7E820-BBCF-4BCF-AC3A-51BEEC25C39F}">
      <dsp:nvSpPr>
        <dsp:cNvPr id="0" name=""/>
        <dsp:cNvSpPr/>
      </dsp:nvSpPr>
      <dsp:spPr>
        <a:xfrm>
          <a:off x="0" y="2979658"/>
          <a:ext cx="6278562" cy="166306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C6E337-329E-4F4E-8EC3-8D77B9418881}">
      <dsp:nvSpPr>
        <dsp:cNvPr id="0" name=""/>
        <dsp:cNvSpPr/>
      </dsp:nvSpPr>
      <dsp:spPr>
        <a:xfrm>
          <a:off x="503077" y="3353847"/>
          <a:ext cx="914685" cy="91468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1DEF34-AF95-4D00-BBB0-75F100A5BBDB}">
      <dsp:nvSpPr>
        <dsp:cNvPr id="0" name=""/>
        <dsp:cNvSpPr/>
      </dsp:nvSpPr>
      <dsp:spPr>
        <a:xfrm>
          <a:off x="1920840" y="2979658"/>
          <a:ext cx="2825352" cy="16630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6008" tIns="176008" rIns="176008" bIns="17600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Should consider multiple factors in determining feasibility and finalizing problem definition</a:t>
          </a:r>
        </a:p>
      </dsp:txBody>
      <dsp:txXfrm>
        <a:off x="1920840" y="2979658"/>
        <a:ext cx="2825352" cy="1663065"/>
      </dsp:txXfrm>
    </dsp:sp>
    <dsp:sp modelId="{32E00F75-D2BE-4F84-BEF3-B4DA6055A2E3}">
      <dsp:nvSpPr>
        <dsp:cNvPr id="0" name=""/>
        <dsp:cNvSpPr/>
      </dsp:nvSpPr>
      <dsp:spPr>
        <a:xfrm>
          <a:off x="4746192" y="2979658"/>
          <a:ext cx="1532369" cy="16630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6008" tIns="176008" rIns="176008" bIns="176008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i="1" kern="1200"/>
            <a:t>Data</a:t>
          </a:r>
          <a:endParaRPr lang="en-US" sz="1400" kern="1200"/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i="1" kern="1200"/>
            <a:t>Time</a:t>
          </a:r>
          <a:endParaRPr lang="en-US" sz="1400" kern="1200"/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i="1" kern="1200"/>
            <a:t>Technology</a:t>
          </a:r>
          <a:endParaRPr lang="en-US" sz="1400" kern="1200"/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i="1" kern="1200"/>
            <a:t>Financial</a:t>
          </a:r>
          <a:endParaRPr lang="en-US" sz="1400" kern="1200"/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i="1" kern="1200"/>
            <a:t>Skills</a:t>
          </a:r>
          <a:endParaRPr lang="en-US" sz="1400" kern="1200"/>
        </a:p>
      </dsp:txBody>
      <dsp:txXfrm>
        <a:off x="4746192" y="2979658"/>
        <a:ext cx="1532369" cy="166306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8D889C-ADC7-4EE6-9608-12025F21A0D7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7E1311-BBEB-4A00-A3E2-1D6ED3B647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8248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Google Scholar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E1311-BBEB-4A00-A3E2-1D6ED3B6478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1358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library site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E1311-BBEB-4A00-A3E2-1D6ED3B6478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6186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Will expand on this in future lectures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E1311-BBEB-4A00-A3E2-1D6ED3B6478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2612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Capstone project must be feasible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E1311-BBEB-4A00-A3E2-1D6ED3B6478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7796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A0A8AE8F-8CA9-4781-8AD5-930643EC1E07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A7089E74-86C1-4F27-BFC9-124115DEE6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7219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8AE8F-8CA9-4781-8AD5-930643EC1E07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89E74-86C1-4F27-BFC9-124115DEE6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074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8AE8F-8CA9-4781-8AD5-930643EC1E07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89E74-86C1-4F27-BFC9-124115DEE6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616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8AE8F-8CA9-4781-8AD5-930643EC1E07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89E74-86C1-4F27-BFC9-124115DEE6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255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8AE8F-8CA9-4781-8AD5-930643EC1E07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89E74-86C1-4F27-BFC9-124115DEE6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721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8AE8F-8CA9-4781-8AD5-930643EC1E07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89E74-86C1-4F27-BFC9-124115DEE6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9407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8AE8F-8CA9-4781-8AD5-930643EC1E07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89E74-86C1-4F27-BFC9-124115DEE6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187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8AE8F-8CA9-4781-8AD5-930643EC1E07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A7089E74-86C1-4F27-BFC9-124115DEE6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2527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A0A8AE8F-8CA9-4781-8AD5-930643EC1E07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A7089E74-86C1-4F27-BFC9-124115DEE6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8157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8AE8F-8CA9-4781-8AD5-930643EC1E07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89E74-86C1-4F27-BFC9-124115DEE6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0141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8AE8F-8CA9-4781-8AD5-930643EC1E07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89E74-86C1-4F27-BFC9-124115DEE6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878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A0A8AE8F-8CA9-4781-8AD5-930643EC1E07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A7089E74-86C1-4F27-BFC9-124115DEE6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219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cholar.google.com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library.harrisburgu.edu/home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library@harrisburgu.edu" TargetMode="External"/><Relationship Id="rId4" Type="http://schemas.openxmlformats.org/officeDocument/2006/relationships/hyperlink" Target="https://library.harrisburgu.edu/home/services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paperswithcode.com/" TargetMode="External"/><Relationship Id="rId2" Type="http://schemas.openxmlformats.org/officeDocument/2006/relationships/hyperlink" Target="https://arxiv.org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kaggle.com/" TargetMode="External"/><Relationship Id="rId5" Type="http://schemas.openxmlformats.org/officeDocument/2006/relationships/hyperlink" Target="https://github.com/" TargetMode="External"/><Relationship Id="rId4" Type="http://schemas.openxmlformats.org/officeDocument/2006/relationships/hyperlink" Target="https://huggingface.co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zotero.org/" TargetMode="External"/><Relationship Id="rId4" Type="http://schemas.openxmlformats.org/officeDocument/2006/relationships/image" Target="../media/image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Problem Definition</a:t>
            </a:r>
            <a:endParaRPr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BA8C77-A38C-4DB3-2FE9-1111588BE9F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GRAD 695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1CCD5EF-766D-43B9-A25D-19122E5FB1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7" y="643467"/>
            <a:ext cx="10905065" cy="1989682"/>
          </a:xfrm>
          <a:prstGeom prst="rect">
            <a:avLst/>
          </a:prstGeom>
          <a:solidFill>
            <a:schemeClr val="accent1"/>
          </a:solidFill>
          <a:ln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D9699C9-77F1-4E33-A750-CB78C7EA29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6195" y="806204"/>
            <a:ext cx="10579608" cy="1664208"/>
          </a:xfrm>
          <a:prstGeom prst="rect">
            <a:avLst/>
          </a:prstGeom>
          <a:noFill/>
          <a:ln cap="sq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CC7BFD4-7EF4-957D-5312-C0BE70296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1846" y="1059736"/>
            <a:ext cx="10040233" cy="122813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Triangulation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2C6702E-6040-AA64-4BBD-0D473E27CE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1846" y="2973313"/>
            <a:ext cx="10040233" cy="3634316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Just because you can do something doesn’t mean you should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One key skill of a data analyst is to be able to properly define a problem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Good problem definition includes:</a:t>
            </a:r>
          </a:p>
          <a:p>
            <a:pPr marL="1005840" lvl="2" indent="-457200">
              <a:buFont typeface="+mj-lt"/>
              <a:buAutoNum type="arabicPeriod"/>
            </a:pPr>
            <a:r>
              <a:rPr lang="en-US" sz="2400" dirty="0"/>
              <a:t> Clear goal for work</a:t>
            </a:r>
          </a:p>
          <a:p>
            <a:pPr marL="1005840" lvl="2" indent="-457200">
              <a:buFont typeface="+mj-lt"/>
              <a:buAutoNum type="arabicPeriod"/>
            </a:pPr>
            <a:r>
              <a:rPr lang="en-US" sz="2400" dirty="0"/>
              <a:t> Review and understanding of existing work</a:t>
            </a:r>
          </a:p>
          <a:p>
            <a:pPr marL="1005840" lvl="2" indent="-457200">
              <a:buFont typeface="+mj-lt"/>
              <a:buAutoNum type="arabicPeriod"/>
            </a:pPr>
            <a:r>
              <a:rPr lang="en-US" sz="2400" dirty="0"/>
              <a:t> Resources needed (such as data, tools, </a:t>
            </a:r>
            <a:r>
              <a:rPr lang="en-US" sz="2400" dirty="0" err="1"/>
              <a:t>etc</a:t>
            </a:r>
            <a:r>
              <a:rPr lang="en-US" sz="2400" dirty="0"/>
              <a:t>)</a:t>
            </a:r>
          </a:p>
          <a:p>
            <a:pPr marL="1005840" lvl="2" indent="-457200">
              <a:buFont typeface="+mj-lt"/>
              <a:buAutoNum type="arabicPeriod"/>
            </a:pPr>
            <a:r>
              <a:rPr lang="en-US" sz="2400" dirty="0"/>
              <a:t> Scope of problem and solution</a:t>
            </a:r>
          </a:p>
          <a:p>
            <a:pPr marL="1005840" lvl="2" indent="-457200">
              <a:buFont typeface="+mj-lt"/>
              <a:buAutoNum type="arabicPeriod"/>
            </a:pPr>
            <a:r>
              <a:rPr lang="en-US" sz="2400" dirty="0"/>
              <a:t>Desired outputs/outcomes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sz="2800" dirty="0"/>
          </a:p>
          <a:p>
            <a:pPr>
              <a:buFont typeface="Wingdings" panose="05000000000000000000" pitchFamily="2" charset="2"/>
              <a:buChar char="Ø"/>
            </a:pPr>
            <a:endParaRPr lang="en-US" sz="2800" dirty="0"/>
          </a:p>
          <a:p>
            <a:pPr>
              <a:buFont typeface="Wingdings" panose="05000000000000000000" pitchFamily="2" charset="2"/>
              <a:buChar char="Ø"/>
            </a:pPr>
            <a:endParaRPr lang="en-US" sz="2800" dirty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7613938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D6F6937-3B5A-4391-9F37-58A571B36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08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661C9E-FF11-40CE-2C91-780C2AC42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936711"/>
            <a:ext cx="2988265" cy="4984578"/>
          </a:xfrm>
        </p:spPr>
        <p:txBody>
          <a:bodyPr>
            <a:normAutofit/>
          </a:bodyPr>
          <a:lstStyle/>
          <a:p>
            <a:r>
              <a:rPr lang="en-US" sz="4400">
                <a:solidFill>
                  <a:srgbClr val="FFFFFF"/>
                </a:solidFill>
              </a:rPr>
              <a:t>Reviewing Existing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B30605-5C03-9DBF-4141-4232FCD43E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4389" y="936711"/>
            <a:ext cx="6815992" cy="4984578"/>
          </a:xfrm>
        </p:spPr>
        <p:txBody>
          <a:bodyPr anchor="ctr"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3200" dirty="0"/>
              <a:t>Nothing is completely new or novel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200" dirty="0"/>
              <a:t>Most data analytic problems are a matter of incremental change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200" dirty="0"/>
              <a:t>Must find what is known about your topic and if anyone has made progress or already solved the problem you’ve identified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200" dirty="0"/>
              <a:t>Two potential sources of existing work</a:t>
            </a:r>
          </a:p>
          <a:p>
            <a:pPr lvl="1" indent="0">
              <a:buFont typeface="Wingdings" panose="05000000000000000000" pitchFamily="2" charset="2"/>
              <a:buChar char="Ø"/>
            </a:pPr>
            <a:r>
              <a:rPr lang="en-US" sz="3200" dirty="0"/>
              <a:t>Academic/Open-source</a:t>
            </a:r>
          </a:p>
          <a:p>
            <a:pPr lvl="1" indent="0">
              <a:buFont typeface="Wingdings" panose="05000000000000000000" pitchFamily="2" charset="2"/>
              <a:buChar char="Ø"/>
            </a:pPr>
            <a:r>
              <a:rPr lang="en-US" sz="3200" dirty="0"/>
              <a:t>Commercial/Propriety 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6489746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3125" y="499533"/>
            <a:ext cx="6562726" cy="1658198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>
                <a:solidFill>
                  <a:srgbClr val="853E76"/>
                </a:solidFill>
              </a:rPr>
              <a:t>Keyword List</a:t>
            </a:r>
          </a:p>
        </p:txBody>
      </p:sp>
      <p:pic>
        <p:nvPicPr>
          <p:cNvPr id="5" name="Picture 4" descr="Sticky notes on a wall">
            <a:extLst>
              <a:ext uri="{FF2B5EF4-FFF2-40B4-BE49-F238E27FC236}">
                <a16:creationId xmlns:a16="http://schemas.microsoft.com/office/drawing/2014/main" id="{A17706B8-D37D-27E3-E97F-9BAF2738316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153" r="29416" b="1"/>
          <a:stretch/>
        </p:blipFill>
        <p:spPr>
          <a:xfrm>
            <a:off x="20" y="-6418"/>
            <a:ext cx="4077443" cy="6864418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02557" y="2011680"/>
            <a:ext cx="6428994" cy="4704806"/>
          </a:xfrm>
        </p:spPr>
        <p:txBody>
          <a:bodyPr>
            <a:normAutofit/>
          </a:bodyPr>
          <a:lstStyle/>
          <a:p>
            <a:pPr lvl="1">
              <a:buFont typeface="Wingdings" panose="05000000000000000000" pitchFamily="2" charset="2"/>
              <a:buChar char="Ø"/>
            </a:pPr>
            <a:r>
              <a:rPr sz="2800" dirty="0"/>
              <a:t>To effectively find articles</a:t>
            </a:r>
            <a:r>
              <a:rPr lang="en-US" sz="2800" dirty="0"/>
              <a:t> and past work</a:t>
            </a:r>
            <a:r>
              <a:rPr sz="2800" dirty="0"/>
              <a:t>, need to think about the keywords that reflect your topic of interest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sz="2800" dirty="0"/>
              <a:t>Write down your topic (e.g. social media marketing)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sz="2800" dirty="0"/>
              <a:t>Write down synonymous words for the main construct in your topic (e.g. </a:t>
            </a:r>
            <a:r>
              <a:rPr sz="2800" dirty="0" err="1"/>
              <a:t>instagram</a:t>
            </a:r>
            <a:r>
              <a:rPr sz="2800" dirty="0"/>
              <a:t> marketing. social media advertising)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sz="2800" dirty="0"/>
              <a:t>Write down related variables to your constructs (e.g. online marketing, targeted social media)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1CCD5EF-766D-43B9-A25D-19122E5FB1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8" y="643467"/>
            <a:ext cx="4010828" cy="5571066"/>
          </a:xfrm>
          <a:prstGeom prst="rect">
            <a:avLst/>
          </a:prstGeom>
          <a:solidFill>
            <a:schemeClr val="accent1"/>
          </a:solidFill>
          <a:ln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D9699C9-77F1-4E33-A750-CB78C7EA29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6194" y="809244"/>
            <a:ext cx="3685032" cy="5239512"/>
          </a:xfrm>
          <a:prstGeom prst="rect">
            <a:avLst/>
          </a:prstGeom>
          <a:noFill/>
          <a:ln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1292" y="1031634"/>
            <a:ext cx="3368431" cy="4844777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>
                <a:solidFill>
                  <a:srgbClr val="FFFFFF"/>
                </a:solidFill>
              </a:rPr>
              <a:t>Google Scholar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89791" y="1031634"/>
            <a:ext cx="6140590" cy="4746232"/>
          </a:xfrm>
        </p:spPr>
        <p:txBody>
          <a:bodyPr anchor="ctr">
            <a:normAutofit/>
          </a:bodyPr>
          <a:lstStyle/>
          <a:p>
            <a:pPr lvl="1" indent="0">
              <a:buFont typeface="Wingdings" panose="05000000000000000000" pitchFamily="2" charset="2"/>
              <a:buChar char="Ø"/>
            </a:pPr>
            <a:r>
              <a:rPr sz="2800" dirty="0"/>
              <a:t>Good first place to begin your search</a:t>
            </a:r>
          </a:p>
          <a:p>
            <a:pPr lvl="1" indent="0">
              <a:buFont typeface="Wingdings" panose="05000000000000000000" pitchFamily="2" charset="2"/>
              <a:buChar char="Ø"/>
            </a:pPr>
            <a:r>
              <a:rPr sz="2800" dirty="0">
                <a:hlinkClick r:id="rId3"/>
              </a:rPr>
              <a:t>Google Scholar</a:t>
            </a:r>
          </a:p>
          <a:p>
            <a:pPr lvl="1" indent="0">
              <a:buFont typeface="Wingdings" panose="05000000000000000000" pitchFamily="2" charset="2"/>
              <a:buChar char="Ø"/>
            </a:pPr>
            <a:r>
              <a:rPr sz="2800" dirty="0"/>
              <a:t>At the beginning, look for review articles and book chapters</a:t>
            </a:r>
          </a:p>
          <a:p>
            <a:pPr lvl="1" indent="0">
              <a:buFont typeface="Wingdings" panose="05000000000000000000" pitchFamily="2" charset="2"/>
              <a:buChar char="Ø"/>
            </a:pPr>
            <a:r>
              <a:rPr sz="2800" dirty="0"/>
              <a:t>If you find one relevant articles, check its:</a:t>
            </a:r>
          </a:p>
          <a:p>
            <a:pPr lvl="2" indent="0">
              <a:buFont typeface="Wingdings" panose="05000000000000000000" pitchFamily="2" charset="2"/>
              <a:buChar char="Ø"/>
            </a:pPr>
            <a:r>
              <a:rPr sz="2400" dirty="0"/>
              <a:t>Bibliography</a:t>
            </a:r>
          </a:p>
          <a:p>
            <a:pPr lvl="2" indent="0">
              <a:buFont typeface="Wingdings" panose="05000000000000000000" pitchFamily="2" charset="2"/>
              <a:buChar char="Ø"/>
            </a:pPr>
            <a:r>
              <a:rPr sz="2400" dirty="0"/>
              <a:t>Cited By</a:t>
            </a:r>
          </a:p>
          <a:p>
            <a:pPr lvl="2" indent="0">
              <a:buFont typeface="Wingdings" panose="05000000000000000000" pitchFamily="2" charset="2"/>
              <a:buChar char="Ø"/>
            </a:pPr>
            <a:r>
              <a:rPr sz="2400" dirty="0"/>
              <a:t>Keywords</a:t>
            </a:r>
          </a:p>
          <a:p>
            <a:pPr lvl="2" indent="0">
              <a:buFont typeface="Wingdings" panose="05000000000000000000" pitchFamily="2" charset="2"/>
              <a:buChar char="Ø"/>
            </a:pPr>
            <a:r>
              <a:rPr sz="2400" dirty="0"/>
              <a:t>Authors’ Other Work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1CCD5EF-766D-43B9-A25D-19122E5FB1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8" y="643467"/>
            <a:ext cx="4010828" cy="5571066"/>
          </a:xfrm>
          <a:prstGeom prst="rect">
            <a:avLst/>
          </a:prstGeom>
          <a:solidFill>
            <a:schemeClr val="accent1"/>
          </a:solidFill>
          <a:ln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D9699C9-77F1-4E33-A750-CB78C7EA29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6194" y="809244"/>
            <a:ext cx="3685032" cy="5239512"/>
          </a:xfrm>
          <a:prstGeom prst="rect">
            <a:avLst/>
          </a:prstGeom>
          <a:noFill/>
          <a:ln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1292" y="1031634"/>
            <a:ext cx="3368431" cy="4844777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>
                <a:solidFill>
                  <a:srgbClr val="FFFFFF"/>
                </a:solidFill>
              </a:rPr>
              <a:t>HU Library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89791" y="1031634"/>
            <a:ext cx="6140590" cy="4746232"/>
          </a:xfrm>
        </p:spPr>
        <p:txBody>
          <a:bodyPr anchor="ctr">
            <a:normAutofit/>
          </a:bodyPr>
          <a:lstStyle/>
          <a:p>
            <a:pPr lvl="1" indent="0">
              <a:buFont typeface="Wingdings" panose="05000000000000000000" pitchFamily="2" charset="2"/>
              <a:buChar char="Ø"/>
            </a:pPr>
            <a:r>
              <a:rPr sz="2800" dirty="0"/>
              <a:t>Useful as you begin to narrow and focus your search</a:t>
            </a:r>
          </a:p>
          <a:p>
            <a:pPr lvl="1" indent="0">
              <a:buFont typeface="Wingdings" panose="05000000000000000000" pitchFamily="2" charset="2"/>
              <a:buChar char="Ø"/>
            </a:pPr>
            <a:r>
              <a:rPr sz="2800" dirty="0">
                <a:hlinkClick r:id="rId3"/>
              </a:rPr>
              <a:t>HU Library</a:t>
            </a:r>
          </a:p>
          <a:p>
            <a:pPr lvl="1" indent="0">
              <a:buFont typeface="Wingdings" panose="05000000000000000000" pitchFamily="2" charset="2"/>
              <a:buChar char="Ø"/>
            </a:pPr>
            <a:r>
              <a:rPr sz="2800" dirty="0"/>
              <a:t>Interlibrary loan great resource for hard to find sources</a:t>
            </a:r>
          </a:p>
          <a:p>
            <a:pPr lvl="2" indent="0">
              <a:buFont typeface="Wingdings" panose="05000000000000000000" pitchFamily="2" charset="2"/>
              <a:buChar char="Ø"/>
            </a:pPr>
            <a:r>
              <a:rPr sz="2400" dirty="0"/>
              <a:t>Note it can take up to a week</a:t>
            </a:r>
          </a:p>
          <a:p>
            <a:pPr lvl="2" indent="0">
              <a:buFont typeface="Wingdings" panose="05000000000000000000" pitchFamily="2" charset="2"/>
              <a:buChar char="Ø"/>
            </a:pPr>
            <a:r>
              <a:rPr sz="2400" dirty="0">
                <a:hlinkClick r:id="rId4"/>
              </a:rPr>
              <a:t>Interlibrary Loan</a:t>
            </a:r>
          </a:p>
          <a:p>
            <a:pPr lvl="1" indent="0">
              <a:buFont typeface="Wingdings" panose="05000000000000000000" pitchFamily="2" charset="2"/>
              <a:buChar char="Ø"/>
            </a:pPr>
            <a:r>
              <a:rPr sz="2800" dirty="0"/>
              <a:t>Don’t hesitate to reach out to librarians for help</a:t>
            </a:r>
          </a:p>
          <a:p>
            <a:pPr lvl="2" indent="0">
              <a:buFont typeface="Wingdings" panose="05000000000000000000" pitchFamily="2" charset="2"/>
              <a:buChar char="Ø"/>
            </a:pPr>
            <a:r>
              <a:rPr sz="2400" dirty="0">
                <a:hlinkClick r:id="rId5"/>
              </a:rPr>
              <a:t>library@harrisburgu.edu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1CCD5EF-766D-43B9-A25D-19122E5FB1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8" y="643467"/>
            <a:ext cx="4010828" cy="5571066"/>
          </a:xfrm>
          <a:prstGeom prst="rect">
            <a:avLst/>
          </a:prstGeom>
          <a:solidFill>
            <a:schemeClr val="accent1"/>
          </a:solidFill>
          <a:ln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D9699C9-77F1-4E33-A750-CB78C7EA29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6194" y="809244"/>
            <a:ext cx="3685032" cy="5239512"/>
          </a:xfrm>
          <a:prstGeom prst="rect">
            <a:avLst/>
          </a:prstGeom>
          <a:noFill/>
          <a:ln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60F7BB-75DB-B9B5-680E-66228D40A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1292" y="1031634"/>
            <a:ext cx="3368431" cy="4844777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Other 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53F384-FD47-9DF7-CEAF-E97239A4A5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9791" y="809244"/>
            <a:ext cx="6140590" cy="5591556"/>
          </a:xfrm>
        </p:spPr>
        <p:txBody>
          <a:bodyPr anchor="ctr">
            <a:normAutofit/>
          </a:bodyPr>
          <a:lstStyle/>
          <a:p>
            <a:pPr indent="0">
              <a:buFont typeface="Wingdings" panose="05000000000000000000" pitchFamily="2" charset="2"/>
              <a:buChar char="Ø"/>
            </a:pPr>
            <a:r>
              <a:rPr lang="en-US" dirty="0"/>
              <a:t>Useful for establishing model performance and benchmarks</a:t>
            </a:r>
          </a:p>
          <a:p>
            <a:pPr indent="0">
              <a:buFont typeface="Wingdings" panose="05000000000000000000" pitchFamily="2" charset="2"/>
              <a:buChar char="Ø"/>
            </a:pPr>
            <a:r>
              <a:rPr lang="en-US" dirty="0"/>
              <a:t>Pre-print Archives and Repositories</a:t>
            </a:r>
          </a:p>
          <a:p>
            <a:pPr lvl="1" indent="0">
              <a:buFont typeface="Wingdings" panose="05000000000000000000" pitchFamily="2" charset="2"/>
              <a:buChar char="Ø"/>
            </a:pPr>
            <a:r>
              <a:rPr lang="en-US" dirty="0"/>
              <a:t>Open-source repository of scientific reports and articles, </a:t>
            </a:r>
            <a:r>
              <a:rPr lang="en-US" dirty="0">
                <a:hlinkClick r:id="rId2"/>
              </a:rPr>
              <a:t>https://arxiv.org/</a:t>
            </a:r>
            <a:r>
              <a:rPr lang="en-US" dirty="0"/>
              <a:t> </a:t>
            </a:r>
          </a:p>
          <a:p>
            <a:pPr lvl="1" indent="0">
              <a:buFont typeface="Wingdings" panose="05000000000000000000" pitchFamily="2" charset="2"/>
              <a:buChar char="Ø"/>
            </a:pPr>
            <a:r>
              <a:rPr lang="en-US" dirty="0"/>
              <a:t>Papers with Code, </a:t>
            </a:r>
            <a:r>
              <a:rPr lang="en-US" dirty="0">
                <a:hlinkClick r:id="rId3"/>
              </a:rPr>
              <a:t>https://paperswithcode.com/</a:t>
            </a:r>
            <a:r>
              <a:rPr lang="en-US" dirty="0"/>
              <a:t> </a:t>
            </a:r>
          </a:p>
          <a:p>
            <a:pPr indent="0">
              <a:buFont typeface="Wingdings" panose="05000000000000000000" pitchFamily="2" charset="2"/>
              <a:buChar char="Ø"/>
            </a:pPr>
            <a:r>
              <a:rPr lang="en-US" dirty="0"/>
              <a:t>Repositories of Models and Tools</a:t>
            </a:r>
          </a:p>
          <a:p>
            <a:pPr lvl="1" indent="0">
              <a:buFont typeface="Wingdings" panose="05000000000000000000" pitchFamily="2" charset="2"/>
              <a:buChar char="Ø"/>
            </a:pPr>
            <a:r>
              <a:rPr lang="en-US" dirty="0" err="1"/>
              <a:t>HuggingFace</a:t>
            </a:r>
            <a:r>
              <a:rPr lang="en-US" dirty="0"/>
              <a:t>, </a:t>
            </a:r>
            <a:r>
              <a:rPr lang="en-US" dirty="0">
                <a:hlinkClick r:id="rId4"/>
              </a:rPr>
              <a:t>https://huggingface.co/</a:t>
            </a:r>
            <a:r>
              <a:rPr lang="en-US" dirty="0"/>
              <a:t> </a:t>
            </a:r>
          </a:p>
          <a:p>
            <a:pPr lvl="1" indent="0">
              <a:buFont typeface="Wingdings" panose="05000000000000000000" pitchFamily="2" charset="2"/>
              <a:buChar char="Ø"/>
            </a:pPr>
            <a:r>
              <a:rPr lang="en-US" dirty="0"/>
              <a:t>GitHub, </a:t>
            </a:r>
            <a:r>
              <a:rPr lang="en-US" dirty="0">
                <a:hlinkClick r:id="rId5"/>
              </a:rPr>
              <a:t>https://github.com/</a:t>
            </a:r>
            <a:r>
              <a:rPr lang="en-US" dirty="0"/>
              <a:t> </a:t>
            </a:r>
          </a:p>
          <a:p>
            <a:pPr lvl="1" indent="0">
              <a:buFont typeface="Wingdings" panose="05000000000000000000" pitchFamily="2" charset="2"/>
              <a:buChar char="Ø"/>
            </a:pPr>
            <a:r>
              <a:rPr lang="en-US" dirty="0"/>
              <a:t>Kaggle, </a:t>
            </a:r>
            <a:r>
              <a:rPr lang="en-US" dirty="0">
                <a:hlinkClick r:id="rId6"/>
              </a:rPr>
              <a:t>https://www.kaggle.com/</a:t>
            </a:r>
            <a:r>
              <a:rPr lang="en-US" dirty="0"/>
              <a:t> </a:t>
            </a:r>
          </a:p>
          <a:p>
            <a:pPr indent="0">
              <a:buFont typeface="Wingdings" panose="05000000000000000000" pitchFamily="2" charset="2"/>
              <a:buChar char="Ø"/>
            </a:pPr>
            <a:r>
              <a:rPr lang="en-US" dirty="0"/>
              <a:t>Use only models and tools that are well-documented and appropriate for your problem</a:t>
            </a:r>
          </a:p>
        </p:txBody>
      </p:sp>
    </p:spTree>
    <p:extLst>
      <p:ext uri="{BB962C8B-B14F-4D97-AF65-F5344CB8AC3E}">
        <p14:creationId xmlns:p14="http://schemas.microsoft.com/office/powerpoint/2010/main" val="2649365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8E7CFAA6-1DBB-43B0-BD82-2FB83CF4E4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585335"/>
            <a:ext cx="2884714" cy="5695722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6000" dirty="0">
                <a:solidFill>
                  <a:srgbClr val="FFFFFF"/>
                </a:solidFill>
              </a:rPr>
              <a:t>Reading Articles and Reports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1CA4C76-945D-21CA-6545-5C673F5828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92024487"/>
              </p:ext>
            </p:extLst>
          </p:nvPr>
        </p:nvGraphicFramePr>
        <p:xfrm>
          <a:off x="3135087" y="152400"/>
          <a:ext cx="8686800" cy="65096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CA0ED-9C80-0E95-0F25-1283C0FCF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</p:spPr>
        <p:txBody>
          <a:bodyPr>
            <a:normAutofit/>
          </a:bodyPr>
          <a:lstStyle/>
          <a:p>
            <a:r>
              <a:rPr lang="en-US" dirty="0"/>
              <a:t>Writing</a:t>
            </a:r>
          </a:p>
        </p:txBody>
      </p:sp>
      <p:pic>
        <p:nvPicPr>
          <p:cNvPr id="7" name="Graphic 6" descr="Open Book">
            <a:extLst>
              <a:ext uri="{FF2B5EF4-FFF2-40B4-BE49-F238E27FC236}">
                <a16:creationId xmlns:a16="http://schemas.microsoft.com/office/drawing/2014/main" id="{3E0E14E9-28F1-4D8E-0DCB-4A60A4EA11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9051" y="2104216"/>
            <a:ext cx="3383936" cy="3383936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E9758-3616-6FA6-DE37-9896A36BE6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1336" y="936172"/>
            <a:ext cx="6789044" cy="4841694"/>
          </a:xfrm>
        </p:spPr>
        <p:txBody>
          <a:bodyPr>
            <a:normAutofit/>
          </a:bodyPr>
          <a:lstStyle/>
          <a:p>
            <a:pPr indent="0">
              <a:buFont typeface="Wingdings" panose="05000000000000000000" pitchFamily="2" charset="2"/>
              <a:buChar char="Ø"/>
            </a:pPr>
            <a:r>
              <a:rPr lang="en-US" sz="2000" dirty="0"/>
              <a:t>Majority of the course will be writing</a:t>
            </a:r>
          </a:p>
          <a:p>
            <a:pPr indent="0">
              <a:buFont typeface="Wingdings" panose="05000000000000000000" pitchFamily="2" charset="2"/>
              <a:buChar char="Ø"/>
            </a:pPr>
            <a:r>
              <a:rPr lang="en-US" sz="2000" dirty="0"/>
              <a:t>First step is writing summaries and notes from your reading to use later</a:t>
            </a:r>
          </a:p>
          <a:p>
            <a:pPr indent="0">
              <a:buFont typeface="Wingdings" panose="05000000000000000000" pitchFamily="2" charset="2"/>
              <a:buChar char="Ø"/>
            </a:pPr>
            <a:r>
              <a:rPr lang="en-US" sz="2000" dirty="0"/>
              <a:t>As you read, make notes on important points</a:t>
            </a:r>
          </a:p>
          <a:p>
            <a:pPr lvl="1" indent="0">
              <a:buFont typeface="Wingdings" panose="05000000000000000000" pitchFamily="2" charset="2"/>
              <a:buChar char="Ø"/>
            </a:pPr>
            <a:r>
              <a:rPr lang="en-US" sz="2000" dirty="0"/>
              <a:t>Doesn’t have to be full sentences</a:t>
            </a:r>
          </a:p>
          <a:p>
            <a:pPr lvl="1" indent="0">
              <a:buFont typeface="Wingdings" panose="05000000000000000000" pitchFamily="2" charset="2"/>
              <a:buChar char="Ø"/>
            </a:pPr>
            <a:r>
              <a:rPr lang="en-US" sz="2000" dirty="0"/>
              <a:t>Shouldn’t be overly detailed</a:t>
            </a:r>
          </a:p>
          <a:p>
            <a:pPr lvl="1" indent="0">
              <a:buFont typeface="Wingdings" panose="05000000000000000000" pitchFamily="2" charset="2"/>
              <a:buChar char="Ø"/>
            </a:pPr>
            <a:r>
              <a:rPr lang="en-US" sz="2000" dirty="0"/>
              <a:t>Write down in one sentence the main conclusion</a:t>
            </a:r>
          </a:p>
          <a:p>
            <a:pPr lvl="1" indent="0">
              <a:buFont typeface="Wingdings" panose="05000000000000000000" pitchFamily="2" charset="2"/>
              <a:buChar char="Ø"/>
            </a:pPr>
            <a:r>
              <a:rPr lang="en-US" sz="2000" dirty="0"/>
              <a:t>Also add anything that could potential strength the argument for your study</a:t>
            </a:r>
          </a:p>
          <a:p>
            <a:pPr lvl="2" indent="0">
              <a:buFont typeface="Wingdings" panose="05000000000000000000" pitchFamily="2" charset="2"/>
              <a:buChar char="Ø"/>
            </a:pPr>
            <a:r>
              <a:rPr lang="en-US" dirty="0"/>
              <a:t>Limitations, Weaknesses, Critiques, Future Directions, Methods/Data to use</a:t>
            </a:r>
          </a:p>
          <a:p>
            <a:pPr indent="0">
              <a:buFont typeface="Wingdings" panose="05000000000000000000" pitchFamily="2" charset="2"/>
              <a:buChar char="Ø"/>
            </a:pPr>
            <a:r>
              <a:rPr lang="en-US" sz="2000" dirty="0"/>
              <a:t>One tool to assist in managing articles and sources is Zotero, </a:t>
            </a:r>
            <a:r>
              <a:rPr lang="en-US" sz="2000" dirty="0">
                <a:hlinkClick r:id="rId5"/>
              </a:rPr>
              <a:t>https://www.zotero.org/</a:t>
            </a:r>
            <a:r>
              <a:rPr lang="en-US" sz="2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182493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3125" y="499533"/>
            <a:ext cx="6562726" cy="1658198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dirty="0"/>
              <a:t>Defining Project Scope</a:t>
            </a:r>
            <a:endParaRPr dirty="0"/>
          </a:p>
        </p:txBody>
      </p:sp>
      <p:pic>
        <p:nvPicPr>
          <p:cNvPr id="7" name="Graphic 6" descr="Magnifying glass">
            <a:extLst>
              <a:ext uri="{FF2B5EF4-FFF2-40B4-BE49-F238E27FC236}">
                <a16:creationId xmlns:a16="http://schemas.microsoft.com/office/drawing/2014/main" id="{7A863B54-C6E6-118C-6C26-6B5DB0AE49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8985" y="1703445"/>
            <a:ext cx="3448478" cy="3448478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02557" y="2011680"/>
            <a:ext cx="6428994" cy="4247606"/>
          </a:xfrm>
        </p:spPr>
        <p:txBody>
          <a:bodyPr>
            <a:normAutofit/>
          </a:bodyPr>
          <a:lstStyle/>
          <a:p>
            <a:pPr lvl="1" indent="0">
              <a:buFont typeface="Wingdings" panose="05000000000000000000" pitchFamily="2" charset="2"/>
              <a:buChar char="Ø"/>
            </a:pPr>
            <a:r>
              <a:rPr lang="en-US" dirty="0"/>
              <a:t>Responsible, best practices approach to data science research should clearly and realistically define the boundaries of the problem and solution</a:t>
            </a:r>
          </a:p>
          <a:p>
            <a:pPr lvl="1" indent="0">
              <a:buFont typeface="Wingdings" panose="05000000000000000000" pitchFamily="2" charset="2"/>
              <a:buChar char="Ø"/>
            </a:pPr>
            <a:r>
              <a:rPr lang="en-US" dirty="0"/>
              <a:t>Projects with larger scopes are generally more challenging and resource intensive</a:t>
            </a:r>
          </a:p>
          <a:p>
            <a:pPr lvl="1" indent="0">
              <a:buFont typeface="Wingdings" panose="05000000000000000000" pitchFamily="2" charset="2"/>
              <a:buChar char="Ø"/>
            </a:pPr>
            <a:r>
              <a:rPr lang="en-US" dirty="0"/>
              <a:t>Projects with more narrow scopes may be solvable with less resources and simpler methods</a:t>
            </a:r>
          </a:p>
          <a:p>
            <a:pPr lvl="1" indent="0">
              <a:buFont typeface="Wingdings" panose="05000000000000000000" pitchFamily="2" charset="2"/>
              <a:buChar char="Ø"/>
            </a:pPr>
            <a:r>
              <a:rPr lang="en-US" dirty="0"/>
              <a:t>Clear scope of research helps determine best approach as well as data and other resources needed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E7CFAA6-1DBB-43B0-BD82-2FB83CF4E4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6299" y="639763"/>
            <a:ext cx="3947998" cy="5492750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5100">
                <a:solidFill>
                  <a:srgbClr val="FFFFFF"/>
                </a:solidFill>
              </a:rPr>
              <a:t>Sampling and Generalizability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E13708B-D2E3-41E3-BD49-F910056473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71323" y="2211346"/>
            <a:ext cx="0" cy="2349584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88349" y="457200"/>
            <a:ext cx="6142032" cy="5965371"/>
          </a:xfrm>
        </p:spPr>
        <p:txBody>
          <a:bodyPr anchor="ctr">
            <a:normAutofit lnSpcReduction="10000"/>
          </a:bodyPr>
          <a:lstStyle/>
          <a:p>
            <a:pPr lvl="1" indent="0">
              <a:buFont typeface="Wingdings" panose="05000000000000000000" pitchFamily="2" charset="2"/>
              <a:buChar char="Ø"/>
            </a:pPr>
            <a:r>
              <a:rPr lang="en-US" dirty="0"/>
              <a:t>A population is the group of entities that your study covers</a:t>
            </a:r>
          </a:p>
          <a:p>
            <a:pPr lvl="2" indent="0">
              <a:buFont typeface="Wingdings" panose="05000000000000000000" pitchFamily="2" charset="2"/>
              <a:buChar char="Ø"/>
            </a:pPr>
            <a:r>
              <a:rPr lang="en-US" sz="2400" dirty="0"/>
              <a:t>Demonstrates the scope that your analysis can be generalized to</a:t>
            </a:r>
          </a:p>
          <a:p>
            <a:pPr lvl="1" indent="0">
              <a:buFont typeface="Wingdings" panose="05000000000000000000" pitchFamily="2" charset="2"/>
              <a:buChar char="Ø"/>
            </a:pPr>
            <a:r>
              <a:rPr lang="en-US" dirty="0"/>
              <a:t>A sample is a subset of a population that is used in your analysis</a:t>
            </a:r>
          </a:p>
          <a:p>
            <a:pPr lvl="2" indent="0">
              <a:buFont typeface="Wingdings" panose="05000000000000000000" pitchFamily="2" charset="2"/>
              <a:buChar char="Ø"/>
            </a:pPr>
            <a:r>
              <a:rPr lang="en-US" sz="2400" dirty="0"/>
              <a:t>Represents your actual data</a:t>
            </a:r>
          </a:p>
          <a:p>
            <a:pPr lvl="1" indent="0">
              <a:buFont typeface="Wingdings" panose="05000000000000000000" pitchFamily="2" charset="2"/>
              <a:buChar char="Ø"/>
            </a:pPr>
            <a:r>
              <a:rPr lang="en-US" dirty="0"/>
              <a:t>A sample is ideally a completely random subset of the population and realistically a non-random representative subset of a population</a:t>
            </a:r>
          </a:p>
          <a:p>
            <a:pPr lvl="1" indent="0">
              <a:buFont typeface="Wingdings" panose="05000000000000000000" pitchFamily="2" charset="2"/>
              <a:buChar char="Ø"/>
            </a:pPr>
            <a:r>
              <a:rPr lang="en-US" dirty="0"/>
              <a:t>Should clearly define both the population and sample for your project as is needed to properly define the boundaries of what your research/models can be applied to</a:t>
            </a:r>
          </a:p>
          <a:p>
            <a:pPr lvl="1" indent="0">
              <a:buFont typeface="Wingdings" panose="05000000000000000000" pitchFamily="2" charset="2"/>
              <a:buChar char="Ø"/>
            </a:pPr>
            <a:r>
              <a:rPr lang="en-US" dirty="0"/>
              <a:t>Consider the breakdown of your data and whether there are sufficient cases for each category or segment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E7CFAA6-1DBB-43B0-BD82-2FB83CF4E4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6299" y="639763"/>
            <a:ext cx="3947998" cy="5492750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6000">
                <a:solidFill>
                  <a:srgbClr val="FFFFFF"/>
                </a:solidFill>
              </a:rPr>
              <a:t>Examples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E13708B-D2E3-41E3-BD49-F910056473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71323" y="2211346"/>
            <a:ext cx="0" cy="2349584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88349" y="639764"/>
            <a:ext cx="6142032" cy="5492749"/>
          </a:xfrm>
        </p:spPr>
        <p:txBody>
          <a:bodyPr anchor="ctr">
            <a:normAutofit/>
          </a:bodyPr>
          <a:lstStyle/>
          <a:p>
            <a:pPr lvl="1"/>
            <a:r>
              <a:rPr lang="en-US"/>
              <a:t>Tech industry stocks (population) studied with Apple, Google, and Microsoft stock prices from 2010 to 2020 (sample)</a:t>
            </a:r>
          </a:p>
          <a:p>
            <a:pPr lvl="1"/>
            <a:r>
              <a:rPr lang="en-US"/>
              <a:t>U.S. college students (population) studied with a random sample of 1000 undergraduate students at University of Pennsylvania (sample)</a:t>
            </a:r>
          </a:p>
          <a:p>
            <a:pPr lvl="1"/>
            <a:r>
              <a:rPr lang="en-US"/>
              <a:t>Individuals with diabetes (population) studied with a sample of 300 patients seeking treatment for diabetes at a university medical center (sample)</a:t>
            </a:r>
          </a:p>
          <a:p>
            <a:pPr lvl="1"/>
            <a:r>
              <a:rPr lang="en-US"/>
              <a:t>Mobile gaming apps (population) studied with a sample of 10000 reviews of the 10 most popular app downloads on Google Play (sample)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1CCD5EF-766D-43B9-A25D-19122E5FB1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8" y="643467"/>
            <a:ext cx="4010828" cy="5571066"/>
          </a:xfrm>
          <a:prstGeom prst="rect">
            <a:avLst/>
          </a:prstGeom>
          <a:solidFill>
            <a:schemeClr val="accent1"/>
          </a:solidFill>
          <a:ln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D9699C9-77F1-4E33-A750-CB78C7EA29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6194" y="809244"/>
            <a:ext cx="3685032" cy="5239512"/>
          </a:xfrm>
          <a:prstGeom prst="rect">
            <a:avLst/>
          </a:prstGeom>
          <a:noFill/>
          <a:ln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1292" y="1031634"/>
            <a:ext cx="3368431" cy="4844777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>
                <a:solidFill>
                  <a:srgbClr val="FFFFFF"/>
                </a:solidFill>
              </a:rPr>
              <a:t>Defining Features and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5400" y="293913"/>
            <a:ext cx="6912429" cy="6161315"/>
          </a:xfrm>
        </p:spPr>
        <p:txBody>
          <a:bodyPr anchor="ctr">
            <a:normAutofit lnSpcReduction="10000"/>
          </a:bodyPr>
          <a:lstStyle/>
          <a:p>
            <a:pPr marL="91440" lvl="1" indent="0">
              <a:buFont typeface="Wingdings" panose="05000000000000000000" pitchFamily="2" charset="2"/>
              <a:buChar char="Ø"/>
            </a:pPr>
            <a:r>
              <a:rPr lang="en-US" dirty="0"/>
              <a:t>Many problems involve processes, traits, or concepts not easily or simply quantifiable which impacts interpretability</a:t>
            </a:r>
          </a:p>
          <a:p>
            <a:pPr marL="91440" lvl="1" indent="0">
              <a:buFont typeface="Wingdings" panose="05000000000000000000" pitchFamily="2" charset="2"/>
              <a:buChar char="Ø"/>
            </a:pPr>
            <a:r>
              <a:rPr lang="en-US" dirty="0"/>
              <a:t>All measurement involves some level of error and better measurement are often more difficult/time-consuming to collect</a:t>
            </a:r>
          </a:p>
          <a:p>
            <a:pPr marL="91440" lvl="1" indent="0">
              <a:buFont typeface="Wingdings" panose="05000000000000000000" pitchFamily="2" charset="2"/>
              <a:buChar char="Ø"/>
            </a:pPr>
            <a:r>
              <a:rPr lang="en-US" dirty="0"/>
              <a:t>Choice of features/variables need to be justified using past research and/or logic</a:t>
            </a:r>
          </a:p>
          <a:p>
            <a:pPr marL="91440" lvl="1" indent="0">
              <a:buFont typeface="Wingdings" panose="05000000000000000000" pitchFamily="2" charset="2"/>
              <a:buChar char="Ø"/>
            </a:pPr>
            <a:r>
              <a:rPr lang="en-US" dirty="0"/>
              <a:t>Examples:</a:t>
            </a:r>
          </a:p>
          <a:p>
            <a:pPr marL="365760" lvl="3" indent="0">
              <a:buFont typeface="Wingdings" panose="05000000000000000000" pitchFamily="2" charset="2"/>
              <a:buChar char="Ø"/>
            </a:pPr>
            <a:r>
              <a:rPr lang="en-US" sz="2400" dirty="0"/>
              <a:t>Depression (construct) measured by psychologist’s assessment (variable)</a:t>
            </a:r>
          </a:p>
          <a:p>
            <a:pPr marL="365760" lvl="3" indent="0">
              <a:buFont typeface="Wingdings" panose="05000000000000000000" pitchFamily="2" charset="2"/>
              <a:buChar char="Ø"/>
            </a:pPr>
            <a:r>
              <a:rPr lang="en-US" sz="2400" dirty="0"/>
              <a:t>Customer satisfaction (construct) measured by 1-7 scale question of satisfaction, e.g. How satisfied were you with your experience? (variable)</a:t>
            </a:r>
          </a:p>
          <a:p>
            <a:pPr marL="365760" lvl="3" indent="0">
              <a:buFont typeface="Wingdings" panose="05000000000000000000" pitchFamily="2" charset="2"/>
              <a:buChar char="Ø"/>
            </a:pPr>
            <a:r>
              <a:rPr lang="en-US" sz="2400" dirty="0"/>
              <a:t>Company worth (construct) measured by stock price (variable) or profits (variable)</a:t>
            </a:r>
          </a:p>
          <a:p>
            <a:pPr marL="365760" lvl="3" indent="0">
              <a:buFont typeface="Wingdings" panose="05000000000000000000" pitchFamily="2" charset="2"/>
              <a:buChar char="Ø"/>
            </a:pPr>
            <a:r>
              <a:rPr lang="en-US" sz="2400" dirty="0"/>
              <a:t>Investment risk (construct) measured by money lost/gained in 1 month (variable) or variation in stock price in year (variable)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7218665-EA77-40EC-8172-4F17E2DEDB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D0E425-5B89-3A01-579A-B9B3BD6EC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9458" y="643467"/>
            <a:ext cx="3349075" cy="5584296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Determining Resource Requirements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EFBAF00-EC63-9D4B-74A7-6CF539C6903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3678333"/>
              </p:ext>
            </p:extLst>
          </p:nvPr>
        </p:nvGraphicFramePr>
        <p:xfrm>
          <a:off x="633413" y="684213"/>
          <a:ext cx="6278562" cy="55435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7660876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1CCD5EF-766D-43B9-A25D-19122E5FB1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7" y="643467"/>
            <a:ext cx="10905065" cy="1989682"/>
          </a:xfrm>
          <a:prstGeom prst="rect">
            <a:avLst/>
          </a:prstGeom>
          <a:solidFill>
            <a:schemeClr val="accent1"/>
          </a:solidFill>
          <a:ln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D9699C9-77F1-4E33-A750-CB78C7EA29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6195" y="806204"/>
            <a:ext cx="10579608" cy="1664208"/>
          </a:xfrm>
          <a:prstGeom prst="rect">
            <a:avLst/>
          </a:prstGeom>
          <a:noFill/>
          <a:ln cap="sq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1846" y="1059736"/>
            <a:ext cx="10040233" cy="1228130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>
                <a:solidFill>
                  <a:srgbClr val="FFFFFF"/>
                </a:solidFill>
              </a:rPr>
              <a:t>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1846" y="2973313"/>
            <a:ext cx="10040233" cy="2903099"/>
          </a:xfrm>
        </p:spPr>
        <p:txBody>
          <a:bodyPr>
            <a:normAutofit lnSpcReduction="10000"/>
          </a:bodyPr>
          <a:lstStyle/>
          <a:p>
            <a:pPr lvl="1">
              <a:buFont typeface="Wingdings" panose="05000000000000000000" pitchFamily="2" charset="2"/>
              <a:buChar char="Ø"/>
            </a:pPr>
            <a:r>
              <a:rPr lang="en-US" sz="2800" dirty="0"/>
              <a:t>Availability or ability to acquire the needed data to solve the problem is the key factor in determining feasibility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/>
              <a:t>Some types of data may be paywalled or require significant time and/or money to acquire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/>
              <a:t>Scope of problem may need to be narrowed to account for data availability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/>
              <a:t>If data is not representative or appropriate for the problem, the conclusions and outputs will be limited</a:t>
            </a:r>
          </a:p>
          <a:p>
            <a:pPr lvl="1">
              <a:buFont typeface="Wingdings" panose="05000000000000000000" pitchFamily="2" charset="2"/>
              <a:buChar char="Ø"/>
            </a:pPr>
            <a:endParaRPr sz="2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D6F6937-3B5A-4391-9F37-58A571B36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08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7224" y="936711"/>
            <a:ext cx="2988265" cy="4984578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4400">
                <a:solidFill>
                  <a:srgbClr val="FFFFFF"/>
                </a:solidFill>
              </a:rPr>
              <a:t>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14389" y="936711"/>
            <a:ext cx="6815992" cy="4984578"/>
          </a:xfrm>
        </p:spPr>
        <p:txBody>
          <a:bodyPr anchor="ctr">
            <a:normAutofit/>
          </a:bodyPr>
          <a:lstStyle/>
          <a:p>
            <a:pPr lvl="1">
              <a:buFont typeface="Wingdings" panose="05000000000000000000" pitchFamily="2" charset="2"/>
              <a:buChar char="Ø"/>
            </a:pPr>
            <a:r>
              <a:rPr sz="3200" dirty="0"/>
              <a:t>Do you need any special equipment for your project? </a:t>
            </a:r>
            <a:endParaRPr lang="en-US" sz="3200" dirty="0"/>
          </a:p>
          <a:p>
            <a:pPr lvl="1">
              <a:buFont typeface="Wingdings" panose="05000000000000000000" pitchFamily="2" charset="2"/>
              <a:buChar char="Ø"/>
            </a:pPr>
            <a:r>
              <a:rPr sz="3200" dirty="0"/>
              <a:t>Do you have a computer capable of handling the data and analysis?</a:t>
            </a:r>
            <a:endParaRPr lang="en-US" sz="32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3200" dirty="0"/>
              <a:t>Many current AI systems require significant computational power compared to other methods in terms of storage and processing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3200" dirty="0"/>
              <a:t>If using propriety models or tools, may come with costs or limitations</a:t>
            </a:r>
          </a:p>
          <a:p>
            <a:pPr lvl="1">
              <a:buFont typeface="Wingdings" panose="05000000000000000000" pitchFamily="2" charset="2"/>
              <a:buChar char="Ø"/>
            </a:pPr>
            <a:endParaRPr sz="3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6656" y="643467"/>
            <a:ext cx="6235869" cy="5584295"/>
          </a:xfrm>
        </p:spPr>
        <p:txBody>
          <a:bodyPr anchor="ctr">
            <a:normAutofit/>
          </a:bodyPr>
          <a:lstStyle/>
          <a:p>
            <a:pPr lvl="1"/>
            <a:r>
              <a:rPr sz="2800" dirty="0"/>
              <a:t>Domain Knowledge: Do you have sufficient knowledge of the project domain (e.g. public health, finance, social media, politics, etc.)?</a:t>
            </a:r>
          </a:p>
          <a:p>
            <a:pPr lvl="1"/>
            <a:r>
              <a:rPr sz="2800" dirty="0"/>
              <a:t>Data Collection: Are any coding/programming skills needed for collecting or processing data?</a:t>
            </a:r>
          </a:p>
          <a:p>
            <a:pPr lvl="1"/>
            <a:r>
              <a:rPr sz="2800" dirty="0"/>
              <a:t>Data Analysis: Do you have sufficient knowledge of the analytic methods needed to answer your research questions/test your hypotheses?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218665-EA77-40EC-8172-4F17E2DEDB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9458" y="643467"/>
            <a:ext cx="3349075" cy="5584296"/>
          </a:xfrm>
        </p:spPr>
        <p:txBody>
          <a:bodyPr anchor="ctr">
            <a:normAutofit/>
          </a:bodyPr>
          <a:lstStyle/>
          <a:p>
            <a:pPr marL="0" lvl="0" indent="0">
              <a:buNone/>
            </a:pPr>
            <a:r>
              <a:rPr lang="en-US" sz="4000">
                <a:solidFill>
                  <a:srgbClr val="FFFFFF"/>
                </a:solidFill>
              </a:rPr>
              <a:t>Skills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1CCD5EF-766D-43B9-A25D-19122E5FB1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8" y="643467"/>
            <a:ext cx="4010828" cy="5571066"/>
          </a:xfrm>
          <a:prstGeom prst="rect">
            <a:avLst/>
          </a:prstGeom>
          <a:solidFill>
            <a:schemeClr val="accent1"/>
          </a:solidFill>
          <a:ln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D9699C9-77F1-4E33-A750-CB78C7EA29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6194" y="809244"/>
            <a:ext cx="3685032" cy="5239512"/>
          </a:xfrm>
          <a:prstGeom prst="rect">
            <a:avLst/>
          </a:prstGeom>
          <a:noFill/>
          <a:ln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1292" y="1031634"/>
            <a:ext cx="3368431" cy="4844777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>
                <a:solidFill>
                  <a:srgbClr val="FFFFFF"/>
                </a:solidFill>
              </a:rPr>
              <a:t>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89791" y="1031634"/>
            <a:ext cx="6140590" cy="4746232"/>
          </a:xfrm>
        </p:spPr>
        <p:txBody>
          <a:bodyPr anchor="ctr">
            <a:normAutofit/>
          </a:bodyPr>
          <a:lstStyle/>
          <a:p>
            <a:pPr lvl="1">
              <a:buFont typeface="Wingdings" panose="05000000000000000000" pitchFamily="2" charset="2"/>
              <a:buChar char="Ø"/>
            </a:pPr>
            <a:r>
              <a:rPr sz="2800" dirty="0"/>
              <a:t>Do you have time to gain sufficient knowledge on the domain or analytic methods?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sz="2800" dirty="0"/>
              <a:t>How much time would be needed to collect and process data?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sz="2800" dirty="0"/>
              <a:t>How long will it take to analyze the data?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sz="2800" dirty="0"/>
              <a:t>Remember you only have 2 semesters and limited resources to complete this project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1CCD5EF-766D-43B9-A25D-19122E5FB1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8" y="643467"/>
            <a:ext cx="4010828" cy="5571066"/>
          </a:xfrm>
          <a:prstGeom prst="rect">
            <a:avLst/>
          </a:prstGeom>
          <a:solidFill>
            <a:schemeClr val="accent1"/>
          </a:solidFill>
          <a:ln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D9699C9-77F1-4E33-A750-CB78C7EA29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6194" y="809244"/>
            <a:ext cx="3685032" cy="5239512"/>
          </a:xfrm>
          <a:prstGeom prst="rect">
            <a:avLst/>
          </a:prstGeom>
          <a:noFill/>
          <a:ln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1292" y="1031634"/>
            <a:ext cx="3368431" cy="4844777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>
                <a:solidFill>
                  <a:srgbClr val="FFFFFF"/>
                </a:solidFill>
              </a:rPr>
              <a:t>Timeline Feasibility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89791" y="1031634"/>
            <a:ext cx="6140590" cy="4746232"/>
          </a:xfrm>
        </p:spPr>
        <p:txBody>
          <a:bodyPr anchor="ctr">
            <a:normAutofit/>
          </a:bodyPr>
          <a:lstStyle/>
          <a:p>
            <a:pPr lvl="1">
              <a:buFont typeface="Wingdings" panose="05000000000000000000" pitchFamily="2" charset="2"/>
              <a:buChar char="Ø"/>
            </a:pPr>
            <a:r>
              <a:rPr dirty="0"/>
              <a:t>If your topic domain is outside your expertise, consider how much extra time will be needed to learn about the domain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dirty="0"/>
              <a:t>Important to seriously consider how much time and effort will be needed to collect data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dirty="0"/>
              <a:t>If any method or analysis technique is not in your skill set, extra time will be needed on those steps.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dirty="0"/>
              <a:t>Generally good idea to estimate that steps will take longer than you think they will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1CCD5EF-766D-43B9-A25D-19122E5FB1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7" y="643467"/>
            <a:ext cx="10905065" cy="1989682"/>
          </a:xfrm>
          <a:prstGeom prst="rect">
            <a:avLst/>
          </a:prstGeom>
          <a:solidFill>
            <a:schemeClr val="accent1"/>
          </a:solidFill>
          <a:ln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D9699C9-77F1-4E33-A750-CB78C7EA29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6195" y="806204"/>
            <a:ext cx="10579608" cy="1664208"/>
          </a:xfrm>
          <a:prstGeom prst="rect">
            <a:avLst/>
          </a:prstGeom>
          <a:noFill/>
          <a:ln cap="sq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E72F1A-53DC-0715-1BB7-800E60753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1846" y="1059736"/>
            <a:ext cx="10040233" cy="122813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Justifying your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5C131B-931F-2538-1FDA-B4E992097F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1846" y="2973313"/>
            <a:ext cx="10040233" cy="3460144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Important to be able to communicate why you are tackling the problem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Need to consider and discuss the contributions of you work beyond what is currently known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Why should anyone care about your project?</a:t>
            </a:r>
          </a:p>
          <a:p>
            <a:pPr lvl="2" indent="0">
              <a:buFont typeface="Wingdings" panose="05000000000000000000" pitchFamily="2" charset="2"/>
              <a:buChar char="Ø"/>
            </a:pPr>
            <a:r>
              <a:rPr lang="en-US" sz="2400" dirty="0"/>
              <a:t> How severe is the problem?</a:t>
            </a:r>
          </a:p>
          <a:p>
            <a:pPr lvl="2" indent="0">
              <a:buFont typeface="Wingdings" panose="05000000000000000000" pitchFamily="2" charset="2"/>
              <a:buChar char="Ø"/>
            </a:pPr>
            <a:r>
              <a:rPr lang="en-US" sz="2400" dirty="0"/>
              <a:t> Who/what does the problem affect?</a:t>
            </a:r>
          </a:p>
          <a:p>
            <a:pPr lvl="2" indent="0">
              <a:buFont typeface="Wingdings" panose="05000000000000000000" pitchFamily="2" charset="2"/>
              <a:buChar char="Ø"/>
            </a:pPr>
            <a:r>
              <a:rPr lang="en-US" sz="2400" dirty="0"/>
              <a:t> What applications could come from the project?</a:t>
            </a:r>
          </a:p>
          <a:p>
            <a:pPr lvl="2" indent="0">
              <a:buFont typeface="Wingdings" panose="05000000000000000000" pitchFamily="2" charset="2"/>
              <a:buChar char="Ø"/>
            </a:pPr>
            <a:r>
              <a:rPr lang="en-US" sz="2400" dirty="0"/>
              <a:t> What are the cost/benefits to your solution versus alternative solutions?</a:t>
            </a:r>
          </a:p>
          <a:p>
            <a:pPr lvl="2" indent="0">
              <a:buFont typeface="Wingdings" panose="05000000000000000000" pitchFamily="2" charset="2"/>
              <a:buChar char="Ø"/>
            </a:pPr>
            <a:r>
              <a:rPr lang="en-US" sz="2400" dirty="0"/>
              <a:t> What implications could the potential results have?</a:t>
            </a:r>
          </a:p>
        </p:txBody>
      </p:sp>
    </p:spTree>
    <p:extLst>
      <p:ext uri="{BB962C8B-B14F-4D97-AF65-F5344CB8AC3E}">
        <p14:creationId xmlns:p14="http://schemas.microsoft.com/office/powerpoint/2010/main" val="1763773455"/>
      </p:ext>
    </p:extLst>
  </p:cSld>
  <p:clrMapOvr>
    <a:masterClrMapping/>
  </p:clrMapOvr>
</p:sld>
</file>

<file path=ppt/theme/theme1.xml><?xml version="1.0" encoding="utf-8"?>
<a:theme xmlns:a="http://schemas.openxmlformats.org/drawingml/2006/main" name="Metropolitan">
  <a:themeElements>
    <a:clrScheme name="Metropolitan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Metropolitan</Template>
  <TotalTime>18827</TotalTime>
  <Words>1451</Words>
  <Application>Microsoft Office PowerPoint</Application>
  <PresentationFormat>Widescreen</PresentationFormat>
  <Paragraphs>164</Paragraphs>
  <Slides>20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Arial</vt:lpstr>
      <vt:lpstr>Calibri Light</vt:lpstr>
      <vt:lpstr>Wingdings</vt:lpstr>
      <vt:lpstr>Metropolitan</vt:lpstr>
      <vt:lpstr>Problem Definition</vt:lpstr>
      <vt:lpstr>Triangulation</vt:lpstr>
      <vt:lpstr>Reviewing Existing Work</vt:lpstr>
      <vt:lpstr>Keyword List</vt:lpstr>
      <vt:lpstr>Google Scholar</vt:lpstr>
      <vt:lpstr>HU Library</vt:lpstr>
      <vt:lpstr>Other Sources</vt:lpstr>
      <vt:lpstr>Reading Articles and Reports</vt:lpstr>
      <vt:lpstr>Writing</vt:lpstr>
      <vt:lpstr>Defining Project Scope</vt:lpstr>
      <vt:lpstr>Sampling and Generalizability</vt:lpstr>
      <vt:lpstr>Examples</vt:lpstr>
      <vt:lpstr>Defining Features and Variables</vt:lpstr>
      <vt:lpstr>Determining Resource Requirements</vt:lpstr>
      <vt:lpstr>Data</vt:lpstr>
      <vt:lpstr>Technology</vt:lpstr>
      <vt:lpstr>Skills</vt:lpstr>
      <vt:lpstr>Time</vt:lpstr>
      <vt:lpstr>Timeline Feasibility</vt:lpstr>
      <vt:lpstr>Justifying your Project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5</TotalTime>
  <Words>5</Words>
  <Application>Microsoft Office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Calibri</vt:lpstr>
      <vt:lpstr>Calibri Light</vt:lpstr>
      <vt:lpstr>Times New Roman</vt:lpstr>
      <vt:lpstr>Retrospect</vt:lpstr>
      <vt:lpstr>Title</vt:lpstr>
      <vt:lpstr>Slide Title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Finding and Reading Research Articles</dc:title>
  <dc:creator>Dr. Kayla Jordan</dc:creator>
  <cp:keywords/>
  <cp:lastModifiedBy>Kayden Jordan</cp:lastModifiedBy>
  <cp:revision>3</cp:revision>
  <dcterms:created xsi:type="dcterms:W3CDTF">2022-01-14T16:30:09Z</dcterms:created>
  <dcterms:modified xsi:type="dcterms:W3CDTF">2025-11-13T02:19:15Z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1/15/2022</vt:lpwstr>
  </property>
  <property fmtid="{D5CDD505-2E9C-101B-9397-08002B2CF9AE}" pid="3" name="output">
    <vt:lpwstr/>
  </property>
</Properties>
</file>