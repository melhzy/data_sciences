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10A55D-D8D0-40AC-89CB-9BE33D64A87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3FED737-6DC1-4EA2-A568-0B0DB303F3A0}">
      <dgm:prSet/>
      <dgm:spPr/>
      <dgm:t>
        <a:bodyPr/>
        <a:lstStyle/>
        <a:p>
          <a:r>
            <a:rPr lang="en-US"/>
            <a:t>Main Components:</a:t>
          </a:r>
        </a:p>
      </dgm:t>
    </dgm:pt>
    <dgm:pt modelId="{B0ACC964-F61E-466C-825B-B04BA58B0313}" type="parTrans" cxnId="{F7473F9C-C13A-44CC-A8AB-0F4A8A766DED}">
      <dgm:prSet/>
      <dgm:spPr/>
      <dgm:t>
        <a:bodyPr/>
        <a:lstStyle/>
        <a:p>
          <a:endParaRPr lang="en-US"/>
        </a:p>
      </dgm:t>
    </dgm:pt>
    <dgm:pt modelId="{285F3E60-59A0-453B-A8FA-3194BA2D4374}" type="sibTrans" cxnId="{F7473F9C-C13A-44CC-A8AB-0F4A8A766DED}">
      <dgm:prSet/>
      <dgm:spPr/>
      <dgm:t>
        <a:bodyPr/>
        <a:lstStyle/>
        <a:p>
          <a:endParaRPr lang="en-US"/>
        </a:p>
      </dgm:t>
    </dgm:pt>
    <dgm:pt modelId="{85192BAB-BC5C-43D4-9080-C375EEFD18F9}">
      <dgm:prSet/>
      <dgm:spPr/>
      <dgm:t>
        <a:bodyPr/>
        <a:lstStyle/>
        <a:p>
          <a:r>
            <a:rPr lang="en-US"/>
            <a:t>Data Collection</a:t>
          </a:r>
        </a:p>
      </dgm:t>
    </dgm:pt>
    <dgm:pt modelId="{3A1F3710-67AC-45D3-81A3-377C47481BBD}" type="parTrans" cxnId="{53DF8002-3E27-4816-920D-B737464AC301}">
      <dgm:prSet/>
      <dgm:spPr/>
      <dgm:t>
        <a:bodyPr/>
        <a:lstStyle/>
        <a:p>
          <a:endParaRPr lang="en-US"/>
        </a:p>
      </dgm:t>
    </dgm:pt>
    <dgm:pt modelId="{6B6B22AC-2F17-4C8D-B756-B3E76DE37B96}" type="sibTrans" cxnId="{53DF8002-3E27-4816-920D-B737464AC301}">
      <dgm:prSet/>
      <dgm:spPr/>
      <dgm:t>
        <a:bodyPr/>
        <a:lstStyle/>
        <a:p>
          <a:endParaRPr lang="en-US"/>
        </a:p>
      </dgm:t>
    </dgm:pt>
    <dgm:pt modelId="{5B5040D7-12BB-4433-BA7A-CFB4671776BF}">
      <dgm:prSet/>
      <dgm:spPr/>
      <dgm:t>
        <a:bodyPr/>
        <a:lstStyle/>
        <a:p>
          <a:r>
            <a:rPr lang="en-US"/>
            <a:t>Data Cleaning &amp; Processing</a:t>
          </a:r>
        </a:p>
      </dgm:t>
    </dgm:pt>
    <dgm:pt modelId="{86BF8C70-D40A-4B67-902E-2FBE0AF4F29C}" type="parTrans" cxnId="{77531F06-A3A8-4684-BBBB-7220E4813DBE}">
      <dgm:prSet/>
      <dgm:spPr/>
      <dgm:t>
        <a:bodyPr/>
        <a:lstStyle/>
        <a:p>
          <a:endParaRPr lang="en-US"/>
        </a:p>
      </dgm:t>
    </dgm:pt>
    <dgm:pt modelId="{C8C7146E-F9AB-4EB2-8913-AD0BC52F2158}" type="sibTrans" cxnId="{77531F06-A3A8-4684-BBBB-7220E4813DBE}">
      <dgm:prSet/>
      <dgm:spPr/>
      <dgm:t>
        <a:bodyPr/>
        <a:lstStyle/>
        <a:p>
          <a:endParaRPr lang="en-US"/>
        </a:p>
      </dgm:t>
    </dgm:pt>
    <dgm:pt modelId="{3C6F3E1D-4ED9-49A6-8E1F-0BC0C63124A5}">
      <dgm:prSet/>
      <dgm:spPr/>
      <dgm:t>
        <a:bodyPr/>
        <a:lstStyle/>
        <a:p>
          <a:r>
            <a:rPr lang="en-US"/>
            <a:t>EDA</a:t>
          </a:r>
        </a:p>
      </dgm:t>
    </dgm:pt>
    <dgm:pt modelId="{B89A7C00-88E6-4887-BC65-D99AA9AFC916}" type="parTrans" cxnId="{22A37049-C3D4-468D-A667-0FEB01735E88}">
      <dgm:prSet/>
      <dgm:spPr/>
      <dgm:t>
        <a:bodyPr/>
        <a:lstStyle/>
        <a:p>
          <a:endParaRPr lang="en-US"/>
        </a:p>
      </dgm:t>
    </dgm:pt>
    <dgm:pt modelId="{86D6C826-CB77-405F-B9A1-E706A3165218}" type="sibTrans" cxnId="{22A37049-C3D4-468D-A667-0FEB01735E88}">
      <dgm:prSet/>
      <dgm:spPr/>
      <dgm:t>
        <a:bodyPr/>
        <a:lstStyle/>
        <a:p>
          <a:endParaRPr lang="en-US"/>
        </a:p>
      </dgm:t>
    </dgm:pt>
    <dgm:pt modelId="{1DD7DE6D-4D3D-4E29-ACC5-D3EC1A885F19}">
      <dgm:prSet/>
      <dgm:spPr/>
      <dgm:t>
        <a:bodyPr/>
        <a:lstStyle/>
        <a:p>
          <a:r>
            <a:rPr lang="en-US"/>
            <a:t>Modeling</a:t>
          </a:r>
        </a:p>
      </dgm:t>
    </dgm:pt>
    <dgm:pt modelId="{E2634E74-CA92-47DE-BEDB-4A5CB82B7115}" type="parTrans" cxnId="{B10C5555-605F-41B9-BE41-2111058CD3FE}">
      <dgm:prSet/>
      <dgm:spPr/>
      <dgm:t>
        <a:bodyPr/>
        <a:lstStyle/>
        <a:p>
          <a:endParaRPr lang="en-US"/>
        </a:p>
      </dgm:t>
    </dgm:pt>
    <dgm:pt modelId="{A4650F2B-CC94-4AFD-8259-35256363440E}" type="sibTrans" cxnId="{B10C5555-605F-41B9-BE41-2111058CD3FE}">
      <dgm:prSet/>
      <dgm:spPr/>
      <dgm:t>
        <a:bodyPr/>
        <a:lstStyle/>
        <a:p>
          <a:endParaRPr lang="en-US"/>
        </a:p>
      </dgm:t>
    </dgm:pt>
    <dgm:pt modelId="{BFF557E2-74C6-4F15-A543-8B622139469E}">
      <dgm:prSet/>
      <dgm:spPr/>
      <dgm:t>
        <a:bodyPr/>
        <a:lstStyle/>
        <a:p>
          <a:r>
            <a:rPr lang="en-US"/>
            <a:t>Visualization</a:t>
          </a:r>
        </a:p>
      </dgm:t>
    </dgm:pt>
    <dgm:pt modelId="{9E8238A9-C299-432E-B9CD-F76AD4AD74DE}" type="parTrans" cxnId="{4C906A1C-D1EB-48A5-9641-FF2F7A211E67}">
      <dgm:prSet/>
      <dgm:spPr/>
      <dgm:t>
        <a:bodyPr/>
        <a:lstStyle/>
        <a:p>
          <a:endParaRPr lang="en-US"/>
        </a:p>
      </dgm:t>
    </dgm:pt>
    <dgm:pt modelId="{09BF4B4A-6088-448F-89E5-819C728AA19E}" type="sibTrans" cxnId="{4C906A1C-D1EB-48A5-9641-FF2F7A211E67}">
      <dgm:prSet/>
      <dgm:spPr/>
      <dgm:t>
        <a:bodyPr/>
        <a:lstStyle/>
        <a:p>
          <a:endParaRPr lang="en-US"/>
        </a:p>
      </dgm:t>
    </dgm:pt>
    <dgm:pt modelId="{9B564B72-0EA8-41F7-B7EF-AF81B318B507}">
      <dgm:prSet/>
      <dgm:spPr/>
      <dgm:t>
        <a:bodyPr/>
        <a:lstStyle/>
        <a:p>
          <a:r>
            <a:rPr lang="en-US"/>
            <a:t>Decision-Making</a:t>
          </a:r>
        </a:p>
      </dgm:t>
    </dgm:pt>
    <dgm:pt modelId="{D9ED3854-2940-43D4-923C-FCCAE5AA5EE5}" type="parTrans" cxnId="{C3700FF6-A16C-426C-BAE0-DA6A847AC069}">
      <dgm:prSet/>
      <dgm:spPr/>
      <dgm:t>
        <a:bodyPr/>
        <a:lstStyle/>
        <a:p>
          <a:endParaRPr lang="en-US"/>
        </a:p>
      </dgm:t>
    </dgm:pt>
    <dgm:pt modelId="{EEFC0402-F426-47CA-9C9D-C41721BB1143}" type="sibTrans" cxnId="{C3700FF6-A16C-426C-BAE0-DA6A847AC069}">
      <dgm:prSet/>
      <dgm:spPr/>
      <dgm:t>
        <a:bodyPr/>
        <a:lstStyle/>
        <a:p>
          <a:endParaRPr lang="en-US"/>
        </a:p>
      </dgm:t>
    </dgm:pt>
    <dgm:pt modelId="{2CB0EA5A-8371-4FA5-BA1F-F569B941A394}">
      <dgm:prSet/>
      <dgm:spPr/>
      <dgm:t>
        <a:bodyPr/>
        <a:lstStyle/>
        <a:p>
          <a:r>
            <a:rPr lang="en-US"/>
            <a:t>Has applications in nearly every domain</a:t>
          </a:r>
        </a:p>
      </dgm:t>
    </dgm:pt>
    <dgm:pt modelId="{380B7B0E-6257-4AF8-93D0-983D44BC87EC}" type="parTrans" cxnId="{60E86ED0-97F3-489B-B3B9-B2CA390FE8EF}">
      <dgm:prSet/>
      <dgm:spPr/>
      <dgm:t>
        <a:bodyPr/>
        <a:lstStyle/>
        <a:p>
          <a:endParaRPr lang="en-US"/>
        </a:p>
      </dgm:t>
    </dgm:pt>
    <dgm:pt modelId="{80A9C34B-0ADA-46DD-8EAC-4DCCBAA9494B}" type="sibTrans" cxnId="{60E86ED0-97F3-489B-B3B9-B2CA390FE8EF}">
      <dgm:prSet/>
      <dgm:spPr/>
      <dgm:t>
        <a:bodyPr/>
        <a:lstStyle/>
        <a:p>
          <a:endParaRPr lang="en-US"/>
        </a:p>
      </dgm:t>
    </dgm:pt>
    <dgm:pt modelId="{9BFF95BB-4EC7-4283-8D0D-9C2C971FCD2F}">
      <dgm:prSet/>
      <dgm:spPr/>
      <dgm:t>
        <a:bodyPr/>
        <a:lstStyle/>
        <a:p>
          <a:r>
            <a:rPr lang="en-US"/>
            <a:t>Finance</a:t>
          </a:r>
        </a:p>
      </dgm:t>
    </dgm:pt>
    <dgm:pt modelId="{5E252616-BF99-45D8-8B2D-CD205071AB03}" type="parTrans" cxnId="{49A139BE-26A9-43A3-B813-4A13524BE797}">
      <dgm:prSet/>
      <dgm:spPr/>
      <dgm:t>
        <a:bodyPr/>
        <a:lstStyle/>
        <a:p>
          <a:endParaRPr lang="en-US"/>
        </a:p>
      </dgm:t>
    </dgm:pt>
    <dgm:pt modelId="{B31443A3-5800-4906-9CD4-3297914E6991}" type="sibTrans" cxnId="{49A139BE-26A9-43A3-B813-4A13524BE797}">
      <dgm:prSet/>
      <dgm:spPr/>
      <dgm:t>
        <a:bodyPr/>
        <a:lstStyle/>
        <a:p>
          <a:endParaRPr lang="en-US"/>
        </a:p>
      </dgm:t>
    </dgm:pt>
    <dgm:pt modelId="{5E666B9C-BD4A-4830-BD73-215E3150C3E0}">
      <dgm:prSet/>
      <dgm:spPr/>
      <dgm:t>
        <a:bodyPr/>
        <a:lstStyle/>
        <a:p>
          <a:r>
            <a:rPr lang="en-US"/>
            <a:t>Health</a:t>
          </a:r>
        </a:p>
      </dgm:t>
    </dgm:pt>
    <dgm:pt modelId="{D9C02A01-F01E-49CC-BD9E-85C3FE7CE59C}" type="parTrans" cxnId="{DA5AF66D-FC6B-447C-9E3A-FF5D20F11D4C}">
      <dgm:prSet/>
      <dgm:spPr/>
      <dgm:t>
        <a:bodyPr/>
        <a:lstStyle/>
        <a:p>
          <a:endParaRPr lang="en-US"/>
        </a:p>
      </dgm:t>
    </dgm:pt>
    <dgm:pt modelId="{CABD0C89-DC7A-4190-A6B9-EC5A33E53E4A}" type="sibTrans" cxnId="{DA5AF66D-FC6B-447C-9E3A-FF5D20F11D4C}">
      <dgm:prSet/>
      <dgm:spPr/>
      <dgm:t>
        <a:bodyPr/>
        <a:lstStyle/>
        <a:p>
          <a:endParaRPr lang="en-US"/>
        </a:p>
      </dgm:t>
    </dgm:pt>
    <dgm:pt modelId="{F47B93A0-C8F9-4D1E-80BD-A96ED7A350A3}">
      <dgm:prSet/>
      <dgm:spPr/>
      <dgm:t>
        <a:bodyPr/>
        <a:lstStyle/>
        <a:p>
          <a:r>
            <a:rPr lang="en-US"/>
            <a:t>Marketing</a:t>
          </a:r>
        </a:p>
      </dgm:t>
    </dgm:pt>
    <dgm:pt modelId="{7D215234-A71E-417B-8F9E-FF5A60DE2A1E}" type="parTrans" cxnId="{5C33F6FA-263B-446E-92CF-0EE61589A92B}">
      <dgm:prSet/>
      <dgm:spPr/>
      <dgm:t>
        <a:bodyPr/>
        <a:lstStyle/>
        <a:p>
          <a:endParaRPr lang="en-US"/>
        </a:p>
      </dgm:t>
    </dgm:pt>
    <dgm:pt modelId="{29A573E6-2C10-41AD-B018-2219C7BEBA1F}" type="sibTrans" cxnId="{5C33F6FA-263B-446E-92CF-0EE61589A92B}">
      <dgm:prSet/>
      <dgm:spPr/>
      <dgm:t>
        <a:bodyPr/>
        <a:lstStyle/>
        <a:p>
          <a:endParaRPr lang="en-US"/>
        </a:p>
      </dgm:t>
    </dgm:pt>
    <dgm:pt modelId="{01F83D0C-7996-41DA-91E6-F01C51FBB801}">
      <dgm:prSet/>
      <dgm:spPr/>
      <dgm:t>
        <a:bodyPr/>
        <a:lstStyle/>
        <a:p>
          <a:r>
            <a:rPr lang="en-US"/>
            <a:t>Sports</a:t>
          </a:r>
        </a:p>
      </dgm:t>
    </dgm:pt>
    <dgm:pt modelId="{8269BBB2-DF48-427C-B577-4212AF25A618}" type="parTrans" cxnId="{E9E64D5E-7DF4-4233-881E-EF56182E35FB}">
      <dgm:prSet/>
      <dgm:spPr/>
      <dgm:t>
        <a:bodyPr/>
        <a:lstStyle/>
        <a:p>
          <a:endParaRPr lang="en-US"/>
        </a:p>
      </dgm:t>
    </dgm:pt>
    <dgm:pt modelId="{4A1CC990-691D-4BCF-AC11-56EA87FA71CE}" type="sibTrans" cxnId="{E9E64D5E-7DF4-4233-881E-EF56182E35FB}">
      <dgm:prSet/>
      <dgm:spPr/>
      <dgm:t>
        <a:bodyPr/>
        <a:lstStyle/>
        <a:p>
          <a:endParaRPr lang="en-US"/>
        </a:p>
      </dgm:t>
    </dgm:pt>
    <dgm:pt modelId="{5AFFBFFA-8B45-4688-8D24-4727E9C54832}">
      <dgm:prSet/>
      <dgm:spPr/>
      <dgm:t>
        <a:bodyPr/>
        <a:lstStyle/>
        <a:p>
          <a:r>
            <a:rPr lang="en-US"/>
            <a:t>Logistics</a:t>
          </a:r>
        </a:p>
      </dgm:t>
    </dgm:pt>
    <dgm:pt modelId="{D019DC62-5EDE-402F-ACDC-90957FF0D6FF}" type="parTrans" cxnId="{F1D68C6D-93B8-42E5-8B7F-AA55507D44C0}">
      <dgm:prSet/>
      <dgm:spPr/>
      <dgm:t>
        <a:bodyPr/>
        <a:lstStyle/>
        <a:p>
          <a:endParaRPr lang="en-US"/>
        </a:p>
      </dgm:t>
    </dgm:pt>
    <dgm:pt modelId="{29AE2265-7277-43BD-9DE3-B6D595E22805}" type="sibTrans" cxnId="{F1D68C6D-93B8-42E5-8B7F-AA55507D44C0}">
      <dgm:prSet/>
      <dgm:spPr/>
      <dgm:t>
        <a:bodyPr/>
        <a:lstStyle/>
        <a:p>
          <a:endParaRPr lang="en-US"/>
        </a:p>
      </dgm:t>
    </dgm:pt>
    <dgm:pt modelId="{8B186332-9194-4C94-993D-33EAD95E1D5B}">
      <dgm:prSet/>
      <dgm:spPr/>
      <dgm:t>
        <a:bodyPr/>
        <a:lstStyle/>
        <a:p>
          <a:r>
            <a:rPr lang="en-US"/>
            <a:t>Government &amp; Policy</a:t>
          </a:r>
        </a:p>
      </dgm:t>
    </dgm:pt>
    <dgm:pt modelId="{8032D55D-F26A-4C68-AAAF-AB991812832F}" type="parTrans" cxnId="{B4E0045D-4448-4493-8EE1-3B589F100F3D}">
      <dgm:prSet/>
      <dgm:spPr/>
      <dgm:t>
        <a:bodyPr/>
        <a:lstStyle/>
        <a:p>
          <a:endParaRPr lang="en-US"/>
        </a:p>
      </dgm:t>
    </dgm:pt>
    <dgm:pt modelId="{583EECB6-A978-4FB8-97B8-1E8B9E001E46}" type="sibTrans" cxnId="{B4E0045D-4448-4493-8EE1-3B589F100F3D}">
      <dgm:prSet/>
      <dgm:spPr/>
      <dgm:t>
        <a:bodyPr/>
        <a:lstStyle/>
        <a:p>
          <a:endParaRPr lang="en-US"/>
        </a:p>
      </dgm:t>
    </dgm:pt>
    <dgm:pt modelId="{CABABC4D-8A68-47F2-8705-472ACC208259}" type="pres">
      <dgm:prSet presAssocID="{5C10A55D-D8D0-40AC-89CB-9BE33D64A875}" presName="linear" presStyleCnt="0">
        <dgm:presLayoutVars>
          <dgm:animLvl val="lvl"/>
          <dgm:resizeHandles val="exact"/>
        </dgm:presLayoutVars>
      </dgm:prSet>
      <dgm:spPr/>
    </dgm:pt>
    <dgm:pt modelId="{C1BC36B8-4820-488B-9DA3-FDFDAAE7E053}" type="pres">
      <dgm:prSet presAssocID="{13FED737-6DC1-4EA2-A568-0B0DB303F3A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2258C5A-86B0-4E13-9766-1FE7908432B8}" type="pres">
      <dgm:prSet presAssocID="{13FED737-6DC1-4EA2-A568-0B0DB303F3A0}" presName="childText" presStyleLbl="revTx" presStyleIdx="0" presStyleCnt="2">
        <dgm:presLayoutVars>
          <dgm:bulletEnabled val="1"/>
        </dgm:presLayoutVars>
      </dgm:prSet>
      <dgm:spPr/>
    </dgm:pt>
    <dgm:pt modelId="{6ADF806B-EE48-4038-A8AE-6D57E9851B0F}" type="pres">
      <dgm:prSet presAssocID="{2CB0EA5A-8371-4FA5-BA1F-F569B941A39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49E400C-FDFF-4935-AA6D-C8158CDE420B}" type="pres">
      <dgm:prSet presAssocID="{2CB0EA5A-8371-4FA5-BA1F-F569B941A394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2AB72602-862D-474A-AF09-6ED77B838070}" type="presOf" srcId="{1DD7DE6D-4D3D-4E29-ACC5-D3EC1A885F19}" destId="{D2258C5A-86B0-4E13-9766-1FE7908432B8}" srcOrd="0" destOrd="3" presId="urn:microsoft.com/office/officeart/2005/8/layout/vList2"/>
    <dgm:cxn modelId="{53DF8002-3E27-4816-920D-B737464AC301}" srcId="{13FED737-6DC1-4EA2-A568-0B0DB303F3A0}" destId="{85192BAB-BC5C-43D4-9080-C375EEFD18F9}" srcOrd="0" destOrd="0" parTransId="{3A1F3710-67AC-45D3-81A3-377C47481BBD}" sibTransId="{6B6B22AC-2F17-4C8D-B756-B3E76DE37B96}"/>
    <dgm:cxn modelId="{8F298E04-CA70-4D45-B0FF-1D104B30F1E4}" type="presOf" srcId="{9B564B72-0EA8-41F7-B7EF-AF81B318B507}" destId="{D2258C5A-86B0-4E13-9766-1FE7908432B8}" srcOrd="0" destOrd="5" presId="urn:microsoft.com/office/officeart/2005/8/layout/vList2"/>
    <dgm:cxn modelId="{77531F06-A3A8-4684-BBBB-7220E4813DBE}" srcId="{13FED737-6DC1-4EA2-A568-0B0DB303F3A0}" destId="{5B5040D7-12BB-4433-BA7A-CFB4671776BF}" srcOrd="1" destOrd="0" parTransId="{86BF8C70-D40A-4B67-902E-2FBE0AF4F29C}" sibTransId="{C8C7146E-F9AB-4EB2-8913-AD0BC52F2158}"/>
    <dgm:cxn modelId="{C5DEBF0B-2388-404F-8D05-0C435952A0A7}" type="presOf" srcId="{5C10A55D-D8D0-40AC-89CB-9BE33D64A875}" destId="{CABABC4D-8A68-47F2-8705-472ACC208259}" srcOrd="0" destOrd="0" presId="urn:microsoft.com/office/officeart/2005/8/layout/vList2"/>
    <dgm:cxn modelId="{EEF0030D-45B2-40C5-8F32-760A48AD9C06}" type="presOf" srcId="{01F83D0C-7996-41DA-91E6-F01C51FBB801}" destId="{249E400C-FDFF-4935-AA6D-C8158CDE420B}" srcOrd="0" destOrd="3" presId="urn:microsoft.com/office/officeart/2005/8/layout/vList2"/>
    <dgm:cxn modelId="{4D75CF0F-9BDE-4DD4-919D-FB493143F5C7}" type="presOf" srcId="{3C6F3E1D-4ED9-49A6-8E1F-0BC0C63124A5}" destId="{D2258C5A-86B0-4E13-9766-1FE7908432B8}" srcOrd="0" destOrd="2" presId="urn:microsoft.com/office/officeart/2005/8/layout/vList2"/>
    <dgm:cxn modelId="{4C906A1C-D1EB-48A5-9641-FF2F7A211E67}" srcId="{13FED737-6DC1-4EA2-A568-0B0DB303F3A0}" destId="{BFF557E2-74C6-4F15-A543-8B622139469E}" srcOrd="4" destOrd="0" parTransId="{9E8238A9-C299-432E-B9CD-F76AD4AD74DE}" sibTransId="{09BF4B4A-6088-448F-89E5-819C728AA19E}"/>
    <dgm:cxn modelId="{B4E0045D-4448-4493-8EE1-3B589F100F3D}" srcId="{2CB0EA5A-8371-4FA5-BA1F-F569B941A394}" destId="{8B186332-9194-4C94-993D-33EAD95E1D5B}" srcOrd="5" destOrd="0" parTransId="{8032D55D-F26A-4C68-AAAF-AB991812832F}" sibTransId="{583EECB6-A978-4FB8-97B8-1E8B9E001E46}"/>
    <dgm:cxn modelId="{E9E64D5E-7DF4-4233-881E-EF56182E35FB}" srcId="{2CB0EA5A-8371-4FA5-BA1F-F569B941A394}" destId="{01F83D0C-7996-41DA-91E6-F01C51FBB801}" srcOrd="3" destOrd="0" parTransId="{8269BBB2-DF48-427C-B577-4212AF25A618}" sibTransId="{4A1CC990-691D-4BCF-AC11-56EA87FA71CE}"/>
    <dgm:cxn modelId="{1E949866-41EC-4936-A543-BD4EEC232686}" type="presOf" srcId="{5AFFBFFA-8B45-4688-8D24-4727E9C54832}" destId="{249E400C-FDFF-4935-AA6D-C8158CDE420B}" srcOrd="0" destOrd="4" presId="urn:microsoft.com/office/officeart/2005/8/layout/vList2"/>
    <dgm:cxn modelId="{22A37049-C3D4-468D-A667-0FEB01735E88}" srcId="{13FED737-6DC1-4EA2-A568-0B0DB303F3A0}" destId="{3C6F3E1D-4ED9-49A6-8E1F-0BC0C63124A5}" srcOrd="2" destOrd="0" parTransId="{B89A7C00-88E6-4887-BC65-D99AA9AFC916}" sibTransId="{86D6C826-CB77-405F-B9A1-E706A3165218}"/>
    <dgm:cxn modelId="{F1D68C6D-93B8-42E5-8B7F-AA55507D44C0}" srcId="{2CB0EA5A-8371-4FA5-BA1F-F569B941A394}" destId="{5AFFBFFA-8B45-4688-8D24-4727E9C54832}" srcOrd="4" destOrd="0" parTransId="{D019DC62-5EDE-402F-ACDC-90957FF0D6FF}" sibTransId="{29AE2265-7277-43BD-9DE3-B6D595E22805}"/>
    <dgm:cxn modelId="{DA5AF66D-FC6B-447C-9E3A-FF5D20F11D4C}" srcId="{2CB0EA5A-8371-4FA5-BA1F-F569B941A394}" destId="{5E666B9C-BD4A-4830-BD73-215E3150C3E0}" srcOrd="1" destOrd="0" parTransId="{D9C02A01-F01E-49CC-BD9E-85C3FE7CE59C}" sibTransId="{CABD0C89-DC7A-4190-A6B9-EC5A33E53E4A}"/>
    <dgm:cxn modelId="{B10C5555-605F-41B9-BE41-2111058CD3FE}" srcId="{13FED737-6DC1-4EA2-A568-0B0DB303F3A0}" destId="{1DD7DE6D-4D3D-4E29-ACC5-D3EC1A885F19}" srcOrd="3" destOrd="0" parTransId="{E2634E74-CA92-47DE-BEDB-4A5CB82B7115}" sibTransId="{A4650F2B-CC94-4AFD-8259-35256363440E}"/>
    <dgm:cxn modelId="{D8276E7A-4DDC-4015-9A93-EBEF87E201FC}" type="presOf" srcId="{85192BAB-BC5C-43D4-9080-C375EEFD18F9}" destId="{D2258C5A-86B0-4E13-9766-1FE7908432B8}" srcOrd="0" destOrd="0" presId="urn:microsoft.com/office/officeart/2005/8/layout/vList2"/>
    <dgm:cxn modelId="{F7473F9C-C13A-44CC-A8AB-0F4A8A766DED}" srcId="{5C10A55D-D8D0-40AC-89CB-9BE33D64A875}" destId="{13FED737-6DC1-4EA2-A568-0B0DB303F3A0}" srcOrd="0" destOrd="0" parTransId="{B0ACC964-F61E-466C-825B-B04BA58B0313}" sibTransId="{285F3E60-59A0-453B-A8FA-3194BA2D4374}"/>
    <dgm:cxn modelId="{C53BBAAE-5325-49DC-8E9E-D2AE51EFBE99}" type="presOf" srcId="{2CB0EA5A-8371-4FA5-BA1F-F569B941A394}" destId="{6ADF806B-EE48-4038-A8AE-6D57E9851B0F}" srcOrd="0" destOrd="0" presId="urn:microsoft.com/office/officeart/2005/8/layout/vList2"/>
    <dgm:cxn modelId="{49A139BE-26A9-43A3-B813-4A13524BE797}" srcId="{2CB0EA5A-8371-4FA5-BA1F-F569B941A394}" destId="{9BFF95BB-4EC7-4283-8D0D-9C2C971FCD2F}" srcOrd="0" destOrd="0" parTransId="{5E252616-BF99-45D8-8B2D-CD205071AB03}" sibTransId="{B31443A3-5800-4906-9CD4-3297914E6991}"/>
    <dgm:cxn modelId="{567D79BE-99C6-48CB-8B46-048F7ABAF368}" type="presOf" srcId="{5E666B9C-BD4A-4830-BD73-215E3150C3E0}" destId="{249E400C-FDFF-4935-AA6D-C8158CDE420B}" srcOrd="0" destOrd="1" presId="urn:microsoft.com/office/officeart/2005/8/layout/vList2"/>
    <dgm:cxn modelId="{17E779BE-1822-4C2C-A73E-985E39F0C98C}" type="presOf" srcId="{9BFF95BB-4EC7-4283-8D0D-9C2C971FCD2F}" destId="{249E400C-FDFF-4935-AA6D-C8158CDE420B}" srcOrd="0" destOrd="0" presId="urn:microsoft.com/office/officeart/2005/8/layout/vList2"/>
    <dgm:cxn modelId="{8B8FE4C2-A1A6-47DF-A3AB-21925C0693A7}" type="presOf" srcId="{F47B93A0-C8F9-4D1E-80BD-A96ED7A350A3}" destId="{249E400C-FDFF-4935-AA6D-C8158CDE420B}" srcOrd="0" destOrd="2" presId="urn:microsoft.com/office/officeart/2005/8/layout/vList2"/>
    <dgm:cxn modelId="{60E86ED0-97F3-489B-B3B9-B2CA390FE8EF}" srcId="{5C10A55D-D8D0-40AC-89CB-9BE33D64A875}" destId="{2CB0EA5A-8371-4FA5-BA1F-F569B941A394}" srcOrd="1" destOrd="0" parTransId="{380B7B0E-6257-4AF8-93D0-983D44BC87EC}" sibTransId="{80A9C34B-0ADA-46DD-8EAC-4DCCBAA9494B}"/>
    <dgm:cxn modelId="{593EEDDD-FE36-4612-A646-94760EA22DA7}" type="presOf" srcId="{8B186332-9194-4C94-993D-33EAD95E1D5B}" destId="{249E400C-FDFF-4935-AA6D-C8158CDE420B}" srcOrd="0" destOrd="5" presId="urn:microsoft.com/office/officeart/2005/8/layout/vList2"/>
    <dgm:cxn modelId="{155C2DE5-2F42-45DD-9F9E-084D3EA2A5E4}" type="presOf" srcId="{13FED737-6DC1-4EA2-A568-0B0DB303F3A0}" destId="{C1BC36B8-4820-488B-9DA3-FDFDAAE7E053}" srcOrd="0" destOrd="0" presId="urn:microsoft.com/office/officeart/2005/8/layout/vList2"/>
    <dgm:cxn modelId="{877C8AEB-423A-41C9-9991-6B935B5A46DD}" type="presOf" srcId="{5B5040D7-12BB-4433-BA7A-CFB4671776BF}" destId="{D2258C5A-86B0-4E13-9766-1FE7908432B8}" srcOrd="0" destOrd="1" presId="urn:microsoft.com/office/officeart/2005/8/layout/vList2"/>
    <dgm:cxn modelId="{88BE8CF0-0569-4359-A1B5-842B4209F5FA}" type="presOf" srcId="{BFF557E2-74C6-4F15-A543-8B622139469E}" destId="{D2258C5A-86B0-4E13-9766-1FE7908432B8}" srcOrd="0" destOrd="4" presId="urn:microsoft.com/office/officeart/2005/8/layout/vList2"/>
    <dgm:cxn modelId="{C3700FF6-A16C-426C-BAE0-DA6A847AC069}" srcId="{13FED737-6DC1-4EA2-A568-0B0DB303F3A0}" destId="{9B564B72-0EA8-41F7-B7EF-AF81B318B507}" srcOrd="5" destOrd="0" parTransId="{D9ED3854-2940-43D4-923C-FCCAE5AA5EE5}" sibTransId="{EEFC0402-F426-47CA-9C9D-C41721BB1143}"/>
    <dgm:cxn modelId="{5C33F6FA-263B-446E-92CF-0EE61589A92B}" srcId="{2CB0EA5A-8371-4FA5-BA1F-F569B941A394}" destId="{F47B93A0-C8F9-4D1E-80BD-A96ED7A350A3}" srcOrd="2" destOrd="0" parTransId="{7D215234-A71E-417B-8F9E-FF5A60DE2A1E}" sibTransId="{29A573E6-2C10-41AD-B018-2219C7BEBA1F}"/>
    <dgm:cxn modelId="{637C8567-7E9E-4A18-A3B1-7543EB0BF807}" type="presParOf" srcId="{CABABC4D-8A68-47F2-8705-472ACC208259}" destId="{C1BC36B8-4820-488B-9DA3-FDFDAAE7E053}" srcOrd="0" destOrd="0" presId="urn:microsoft.com/office/officeart/2005/8/layout/vList2"/>
    <dgm:cxn modelId="{6F513435-B8D4-47A9-B440-2F1DDA63C394}" type="presParOf" srcId="{CABABC4D-8A68-47F2-8705-472ACC208259}" destId="{D2258C5A-86B0-4E13-9766-1FE7908432B8}" srcOrd="1" destOrd="0" presId="urn:microsoft.com/office/officeart/2005/8/layout/vList2"/>
    <dgm:cxn modelId="{262EB25D-CCA0-497D-94DE-3A46BA93C3B4}" type="presParOf" srcId="{CABABC4D-8A68-47F2-8705-472ACC208259}" destId="{6ADF806B-EE48-4038-A8AE-6D57E9851B0F}" srcOrd="2" destOrd="0" presId="urn:microsoft.com/office/officeart/2005/8/layout/vList2"/>
    <dgm:cxn modelId="{56348781-5F9C-4A98-81DA-A5A04453F452}" type="presParOf" srcId="{CABABC4D-8A68-47F2-8705-472ACC208259}" destId="{249E400C-FDFF-4935-AA6D-C8158CDE420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8D6141-009D-4E9F-8F35-B71EC6621460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2C5A342-FBB5-48C1-9041-3FBF5E3F8D7A}">
      <dgm:prSet/>
      <dgm:spPr/>
      <dgm:t>
        <a:bodyPr/>
        <a:lstStyle/>
        <a:p>
          <a:r>
            <a:rPr lang="en-US"/>
            <a:t>Basic Research</a:t>
          </a:r>
        </a:p>
      </dgm:t>
    </dgm:pt>
    <dgm:pt modelId="{12938BDC-7719-48DE-9372-15836D814548}" type="parTrans" cxnId="{5A9426AF-5FB0-4BB6-859B-054730B20DFF}">
      <dgm:prSet/>
      <dgm:spPr/>
      <dgm:t>
        <a:bodyPr/>
        <a:lstStyle/>
        <a:p>
          <a:endParaRPr lang="en-US"/>
        </a:p>
      </dgm:t>
    </dgm:pt>
    <dgm:pt modelId="{ABC84499-4313-4021-9987-71E81E476978}" type="sibTrans" cxnId="{5A9426AF-5FB0-4BB6-859B-054730B20DFF}">
      <dgm:prSet/>
      <dgm:spPr/>
      <dgm:t>
        <a:bodyPr/>
        <a:lstStyle/>
        <a:p>
          <a:endParaRPr lang="en-US"/>
        </a:p>
      </dgm:t>
    </dgm:pt>
    <dgm:pt modelId="{FDF7C7DD-E6B2-4760-9096-15C782EC500A}">
      <dgm:prSet/>
      <dgm:spPr/>
      <dgm:t>
        <a:bodyPr/>
        <a:lstStyle/>
        <a:p>
          <a:r>
            <a:rPr lang="en-US"/>
            <a:t>Building Datasets</a:t>
          </a:r>
        </a:p>
      </dgm:t>
    </dgm:pt>
    <dgm:pt modelId="{AA7132B6-DE30-4545-A7E1-3D134D6F4DCE}" type="parTrans" cxnId="{1CD79C41-B467-4669-AD5E-FBABF3E82D84}">
      <dgm:prSet/>
      <dgm:spPr/>
      <dgm:t>
        <a:bodyPr/>
        <a:lstStyle/>
        <a:p>
          <a:endParaRPr lang="en-US"/>
        </a:p>
      </dgm:t>
    </dgm:pt>
    <dgm:pt modelId="{B4DB2B1C-8533-41F6-B34F-1C6A10BA94C4}" type="sibTrans" cxnId="{1CD79C41-B467-4669-AD5E-FBABF3E82D84}">
      <dgm:prSet/>
      <dgm:spPr/>
      <dgm:t>
        <a:bodyPr/>
        <a:lstStyle/>
        <a:p>
          <a:endParaRPr lang="en-US"/>
        </a:p>
      </dgm:t>
    </dgm:pt>
    <dgm:pt modelId="{883CE9CA-9A0B-4BD9-9747-9F3DD6A8BD79}">
      <dgm:prSet/>
      <dgm:spPr/>
      <dgm:t>
        <a:bodyPr/>
        <a:lstStyle/>
        <a:p>
          <a:r>
            <a:rPr lang="en-US"/>
            <a:t>Developing Models &amp; Algorithms</a:t>
          </a:r>
        </a:p>
      </dgm:t>
    </dgm:pt>
    <dgm:pt modelId="{E0B36118-7763-462D-B0C4-5D4C41DDACE0}" type="parTrans" cxnId="{C85F514A-FCFD-4533-9569-79CDA7281070}">
      <dgm:prSet/>
      <dgm:spPr/>
      <dgm:t>
        <a:bodyPr/>
        <a:lstStyle/>
        <a:p>
          <a:endParaRPr lang="en-US"/>
        </a:p>
      </dgm:t>
    </dgm:pt>
    <dgm:pt modelId="{E98D3B1F-1DA5-4E16-9A85-EDD00E11156A}" type="sibTrans" cxnId="{C85F514A-FCFD-4533-9569-79CDA7281070}">
      <dgm:prSet/>
      <dgm:spPr/>
      <dgm:t>
        <a:bodyPr/>
        <a:lstStyle/>
        <a:p>
          <a:endParaRPr lang="en-US"/>
        </a:p>
      </dgm:t>
    </dgm:pt>
    <dgm:pt modelId="{3C5F7116-9B66-46AB-98DF-1B1CBC1B8A8B}">
      <dgm:prSet/>
      <dgm:spPr/>
      <dgm:t>
        <a:bodyPr/>
        <a:lstStyle/>
        <a:p>
          <a:r>
            <a:rPr lang="en-US"/>
            <a:t>Building Analytic Tools &amp; Dashboards</a:t>
          </a:r>
        </a:p>
      </dgm:t>
    </dgm:pt>
    <dgm:pt modelId="{14446C64-097F-4F1F-A0CE-01B70C4B9BE8}" type="parTrans" cxnId="{5DD8A7F9-BC80-4D2D-BA6F-D6C289FAB79B}">
      <dgm:prSet/>
      <dgm:spPr/>
      <dgm:t>
        <a:bodyPr/>
        <a:lstStyle/>
        <a:p>
          <a:endParaRPr lang="en-US"/>
        </a:p>
      </dgm:t>
    </dgm:pt>
    <dgm:pt modelId="{16AED849-8C03-459A-8E7A-D855620F51D2}" type="sibTrans" cxnId="{5DD8A7F9-BC80-4D2D-BA6F-D6C289FAB79B}">
      <dgm:prSet/>
      <dgm:spPr/>
      <dgm:t>
        <a:bodyPr/>
        <a:lstStyle/>
        <a:p>
          <a:endParaRPr lang="en-US"/>
        </a:p>
      </dgm:t>
    </dgm:pt>
    <dgm:pt modelId="{18D542F3-5380-49B7-8B4A-CA8E2E3D5CF7}">
      <dgm:prSet/>
      <dgm:spPr/>
      <dgm:t>
        <a:bodyPr/>
        <a:lstStyle/>
        <a:p>
          <a:r>
            <a:rPr lang="en-US"/>
            <a:t>Evaluating Models &amp; Algorithms</a:t>
          </a:r>
        </a:p>
      </dgm:t>
    </dgm:pt>
    <dgm:pt modelId="{CD91D100-21FD-427E-A9D6-0D647856E767}" type="parTrans" cxnId="{312CF398-2254-46F4-8258-A1FA7C626AD6}">
      <dgm:prSet/>
      <dgm:spPr/>
      <dgm:t>
        <a:bodyPr/>
        <a:lstStyle/>
        <a:p>
          <a:endParaRPr lang="en-US"/>
        </a:p>
      </dgm:t>
    </dgm:pt>
    <dgm:pt modelId="{B0069C9E-9731-458A-B1E3-59A149FDDC57}" type="sibTrans" cxnId="{312CF398-2254-46F4-8258-A1FA7C626AD6}">
      <dgm:prSet/>
      <dgm:spPr/>
      <dgm:t>
        <a:bodyPr/>
        <a:lstStyle/>
        <a:p>
          <a:endParaRPr lang="en-US"/>
        </a:p>
      </dgm:t>
    </dgm:pt>
    <dgm:pt modelId="{25852E61-95C2-45C2-8D81-3384B2C8CEAB}">
      <dgm:prSet/>
      <dgm:spPr/>
      <dgm:t>
        <a:bodyPr/>
        <a:lstStyle/>
        <a:p>
          <a:r>
            <a:rPr lang="en-US"/>
            <a:t>Ethics</a:t>
          </a:r>
        </a:p>
      </dgm:t>
    </dgm:pt>
    <dgm:pt modelId="{6C2CDE4D-53C1-4422-B52A-B44A878AE1CC}" type="parTrans" cxnId="{CE59AD72-FB73-43C3-9813-98A2B7D0AEB4}">
      <dgm:prSet/>
      <dgm:spPr/>
      <dgm:t>
        <a:bodyPr/>
        <a:lstStyle/>
        <a:p>
          <a:endParaRPr lang="en-US"/>
        </a:p>
      </dgm:t>
    </dgm:pt>
    <dgm:pt modelId="{18C42EE4-4AEB-4BBF-9064-2A4E488D7DB4}" type="sibTrans" cxnId="{CE59AD72-FB73-43C3-9813-98A2B7D0AEB4}">
      <dgm:prSet/>
      <dgm:spPr/>
      <dgm:t>
        <a:bodyPr/>
        <a:lstStyle/>
        <a:p>
          <a:endParaRPr lang="en-US"/>
        </a:p>
      </dgm:t>
    </dgm:pt>
    <dgm:pt modelId="{ADB62AA3-721B-4042-8320-85FE48FF15AF}">
      <dgm:prSet/>
      <dgm:spPr/>
      <dgm:t>
        <a:bodyPr/>
        <a:lstStyle/>
        <a:p>
          <a:r>
            <a:rPr lang="en-US"/>
            <a:t>Applied Research</a:t>
          </a:r>
        </a:p>
      </dgm:t>
    </dgm:pt>
    <dgm:pt modelId="{64C8D31C-59CE-4378-8CC6-B9A6E51CD492}" type="parTrans" cxnId="{827D7759-B3B9-4E60-AC1F-278C07781650}">
      <dgm:prSet/>
      <dgm:spPr/>
      <dgm:t>
        <a:bodyPr/>
        <a:lstStyle/>
        <a:p>
          <a:endParaRPr lang="en-US"/>
        </a:p>
      </dgm:t>
    </dgm:pt>
    <dgm:pt modelId="{F223F795-5F63-4D58-959E-FB3BF6F9F6D6}" type="sibTrans" cxnId="{827D7759-B3B9-4E60-AC1F-278C07781650}">
      <dgm:prSet/>
      <dgm:spPr/>
      <dgm:t>
        <a:bodyPr/>
        <a:lstStyle/>
        <a:p>
          <a:endParaRPr lang="en-US"/>
        </a:p>
      </dgm:t>
    </dgm:pt>
    <dgm:pt modelId="{65ED7D44-EF36-4F18-80A8-55F4720F9479}">
      <dgm:prSet/>
      <dgm:spPr/>
      <dgm:t>
        <a:bodyPr/>
        <a:lstStyle/>
        <a:p>
          <a:r>
            <a:rPr lang="en-US"/>
            <a:t>Domain-specific Applications</a:t>
          </a:r>
        </a:p>
      </dgm:t>
    </dgm:pt>
    <dgm:pt modelId="{4893638C-289A-4467-9731-36882F69AC5D}" type="parTrans" cxnId="{9BED0A2C-CEE8-42AD-9AC1-602EA818ADAA}">
      <dgm:prSet/>
      <dgm:spPr/>
      <dgm:t>
        <a:bodyPr/>
        <a:lstStyle/>
        <a:p>
          <a:endParaRPr lang="en-US"/>
        </a:p>
      </dgm:t>
    </dgm:pt>
    <dgm:pt modelId="{71DCA3E8-DC88-4BE7-ADBB-AC3C215E0A34}" type="sibTrans" cxnId="{9BED0A2C-CEE8-42AD-9AC1-602EA818ADAA}">
      <dgm:prSet/>
      <dgm:spPr/>
      <dgm:t>
        <a:bodyPr/>
        <a:lstStyle/>
        <a:p>
          <a:endParaRPr lang="en-US"/>
        </a:p>
      </dgm:t>
    </dgm:pt>
    <dgm:pt modelId="{06AA8A43-98E5-4CCA-B3DE-53083405431E}">
      <dgm:prSet/>
      <dgm:spPr/>
      <dgm:t>
        <a:bodyPr/>
        <a:lstStyle/>
        <a:p>
          <a:r>
            <a:rPr lang="en-US"/>
            <a:t>Fine-tuning models for specific use cases</a:t>
          </a:r>
        </a:p>
      </dgm:t>
    </dgm:pt>
    <dgm:pt modelId="{520912C1-C015-4A05-818D-77FFB6D02333}" type="parTrans" cxnId="{B58C0D50-FD92-45CB-9FBA-786608B2DE2B}">
      <dgm:prSet/>
      <dgm:spPr/>
      <dgm:t>
        <a:bodyPr/>
        <a:lstStyle/>
        <a:p>
          <a:endParaRPr lang="en-US"/>
        </a:p>
      </dgm:t>
    </dgm:pt>
    <dgm:pt modelId="{6E11C527-EB78-4DCF-9E0B-D1DC4BA20D1B}" type="sibTrans" cxnId="{B58C0D50-FD92-45CB-9FBA-786608B2DE2B}">
      <dgm:prSet/>
      <dgm:spPr/>
      <dgm:t>
        <a:bodyPr/>
        <a:lstStyle/>
        <a:p>
          <a:endParaRPr lang="en-US"/>
        </a:p>
      </dgm:t>
    </dgm:pt>
    <dgm:pt modelId="{2374A72E-AAF4-4A9E-9602-7DEC118834B3}">
      <dgm:prSet/>
      <dgm:spPr/>
      <dgm:t>
        <a:bodyPr/>
        <a:lstStyle/>
        <a:p>
          <a:r>
            <a:rPr lang="en-US"/>
            <a:t>Developing guides or insights for specific use cases</a:t>
          </a:r>
        </a:p>
      </dgm:t>
    </dgm:pt>
    <dgm:pt modelId="{DC806B16-9212-4BF6-9404-8ECC0BFA90C7}" type="parTrans" cxnId="{1EE7D166-1F57-45B6-A05F-AF4B35AEAC09}">
      <dgm:prSet/>
      <dgm:spPr/>
      <dgm:t>
        <a:bodyPr/>
        <a:lstStyle/>
        <a:p>
          <a:endParaRPr lang="en-US"/>
        </a:p>
      </dgm:t>
    </dgm:pt>
    <dgm:pt modelId="{9A14701D-6FD3-4569-A6EC-53666DC9F6CB}" type="sibTrans" cxnId="{1EE7D166-1F57-45B6-A05F-AF4B35AEAC09}">
      <dgm:prSet/>
      <dgm:spPr/>
      <dgm:t>
        <a:bodyPr/>
        <a:lstStyle/>
        <a:p>
          <a:endParaRPr lang="en-US"/>
        </a:p>
      </dgm:t>
    </dgm:pt>
    <dgm:pt modelId="{B0FDE98C-0471-4A51-9BC5-DD2F016127AF}" type="pres">
      <dgm:prSet presAssocID="{5B8D6141-009D-4E9F-8F35-B71EC6621460}" presName="linear" presStyleCnt="0">
        <dgm:presLayoutVars>
          <dgm:animLvl val="lvl"/>
          <dgm:resizeHandles val="exact"/>
        </dgm:presLayoutVars>
      </dgm:prSet>
      <dgm:spPr/>
    </dgm:pt>
    <dgm:pt modelId="{2A4E2F57-B0CB-4048-BADE-769D705F93A3}" type="pres">
      <dgm:prSet presAssocID="{F2C5A342-FBB5-48C1-9041-3FBF5E3F8D7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5A68F11-6EF3-402A-8BAC-7C1BB3AFC7A8}" type="pres">
      <dgm:prSet presAssocID="{F2C5A342-FBB5-48C1-9041-3FBF5E3F8D7A}" presName="childText" presStyleLbl="revTx" presStyleIdx="0" presStyleCnt="2">
        <dgm:presLayoutVars>
          <dgm:bulletEnabled val="1"/>
        </dgm:presLayoutVars>
      </dgm:prSet>
      <dgm:spPr/>
    </dgm:pt>
    <dgm:pt modelId="{EF0B9DCC-FC3F-4985-A464-C38E8D81CA00}" type="pres">
      <dgm:prSet presAssocID="{ADB62AA3-721B-4042-8320-85FE48FF15A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57EFF49-FD62-4500-8E6E-C36A3CC48904}" type="pres">
      <dgm:prSet presAssocID="{ADB62AA3-721B-4042-8320-85FE48FF15A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9F7D7B08-A472-4CC7-8248-4ED347D2E98D}" type="presOf" srcId="{FDF7C7DD-E6B2-4760-9096-15C782EC500A}" destId="{55A68F11-6EF3-402A-8BAC-7C1BB3AFC7A8}" srcOrd="0" destOrd="0" presId="urn:microsoft.com/office/officeart/2005/8/layout/vList2"/>
    <dgm:cxn modelId="{AEC42C0C-A4CC-40A7-BEE8-572E552EF4D2}" type="presOf" srcId="{06AA8A43-98E5-4CCA-B3DE-53083405431E}" destId="{257EFF49-FD62-4500-8E6E-C36A3CC48904}" srcOrd="0" destOrd="1" presId="urn:microsoft.com/office/officeart/2005/8/layout/vList2"/>
    <dgm:cxn modelId="{B905C925-2007-4318-8A1F-D6C7877EC7DF}" type="presOf" srcId="{F2C5A342-FBB5-48C1-9041-3FBF5E3F8D7A}" destId="{2A4E2F57-B0CB-4048-BADE-769D705F93A3}" srcOrd="0" destOrd="0" presId="urn:microsoft.com/office/officeart/2005/8/layout/vList2"/>
    <dgm:cxn modelId="{9BED0A2C-CEE8-42AD-9AC1-602EA818ADAA}" srcId="{ADB62AA3-721B-4042-8320-85FE48FF15AF}" destId="{65ED7D44-EF36-4F18-80A8-55F4720F9479}" srcOrd="0" destOrd="0" parTransId="{4893638C-289A-4467-9731-36882F69AC5D}" sibTransId="{71DCA3E8-DC88-4BE7-ADBB-AC3C215E0A34}"/>
    <dgm:cxn modelId="{50A2B85E-9040-472D-949F-6FE6223356B4}" type="presOf" srcId="{2374A72E-AAF4-4A9E-9602-7DEC118834B3}" destId="{257EFF49-FD62-4500-8E6E-C36A3CC48904}" srcOrd="0" destOrd="2" presId="urn:microsoft.com/office/officeart/2005/8/layout/vList2"/>
    <dgm:cxn modelId="{DAED0D41-732E-4FE8-972C-6E2699937536}" type="presOf" srcId="{5B8D6141-009D-4E9F-8F35-B71EC6621460}" destId="{B0FDE98C-0471-4A51-9BC5-DD2F016127AF}" srcOrd="0" destOrd="0" presId="urn:microsoft.com/office/officeart/2005/8/layout/vList2"/>
    <dgm:cxn modelId="{1CD79C41-B467-4669-AD5E-FBABF3E82D84}" srcId="{F2C5A342-FBB5-48C1-9041-3FBF5E3F8D7A}" destId="{FDF7C7DD-E6B2-4760-9096-15C782EC500A}" srcOrd="0" destOrd="0" parTransId="{AA7132B6-DE30-4545-A7E1-3D134D6F4DCE}" sibTransId="{B4DB2B1C-8533-41F6-B34F-1C6A10BA94C4}"/>
    <dgm:cxn modelId="{1EE7D166-1F57-45B6-A05F-AF4B35AEAC09}" srcId="{ADB62AA3-721B-4042-8320-85FE48FF15AF}" destId="{2374A72E-AAF4-4A9E-9602-7DEC118834B3}" srcOrd="2" destOrd="0" parTransId="{DC806B16-9212-4BF6-9404-8ECC0BFA90C7}" sibTransId="{9A14701D-6FD3-4569-A6EC-53666DC9F6CB}"/>
    <dgm:cxn modelId="{C85F514A-FCFD-4533-9569-79CDA7281070}" srcId="{F2C5A342-FBB5-48C1-9041-3FBF5E3F8D7A}" destId="{883CE9CA-9A0B-4BD9-9747-9F3DD6A8BD79}" srcOrd="1" destOrd="0" parTransId="{E0B36118-7763-462D-B0C4-5D4C41DDACE0}" sibTransId="{E98D3B1F-1DA5-4E16-9A85-EDD00E11156A}"/>
    <dgm:cxn modelId="{F9933E6D-72D4-4357-8A93-9036B0C98CEC}" type="presOf" srcId="{18D542F3-5380-49B7-8B4A-CA8E2E3D5CF7}" destId="{55A68F11-6EF3-402A-8BAC-7C1BB3AFC7A8}" srcOrd="0" destOrd="3" presId="urn:microsoft.com/office/officeart/2005/8/layout/vList2"/>
    <dgm:cxn modelId="{B58C0D50-FD92-45CB-9FBA-786608B2DE2B}" srcId="{ADB62AA3-721B-4042-8320-85FE48FF15AF}" destId="{06AA8A43-98E5-4CCA-B3DE-53083405431E}" srcOrd="1" destOrd="0" parTransId="{520912C1-C015-4A05-818D-77FFB6D02333}" sibTransId="{6E11C527-EB78-4DCF-9E0B-D1DC4BA20D1B}"/>
    <dgm:cxn modelId="{CE59AD72-FB73-43C3-9813-98A2B7D0AEB4}" srcId="{F2C5A342-FBB5-48C1-9041-3FBF5E3F8D7A}" destId="{25852E61-95C2-45C2-8D81-3384B2C8CEAB}" srcOrd="4" destOrd="0" parTransId="{6C2CDE4D-53C1-4422-B52A-B44A878AE1CC}" sibTransId="{18C42EE4-4AEB-4BBF-9064-2A4E488D7DB4}"/>
    <dgm:cxn modelId="{827D7759-B3B9-4E60-AC1F-278C07781650}" srcId="{5B8D6141-009D-4E9F-8F35-B71EC6621460}" destId="{ADB62AA3-721B-4042-8320-85FE48FF15AF}" srcOrd="1" destOrd="0" parTransId="{64C8D31C-59CE-4378-8CC6-B9A6E51CD492}" sibTransId="{F223F795-5F63-4D58-959E-FB3BF6F9F6D6}"/>
    <dgm:cxn modelId="{1F75EB5A-EBE3-4035-ADB6-36DF51EC47E3}" type="presOf" srcId="{25852E61-95C2-45C2-8D81-3384B2C8CEAB}" destId="{55A68F11-6EF3-402A-8BAC-7C1BB3AFC7A8}" srcOrd="0" destOrd="4" presId="urn:microsoft.com/office/officeart/2005/8/layout/vList2"/>
    <dgm:cxn modelId="{5EC9C68E-B990-4F30-8B57-934FC2EBBBD9}" type="presOf" srcId="{3C5F7116-9B66-46AB-98DF-1B1CBC1B8A8B}" destId="{55A68F11-6EF3-402A-8BAC-7C1BB3AFC7A8}" srcOrd="0" destOrd="2" presId="urn:microsoft.com/office/officeart/2005/8/layout/vList2"/>
    <dgm:cxn modelId="{312CF398-2254-46F4-8258-A1FA7C626AD6}" srcId="{F2C5A342-FBB5-48C1-9041-3FBF5E3F8D7A}" destId="{18D542F3-5380-49B7-8B4A-CA8E2E3D5CF7}" srcOrd="3" destOrd="0" parTransId="{CD91D100-21FD-427E-A9D6-0D647856E767}" sibTransId="{B0069C9E-9731-458A-B1E3-59A149FDDC57}"/>
    <dgm:cxn modelId="{5A9426AF-5FB0-4BB6-859B-054730B20DFF}" srcId="{5B8D6141-009D-4E9F-8F35-B71EC6621460}" destId="{F2C5A342-FBB5-48C1-9041-3FBF5E3F8D7A}" srcOrd="0" destOrd="0" parTransId="{12938BDC-7719-48DE-9372-15836D814548}" sibTransId="{ABC84499-4313-4021-9987-71E81E476978}"/>
    <dgm:cxn modelId="{30FA7CB1-554A-4EA6-BAF6-640C0C39FDAA}" type="presOf" srcId="{65ED7D44-EF36-4F18-80A8-55F4720F9479}" destId="{257EFF49-FD62-4500-8E6E-C36A3CC48904}" srcOrd="0" destOrd="0" presId="urn:microsoft.com/office/officeart/2005/8/layout/vList2"/>
    <dgm:cxn modelId="{F03E71B8-8587-4772-9028-83FB4BCF1EFD}" type="presOf" srcId="{883CE9CA-9A0B-4BD9-9747-9F3DD6A8BD79}" destId="{55A68F11-6EF3-402A-8BAC-7C1BB3AFC7A8}" srcOrd="0" destOrd="1" presId="urn:microsoft.com/office/officeart/2005/8/layout/vList2"/>
    <dgm:cxn modelId="{5FD46ACA-05D6-4ABD-AD75-A991A89DC9C3}" type="presOf" srcId="{ADB62AA3-721B-4042-8320-85FE48FF15AF}" destId="{EF0B9DCC-FC3F-4985-A464-C38E8D81CA00}" srcOrd="0" destOrd="0" presId="urn:microsoft.com/office/officeart/2005/8/layout/vList2"/>
    <dgm:cxn modelId="{5DD8A7F9-BC80-4D2D-BA6F-D6C289FAB79B}" srcId="{F2C5A342-FBB5-48C1-9041-3FBF5E3F8D7A}" destId="{3C5F7116-9B66-46AB-98DF-1B1CBC1B8A8B}" srcOrd="2" destOrd="0" parTransId="{14446C64-097F-4F1F-A0CE-01B70C4B9BE8}" sibTransId="{16AED849-8C03-459A-8E7A-D855620F51D2}"/>
    <dgm:cxn modelId="{89AB0AC2-6D52-4AF3-808D-926E661DC40F}" type="presParOf" srcId="{B0FDE98C-0471-4A51-9BC5-DD2F016127AF}" destId="{2A4E2F57-B0CB-4048-BADE-769D705F93A3}" srcOrd="0" destOrd="0" presId="urn:microsoft.com/office/officeart/2005/8/layout/vList2"/>
    <dgm:cxn modelId="{830AB609-AF4C-4850-BEF0-0229C5DFBF07}" type="presParOf" srcId="{B0FDE98C-0471-4A51-9BC5-DD2F016127AF}" destId="{55A68F11-6EF3-402A-8BAC-7C1BB3AFC7A8}" srcOrd="1" destOrd="0" presId="urn:microsoft.com/office/officeart/2005/8/layout/vList2"/>
    <dgm:cxn modelId="{D0F5BDFA-A6B1-4716-9615-B84FC810F421}" type="presParOf" srcId="{B0FDE98C-0471-4A51-9BC5-DD2F016127AF}" destId="{EF0B9DCC-FC3F-4985-A464-C38E8D81CA00}" srcOrd="2" destOrd="0" presId="urn:microsoft.com/office/officeart/2005/8/layout/vList2"/>
    <dgm:cxn modelId="{888AC451-91D8-46AA-AC6A-687480EFBA1D}" type="presParOf" srcId="{B0FDE98C-0471-4A51-9BC5-DD2F016127AF}" destId="{257EFF49-FD62-4500-8E6E-C36A3CC4890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5022805-A049-4757-A78A-BE9C4809D037}" type="doc">
      <dgm:prSet loTypeId="urn:microsoft.com/office/officeart/2005/8/layout/list1" loCatId="list" qsTypeId="urn:microsoft.com/office/officeart/2005/8/quickstyle/simple4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73FFBFDA-7EDE-4FCE-AA2A-E51590962A49}">
      <dgm:prSet/>
      <dgm:spPr/>
      <dgm:t>
        <a:bodyPr/>
        <a:lstStyle/>
        <a:p>
          <a:r>
            <a:rPr lang="en-US"/>
            <a:t>Format of Data</a:t>
          </a:r>
        </a:p>
      </dgm:t>
    </dgm:pt>
    <dgm:pt modelId="{5F778A47-F080-4DC5-B399-D6685B9A4EB6}" type="parTrans" cxnId="{BAAE7E34-ECF3-42E7-93B3-28412B5C8FBC}">
      <dgm:prSet/>
      <dgm:spPr/>
      <dgm:t>
        <a:bodyPr/>
        <a:lstStyle/>
        <a:p>
          <a:endParaRPr lang="en-US"/>
        </a:p>
      </dgm:t>
    </dgm:pt>
    <dgm:pt modelId="{FDF514A7-5BF1-400A-87A3-086869ECE71C}" type="sibTrans" cxnId="{BAAE7E34-ECF3-42E7-93B3-28412B5C8FBC}">
      <dgm:prSet/>
      <dgm:spPr/>
      <dgm:t>
        <a:bodyPr/>
        <a:lstStyle/>
        <a:p>
          <a:endParaRPr lang="en-US"/>
        </a:p>
      </dgm:t>
    </dgm:pt>
    <dgm:pt modelId="{35F25CEE-0FB2-434C-940B-E5F1B30F87BD}">
      <dgm:prSet/>
      <dgm:spPr/>
      <dgm:t>
        <a:bodyPr/>
        <a:lstStyle/>
        <a:p>
          <a:r>
            <a:rPr lang="en-US"/>
            <a:t>Structured: data in numeric or categorical format</a:t>
          </a:r>
        </a:p>
      </dgm:t>
    </dgm:pt>
    <dgm:pt modelId="{13DF5437-9510-4B13-9871-CE1A3258BB15}" type="parTrans" cxnId="{A7E00BA9-B540-4E9A-8CB8-A4C4310F90CE}">
      <dgm:prSet/>
      <dgm:spPr/>
      <dgm:t>
        <a:bodyPr/>
        <a:lstStyle/>
        <a:p>
          <a:endParaRPr lang="en-US"/>
        </a:p>
      </dgm:t>
    </dgm:pt>
    <dgm:pt modelId="{ACEAE0C0-B40F-4E05-825C-815AB972D005}" type="sibTrans" cxnId="{A7E00BA9-B540-4E9A-8CB8-A4C4310F90CE}">
      <dgm:prSet/>
      <dgm:spPr/>
      <dgm:t>
        <a:bodyPr/>
        <a:lstStyle/>
        <a:p>
          <a:endParaRPr lang="en-US"/>
        </a:p>
      </dgm:t>
    </dgm:pt>
    <dgm:pt modelId="{0FF05ECF-62BE-4F96-9F48-619633A1A22B}">
      <dgm:prSet/>
      <dgm:spPr/>
      <dgm:t>
        <a:bodyPr/>
        <a:lstStyle/>
        <a:p>
          <a:r>
            <a:rPr lang="en-US"/>
            <a:t>Unstructured: data requiring pre-processing to convert to analyzable format (e.g. text, images, audio)</a:t>
          </a:r>
        </a:p>
      </dgm:t>
    </dgm:pt>
    <dgm:pt modelId="{6801F144-F808-461B-A15A-33B7261F4411}" type="parTrans" cxnId="{701EB1F7-BD62-477F-B276-ADA5595FBD90}">
      <dgm:prSet/>
      <dgm:spPr/>
      <dgm:t>
        <a:bodyPr/>
        <a:lstStyle/>
        <a:p>
          <a:endParaRPr lang="en-US"/>
        </a:p>
      </dgm:t>
    </dgm:pt>
    <dgm:pt modelId="{6EA339A1-AD99-4D6E-9C9F-4500B26FD041}" type="sibTrans" cxnId="{701EB1F7-BD62-477F-B276-ADA5595FBD90}">
      <dgm:prSet/>
      <dgm:spPr/>
      <dgm:t>
        <a:bodyPr/>
        <a:lstStyle/>
        <a:p>
          <a:endParaRPr lang="en-US"/>
        </a:p>
      </dgm:t>
    </dgm:pt>
    <dgm:pt modelId="{8F4C7B95-A775-4853-9836-78E2F4ECAD2B}">
      <dgm:prSet/>
      <dgm:spPr/>
      <dgm:t>
        <a:bodyPr/>
        <a:lstStyle/>
        <a:p>
          <a:r>
            <a:rPr lang="en-US"/>
            <a:t>Composition of Data</a:t>
          </a:r>
        </a:p>
      </dgm:t>
    </dgm:pt>
    <dgm:pt modelId="{95EE6DE7-7190-4954-9FB7-BCAD1A708E25}" type="parTrans" cxnId="{1FBD1E46-A309-4515-B596-B4842FC8AD8F}">
      <dgm:prSet/>
      <dgm:spPr/>
      <dgm:t>
        <a:bodyPr/>
        <a:lstStyle/>
        <a:p>
          <a:endParaRPr lang="en-US"/>
        </a:p>
      </dgm:t>
    </dgm:pt>
    <dgm:pt modelId="{FDF6EB6A-05D2-41E6-82A1-F6E561583DC0}" type="sibTrans" cxnId="{1FBD1E46-A309-4515-B596-B4842FC8AD8F}">
      <dgm:prSet/>
      <dgm:spPr/>
      <dgm:t>
        <a:bodyPr/>
        <a:lstStyle/>
        <a:p>
          <a:endParaRPr lang="en-US"/>
        </a:p>
      </dgm:t>
    </dgm:pt>
    <dgm:pt modelId="{83F77632-E4C4-49AC-9E90-6BF614681246}">
      <dgm:prSet/>
      <dgm:spPr/>
      <dgm:t>
        <a:bodyPr/>
        <a:lstStyle/>
        <a:p>
          <a:r>
            <a:rPr lang="en-US"/>
            <a:t>Dynamic: spatial or temporal aspect to the data</a:t>
          </a:r>
        </a:p>
      </dgm:t>
    </dgm:pt>
    <dgm:pt modelId="{722992E5-3A65-4A82-9A39-2FE757CA0849}" type="parTrans" cxnId="{2313A370-97EF-4928-99B6-4A9BDA68068B}">
      <dgm:prSet/>
      <dgm:spPr/>
      <dgm:t>
        <a:bodyPr/>
        <a:lstStyle/>
        <a:p>
          <a:endParaRPr lang="en-US"/>
        </a:p>
      </dgm:t>
    </dgm:pt>
    <dgm:pt modelId="{29B620E3-51B5-4396-A172-CCDCBA7F1F58}" type="sibTrans" cxnId="{2313A370-97EF-4928-99B6-4A9BDA68068B}">
      <dgm:prSet/>
      <dgm:spPr/>
      <dgm:t>
        <a:bodyPr/>
        <a:lstStyle/>
        <a:p>
          <a:endParaRPr lang="en-US"/>
        </a:p>
      </dgm:t>
    </dgm:pt>
    <dgm:pt modelId="{FDBCD634-E757-4F3F-9641-88AA2710EE10}">
      <dgm:prSet/>
      <dgm:spPr/>
      <dgm:t>
        <a:bodyPr/>
        <a:lstStyle/>
        <a:p>
          <a:r>
            <a:rPr lang="en-US"/>
            <a:t>Static: fixed, cross-sectional data</a:t>
          </a:r>
        </a:p>
      </dgm:t>
    </dgm:pt>
    <dgm:pt modelId="{A672B819-CA62-4155-92D2-BF515FDA603E}" type="parTrans" cxnId="{D24E227D-DD64-4D6B-8522-ABCA4745A88B}">
      <dgm:prSet/>
      <dgm:spPr/>
      <dgm:t>
        <a:bodyPr/>
        <a:lstStyle/>
        <a:p>
          <a:endParaRPr lang="en-US"/>
        </a:p>
      </dgm:t>
    </dgm:pt>
    <dgm:pt modelId="{2E41E89F-4B5A-492A-8110-C71FD1B32858}" type="sibTrans" cxnId="{D24E227D-DD64-4D6B-8522-ABCA4745A88B}">
      <dgm:prSet/>
      <dgm:spPr/>
      <dgm:t>
        <a:bodyPr/>
        <a:lstStyle/>
        <a:p>
          <a:endParaRPr lang="en-US"/>
        </a:p>
      </dgm:t>
    </dgm:pt>
    <dgm:pt modelId="{CA8A988F-65CF-45DB-93B6-732D4564BC6B}">
      <dgm:prSet/>
      <dgm:spPr/>
      <dgm:t>
        <a:bodyPr/>
        <a:lstStyle/>
        <a:p>
          <a:r>
            <a:rPr lang="en-US"/>
            <a:t>Collection Method</a:t>
          </a:r>
        </a:p>
      </dgm:t>
    </dgm:pt>
    <dgm:pt modelId="{FD2BE53B-FDEA-42F6-8552-6EC144602530}" type="parTrans" cxnId="{E0F7563A-B38E-4D70-A931-88DE13679373}">
      <dgm:prSet/>
      <dgm:spPr/>
      <dgm:t>
        <a:bodyPr/>
        <a:lstStyle/>
        <a:p>
          <a:endParaRPr lang="en-US"/>
        </a:p>
      </dgm:t>
    </dgm:pt>
    <dgm:pt modelId="{85A9631F-F654-48BB-AE8A-CF25C5C02D83}" type="sibTrans" cxnId="{E0F7563A-B38E-4D70-A931-88DE13679373}">
      <dgm:prSet/>
      <dgm:spPr/>
      <dgm:t>
        <a:bodyPr/>
        <a:lstStyle/>
        <a:p>
          <a:endParaRPr lang="en-US"/>
        </a:p>
      </dgm:t>
    </dgm:pt>
    <dgm:pt modelId="{58CD0342-09B6-4CC0-8D15-D70347F51BC7}">
      <dgm:prSet/>
      <dgm:spPr/>
      <dgm:t>
        <a:bodyPr/>
        <a:lstStyle/>
        <a:p>
          <a:r>
            <a:rPr lang="en-US"/>
            <a:t>Novel: collection of new data through either traditional methods (like surveys or experiments) or other methods (like web scraping/crawling)</a:t>
          </a:r>
        </a:p>
      </dgm:t>
    </dgm:pt>
    <dgm:pt modelId="{70E28831-83B7-4D19-84C6-6572FAE79B56}" type="parTrans" cxnId="{29BDBBC2-1BA4-48CC-8FC9-163A0A431CD1}">
      <dgm:prSet/>
      <dgm:spPr/>
      <dgm:t>
        <a:bodyPr/>
        <a:lstStyle/>
        <a:p>
          <a:endParaRPr lang="en-US"/>
        </a:p>
      </dgm:t>
    </dgm:pt>
    <dgm:pt modelId="{906D2447-9571-43D7-A258-82FEE68C56D8}" type="sibTrans" cxnId="{29BDBBC2-1BA4-48CC-8FC9-163A0A431CD1}">
      <dgm:prSet/>
      <dgm:spPr/>
      <dgm:t>
        <a:bodyPr/>
        <a:lstStyle/>
        <a:p>
          <a:endParaRPr lang="en-US"/>
        </a:p>
      </dgm:t>
    </dgm:pt>
    <dgm:pt modelId="{632F6DF2-2D6D-4045-B64A-68860587AEDA}">
      <dgm:prSet/>
      <dgm:spPr/>
      <dgm:t>
        <a:bodyPr/>
        <a:lstStyle/>
        <a:p>
          <a:r>
            <a:rPr lang="en-US"/>
            <a:t>Archive: Use of existing datasets or databases either public (like Kaggle, GitHub, HuggingFace) or private</a:t>
          </a:r>
        </a:p>
      </dgm:t>
    </dgm:pt>
    <dgm:pt modelId="{A4F5F442-E9E1-46B0-BB21-D1992E58906A}" type="parTrans" cxnId="{3149853F-ED1C-4BD2-B4EA-AFADE1713779}">
      <dgm:prSet/>
      <dgm:spPr/>
      <dgm:t>
        <a:bodyPr/>
        <a:lstStyle/>
        <a:p>
          <a:endParaRPr lang="en-US"/>
        </a:p>
      </dgm:t>
    </dgm:pt>
    <dgm:pt modelId="{81E9E386-B6B7-4E4B-AF54-B107D97FF537}" type="sibTrans" cxnId="{3149853F-ED1C-4BD2-B4EA-AFADE1713779}">
      <dgm:prSet/>
      <dgm:spPr/>
      <dgm:t>
        <a:bodyPr/>
        <a:lstStyle/>
        <a:p>
          <a:endParaRPr lang="en-US"/>
        </a:p>
      </dgm:t>
    </dgm:pt>
    <dgm:pt modelId="{6B25CDEF-DA7A-4CF9-B628-96FA9B53573B}" type="pres">
      <dgm:prSet presAssocID="{85022805-A049-4757-A78A-BE9C4809D037}" presName="linear" presStyleCnt="0">
        <dgm:presLayoutVars>
          <dgm:dir/>
          <dgm:animLvl val="lvl"/>
          <dgm:resizeHandles val="exact"/>
        </dgm:presLayoutVars>
      </dgm:prSet>
      <dgm:spPr/>
    </dgm:pt>
    <dgm:pt modelId="{C189EFFF-CFB9-4C69-BE8B-93F2FA27FF16}" type="pres">
      <dgm:prSet presAssocID="{73FFBFDA-7EDE-4FCE-AA2A-E51590962A49}" presName="parentLin" presStyleCnt="0"/>
      <dgm:spPr/>
    </dgm:pt>
    <dgm:pt modelId="{35CDF467-9359-4E3E-B106-25E13AF7D93F}" type="pres">
      <dgm:prSet presAssocID="{73FFBFDA-7EDE-4FCE-AA2A-E51590962A49}" presName="parentLeftMargin" presStyleLbl="node1" presStyleIdx="0" presStyleCnt="3"/>
      <dgm:spPr/>
    </dgm:pt>
    <dgm:pt modelId="{D6E72136-B160-4C40-B91B-46AB53875148}" type="pres">
      <dgm:prSet presAssocID="{73FFBFDA-7EDE-4FCE-AA2A-E51590962A4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77CB553-1A89-4C22-8F71-E7253696BD3C}" type="pres">
      <dgm:prSet presAssocID="{73FFBFDA-7EDE-4FCE-AA2A-E51590962A49}" presName="negativeSpace" presStyleCnt="0"/>
      <dgm:spPr/>
    </dgm:pt>
    <dgm:pt modelId="{FBAD2B4B-E232-4306-80DD-FBD76DA0FB55}" type="pres">
      <dgm:prSet presAssocID="{73FFBFDA-7EDE-4FCE-AA2A-E51590962A49}" presName="childText" presStyleLbl="conFgAcc1" presStyleIdx="0" presStyleCnt="3">
        <dgm:presLayoutVars>
          <dgm:bulletEnabled val="1"/>
        </dgm:presLayoutVars>
      </dgm:prSet>
      <dgm:spPr/>
    </dgm:pt>
    <dgm:pt modelId="{9AE0F9C1-4141-4EE3-8E8F-21CE072AB94D}" type="pres">
      <dgm:prSet presAssocID="{FDF514A7-5BF1-400A-87A3-086869ECE71C}" presName="spaceBetweenRectangles" presStyleCnt="0"/>
      <dgm:spPr/>
    </dgm:pt>
    <dgm:pt modelId="{D92F2D32-3E65-4FA7-8718-7C0A62119F58}" type="pres">
      <dgm:prSet presAssocID="{8F4C7B95-A775-4853-9836-78E2F4ECAD2B}" presName="parentLin" presStyleCnt="0"/>
      <dgm:spPr/>
    </dgm:pt>
    <dgm:pt modelId="{16DBF4CA-1E49-4485-A1A5-FC47DEDF6CD2}" type="pres">
      <dgm:prSet presAssocID="{8F4C7B95-A775-4853-9836-78E2F4ECAD2B}" presName="parentLeftMargin" presStyleLbl="node1" presStyleIdx="0" presStyleCnt="3"/>
      <dgm:spPr/>
    </dgm:pt>
    <dgm:pt modelId="{90E285B2-40FE-40FE-A41D-7E5D51625358}" type="pres">
      <dgm:prSet presAssocID="{8F4C7B95-A775-4853-9836-78E2F4ECAD2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F96AFDC-DBAD-4E40-91FF-AE40EB711BC5}" type="pres">
      <dgm:prSet presAssocID="{8F4C7B95-A775-4853-9836-78E2F4ECAD2B}" presName="negativeSpace" presStyleCnt="0"/>
      <dgm:spPr/>
    </dgm:pt>
    <dgm:pt modelId="{6B2C487D-2E0B-4F72-84E3-A5A435CF1BBD}" type="pres">
      <dgm:prSet presAssocID="{8F4C7B95-A775-4853-9836-78E2F4ECAD2B}" presName="childText" presStyleLbl="conFgAcc1" presStyleIdx="1" presStyleCnt="3">
        <dgm:presLayoutVars>
          <dgm:bulletEnabled val="1"/>
        </dgm:presLayoutVars>
      </dgm:prSet>
      <dgm:spPr/>
    </dgm:pt>
    <dgm:pt modelId="{D5D53436-A468-4A41-B14F-AF605FACA2B5}" type="pres">
      <dgm:prSet presAssocID="{FDF6EB6A-05D2-41E6-82A1-F6E561583DC0}" presName="spaceBetweenRectangles" presStyleCnt="0"/>
      <dgm:spPr/>
    </dgm:pt>
    <dgm:pt modelId="{AD1FC884-F1FB-4B14-8446-2860D0BC0312}" type="pres">
      <dgm:prSet presAssocID="{CA8A988F-65CF-45DB-93B6-732D4564BC6B}" presName="parentLin" presStyleCnt="0"/>
      <dgm:spPr/>
    </dgm:pt>
    <dgm:pt modelId="{C0DDBA45-58C7-45CC-9CCF-C57685FF13D9}" type="pres">
      <dgm:prSet presAssocID="{CA8A988F-65CF-45DB-93B6-732D4564BC6B}" presName="parentLeftMargin" presStyleLbl="node1" presStyleIdx="1" presStyleCnt="3"/>
      <dgm:spPr/>
    </dgm:pt>
    <dgm:pt modelId="{1C0F0E08-16BD-4F02-86E0-AFA9BBF24260}" type="pres">
      <dgm:prSet presAssocID="{CA8A988F-65CF-45DB-93B6-732D4564BC6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94C4028-7CAE-4A2C-AF86-E61ED61AE629}" type="pres">
      <dgm:prSet presAssocID="{CA8A988F-65CF-45DB-93B6-732D4564BC6B}" presName="negativeSpace" presStyleCnt="0"/>
      <dgm:spPr/>
    </dgm:pt>
    <dgm:pt modelId="{40C08A38-6098-494C-B997-907F585B3B9E}" type="pres">
      <dgm:prSet presAssocID="{CA8A988F-65CF-45DB-93B6-732D4564BC6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AAE7E34-ECF3-42E7-93B3-28412B5C8FBC}" srcId="{85022805-A049-4757-A78A-BE9C4809D037}" destId="{73FFBFDA-7EDE-4FCE-AA2A-E51590962A49}" srcOrd="0" destOrd="0" parTransId="{5F778A47-F080-4DC5-B399-D6685B9A4EB6}" sibTransId="{FDF514A7-5BF1-400A-87A3-086869ECE71C}"/>
    <dgm:cxn modelId="{589A3A38-C00C-4EB9-85E3-75609F7620F2}" type="presOf" srcId="{CA8A988F-65CF-45DB-93B6-732D4564BC6B}" destId="{1C0F0E08-16BD-4F02-86E0-AFA9BBF24260}" srcOrd="1" destOrd="0" presId="urn:microsoft.com/office/officeart/2005/8/layout/list1"/>
    <dgm:cxn modelId="{E0F7563A-B38E-4D70-A931-88DE13679373}" srcId="{85022805-A049-4757-A78A-BE9C4809D037}" destId="{CA8A988F-65CF-45DB-93B6-732D4564BC6B}" srcOrd="2" destOrd="0" parTransId="{FD2BE53B-FDEA-42F6-8552-6EC144602530}" sibTransId="{85A9631F-F654-48BB-AE8A-CF25C5C02D83}"/>
    <dgm:cxn modelId="{9478B73C-06A5-4087-A32B-EDB701607179}" type="presOf" srcId="{83F77632-E4C4-49AC-9E90-6BF614681246}" destId="{6B2C487D-2E0B-4F72-84E3-A5A435CF1BBD}" srcOrd="0" destOrd="0" presId="urn:microsoft.com/office/officeart/2005/8/layout/list1"/>
    <dgm:cxn modelId="{1F85353F-31D5-41B0-B060-36BA0A733518}" type="presOf" srcId="{58CD0342-09B6-4CC0-8D15-D70347F51BC7}" destId="{40C08A38-6098-494C-B997-907F585B3B9E}" srcOrd="0" destOrd="0" presId="urn:microsoft.com/office/officeart/2005/8/layout/list1"/>
    <dgm:cxn modelId="{3149853F-ED1C-4BD2-B4EA-AFADE1713779}" srcId="{CA8A988F-65CF-45DB-93B6-732D4564BC6B}" destId="{632F6DF2-2D6D-4045-B64A-68860587AEDA}" srcOrd="1" destOrd="0" parTransId="{A4F5F442-E9E1-46B0-BB21-D1992E58906A}" sibTransId="{81E9E386-B6B7-4E4B-AF54-B107D97FF537}"/>
    <dgm:cxn modelId="{9EDE285E-6EAC-47E1-932F-A6155EB572C9}" type="presOf" srcId="{8F4C7B95-A775-4853-9836-78E2F4ECAD2B}" destId="{16DBF4CA-1E49-4485-A1A5-FC47DEDF6CD2}" srcOrd="0" destOrd="0" presId="urn:microsoft.com/office/officeart/2005/8/layout/list1"/>
    <dgm:cxn modelId="{1FBD1E46-A309-4515-B596-B4842FC8AD8F}" srcId="{85022805-A049-4757-A78A-BE9C4809D037}" destId="{8F4C7B95-A775-4853-9836-78E2F4ECAD2B}" srcOrd="1" destOrd="0" parTransId="{95EE6DE7-7190-4954-9FB7-BCAD1A708E25}" sibTransId="{FDF6EB6A-05D2-41E6-82A1-F6E561583DC0}"/>
    <dgm:cxn modelId="{2313A370-97EF-4928-99B6-4A9BDA68068B}" srcId="{8F4C7B95-A775-4853-9836-78E2F4ECAD2B}" destId="{83F77632-E4C4-49AC-9E90-6BF614681246}" srcOrd="0" destOrd="0" parTransId="{722992E5-3A65-4A82-9A39-2FE757CA0849}" sibTransId="{29B620E3-51B5-4396-A172-CCDCBA7F1F58}"/>
    <dgm:cxn modelId="{E647EA70-1408-4878-BF74-8B1AF6445CC6}" type="presOf" srcId="{0FF05ECF-62BE-4F96-9F48-619633A1A22B}" destId="{FBAD2B4B-E232-4306-80DD-FBD76DA0FB55}" srcOrd="0" destOrd="1" presId="urn:microsoft.com/office/officeart/2005/8/layout/list1"/>
    <dgm:cxn modelId="{D24E227D-DD64-4D6B-8522-ABCA4745A88B}" srcId="{8F4C7B95-A775-4853-9836-78E2F4ECAD2B}" destId="{FDBCD634-E757-4F3F-9641-88AA2710EE10}" srcOrd="1" destOrd="0" parTransId="{A672B819-CA62-4155-92D2-BF515FDA603E}" sibTransId="{2E41E89F-4B5A-492A-8110-C71FD1B32858}"/>
    <dgm:cxn modelId="{16F0E082-1D6D-4254-B637-FEF6E8F39F2B}" type="presOf" srcId="{73FFBFDA-7EDE-4FCE-AA2A-E51590962A49}" destId="{35CDF467-9359-4E3E-B106-25E13AF7D93F}" srcOrd="0" destOrd="0" presId="urn:microsoft.com/office/officeart/2005/8/layout/list1"/>
    <dgm:cxn modelId="{3D194D9A-A082-4648-A98D-87C9973DAE63}" type="presOf" srcId="{73FFBFDA-7EDE-4FCE-AA2A-E51590962A49}" destId="{D6E72136-B160-4C40-B91B-46AB53875148}" srcOrd="1" destOrd="0" presId="urn:microsoft.com/office/officeart/2005/8/layout/list1"/>
    <dgm:cxn modelId="{ABF8449C-C7F3-4489-99E5-D6311F786717}" type="presOf" srcId="{85022805-A049-4757-A78A-BE9C4809D037}" destId="{6B25CDEF-DA7A-4CF9-B628-96FA9B53573B}" srcOrd="0" destOrd="0" presId="urn:microsoft.com/office/officeart/2005/8/layout/list1"/>
    <dgm:cxn modelId="{6B1BF59E-F198-4360-B497-B7061C2ECE77}" type="presOf" srcId="{8F4C7B95-A775-4853-9836-78E2F4ECAD2B}" destId="{90E285B2-40FE-40FE-A41D-7E5D51625358}" srcOrd="1" destOrd="0" presId="urn:microsoft.com/office/officeart/2005/8/layout/list1"/>
    <dgm:cxn modelId="{A7E00BA9-B540-4E9A-8CB8-A4C4310F90CE}" srcId="{73FFBFDA-7EDE-4FCE-AA2A-E51590962A49}" destId="{35F25CEE-0FB2-434C-940B-E5F1B30F87BD}" srcOrd="0" destOrd="0" parTransId="{13DF5437-9510-4B13-9871-CE1A3258BB15}" sibTransId="{ACEAE0C0-B40F-4E05-825C-815AB972D005}"/>
    <dgm:cxn modelId="{29BDBBC2-1BA4-48CC-8FC9-163A0A431CD1}" srcId="{CA8A988F-65CF-45DB-93B6-732D4564BC6B}" destId="{58CD0342-09B6-4CC0-8D15-D70347F51BC7}" srcOrd="0" destOrd="0" parTransId="{70E28831-83B7-4D19-84C6-6572FAE79B56}" sibTransId="{906D2447-9571-43D7-A258-82FEE68C56D8}"/>
    <dgm:cxn modelId="{00D54FC5-9472-4A67-ADE3-1E946445EAE5}" type="presOf" srcId="{35F25CEE-0FB2-434C-940B-E5F1B30F87BD}" destId="{FBAD2B4B-E232-4306-80DD-FBD76DA0FB55}" srcOrd="0" destOrd="0" presId="urn:microsoft.com/office/officeart/2005/8/layout/list1"/>
    <dgm:cxn modelId="{1B2C77CC-586F-45E7-BB10-46AE5D67FCC6}" type="presOf" srcId="{FDBCD634-E757-4F3F-9641-88AA2710EE10}" destId="{6B2C487D-2E0B-4F72-84E3-A5A435CF1BBD}" srcOrd="0" destOrd="1" presId="urn:microsoft.com/office/officeart/2005/8/layout/list1"/>
    <dgm:cxn modelId="{0BB3AEEA-25DA-4FDB-AD8B-0839D4160E6A}" type="presOf" srcId="{CA8A988F-65CF-45DB-93B6-732D4564BC6B}" destId="{C0DDBA45-58C7-45CC-9CCF-C57685FF13D9}" srcOrd="0" destOrd="0" presId="urn:microsoft.com/office/officeart/2005/8/layout/list1"/>
    <dgm:cxn modelId="{A3DAFEF3-DD86-4B73-80E1-C54638E292D7}" type="presOf" srcId="{632F6DF2-2D6D-4045-B64A-68860587AEDA}" destId="{40C08A38-6098-494C-B997-907F585B3B9E}" srcOrd="0" destOrd="1" presId="urn:microsoft.com/office/officeart/2005/8/layout/list1"/>
    <dgm:cxn modelId="{701EB1F7-BD62-477F-B276-ADA5595FBD90}" srcId="{73FFBFDA-7EDE-4FCE-AA2A-E51590962A49}" destId="{0FF05ECF-62BE-4F96-9F48-619633A1A22B}" srcOrd="1" destOrd="0" parTransId="{6801F144-F808-461B-A15A-33B7261F4411}" sibTransId="{6EA339A1-AD99-4D6E-9C9F-4500B26FD041}"/>
    <dgm:cxn modelId="{D8CD43E4-A4FB-4E69-B6C0-712B9F35B5F1}" type="presParOf" srcId="{6B25CDEF-DA7A-4CF9-B628-96FA9B53573B}" destId="{C189EFFF-CFB9-4C69-BE8B-93F2FA27FF16}" srcOrd="0" destOrd="0" presId="urn:microsoft.com/office/officeart/2005/8/layout/list1"/>
    <dgm:cxn modelId="{8BA1F297-3FB6-4170-84DF-1A21153E3C90}" type="presParOf" srcId="{C189EFFF-CFB9-4C69-BE8B-93F2FA27FF16}" destId="{35CDF467-9359-4E3E-B106-25E13AF7D93F}" srcOrd="0" destOrd="0" presId="urn:microsoft.com/office/officeart/2005/8/layout/list1"/>
    <dgm:cxn modelId="{F9F970CB-25A5-41C1-A6DD-8E0085DBDA73}" type="presParOf" srcId="{C189EFFF-CFB9-4C69-BE8B-93F2FA27FF16}" destId="{D6E72136-B160-4C40-B91B-46AB53875148}" srcOrd="1" destOrd="0" presId="urn:microsoft.com/office/officeart/2005/8/layout/list1"/>
    <dgm:cxn modelId="{0C7DF689-0E55-4602-951A-1E56D8E6FF4E}" type="presParOf" srcId="{6B25CDEF-DA7A-4CF9-B628-96FA9B53573B}" destId="{577CB553-1A89-4C22-8F71-E7253696BD3C}" srcOrd="1" destOrd="0" presId="urn:microsoft.com/office/officeart/2005/8/layout/list1"/>
    <dgm:cxn modelId="{03DA981F-A15E-4D04-BEB1-42A119A720EF}" type="presParOf" srcId="{6B25CDEF-DA7A-4CF9-B628-96FA9B53573B}" destId="{FBAD2B4B-E232-4306-80DD-FBD76DA0FB55}" srcOrd="2" destOrd="0" presId="urn:microsoft.com/office/officeart/2005/8/layout/list1"/>
    <dgm:cxn modelId="{DD647B9D-3619-4DB6-AE20-DBA768F9AF70}" type="presParOf" srcId="{6B25CDEF-DA7A-4CF9-B628-96FA9B53573B}" destId="{9AE0F9C1-4141-4EE3-8E8F-21CE072AB94D}" srcOrd="3" destOrd="0" presId="urn:microsoft.com/office/officeart/2005/8/layout/list1"/>
    <dgm:cxn modelId="{B01D48FE-89A9-4945-B3CA-CEA21A493D2A}" type="presParOf" srcId="{6B25CDEF-DA7A-4CF9-B628-96FA9B53573B}" destId="{D92F2D32-3E65-4FA7-8718-7C0A62119F58}" srcOrd="4" destOrd="0" presId="urn:microsoft.com/office/officeart/2005/8/layout/list1"/>
    <dgm:cxn modelId="{ADFAB4BA-87AE-4D7F-8268-CDC84794B525}" type="presParOf" srcId="{D92F2D32-3E65-4FA7-8718-7C0A62119F58}" destId="{16DBF4CA-1E49-4485-A1A5-FC47DEDF6CD2}" srcOrd="0" destOrd="0" presId="urn:microsoft.com/office/officeart/2005/8/layout/list1"/>
    <dgm:cxn modelId="{51D2033A-5791-4CD5-A800-8BE25E75D849}" type="presParOf" srcId="{D92F2D32-3E65-4FA7-8718-7C0A62119F58}" destId="{90E285B2-40FE-40FE-A41D-7E5D51625358}" srcOrd="1" destOrd="0" presId="urn:microsoft.com/office/officeart/2005/8/layout/list1"/>
    <dgm:cxn modelId="{FA3DD5D2-D6C3-4DEC-B125-3821A2293A9F}" type="presParOf" srcId="{6B25CDEF-DA7A-4CF9-B628-96FA9B53573B}" destId="{AF96AFDC-DBAD-4E40-91FF-AE40EB711BC5}" srcOrd="5" destOrd="0" presId="urn:microsoft.com/office/officeart/2005/8/layout/list1"/>
    <dgm:cxn modelId="{5E06A3AB-D493-47F7-9492-11601828048A}" type="presParOf" srcId="{6B25CDEF-DA7A-4CF9-B628-96FA9B53573B}" destId="{6B2C487D-2E0B-4F72-84E3-A5A435CF1BBD}" srcOrd="6" destOrd="0" presId="urn:microsoft.com/office/officeart/2005/8/layout/list1"/>
    <dgm:cxn modelId="{D2E33728-F12D-4758-A5A2-1BE880D6E86B}" type="presParOf" srcId="{6B25CDEF-DA7A-4CF9-B628-96FA9B53573B}" destId="{D5D53436-A468-4A41-B14F-AF605FACA2B5}" srcOrd="7" destOrd="0" presId="urn:microsoft.com/office/officeart/2005/8/layout/list1"/>
    <dgm:cxn modelId="{A177D9DF-90CD-4B74-BCE5-2B805CB14126}" type="presParOf" srcId="{6B25CDEF-DA7A-4CF9-B628-96FA9B53573B}" destId="{AD1FC884-F1FB-4B14-8446-2860D0BC0312}" srcOrd="8" destOrd="0" presId="urn:microsoft.com/office/officeart/2005/8/layout/list1"/>
    <dgm:cxn modelId="{A54A1824-6639-4251-941C-49DAB962E12E}" type="presParOf" srcId="{AD1FC884-F1FB-4B14-8446-2860D0BC0312}" destId="{C0DDBA45-58C7-45CC-9CCF-C57685FF13D9}" srcOrd="0" destOrd="0" presId="urn:microsoft.com/office/officeart/2005/8/layout/list1"/>
    <dgm:cxn modelId="{C991866E-C469-4EBA-9AE0-C3E73DEC3C4A}" type="presParOf" srcId="{AD1FC884-F1FB-4B14-8446-2860D0BC0312}" destId="{1C0F0E08-16BD-4F02-86E0-AFA9BBF24260}" srcOrd="1" destOrd="0" presId="urn:microsoft.com/office/officeart/2005/8/layout/list1"/>
    <dgm:cxn modelId="{C1BB91A3-6BEF-4AFC-BD52-524CB6335284}" type="presParOf" srcId="{6B25CDEF-DA7A-4CF9-B628-96FA9B53573B}" destId="{794C4028-7CAE-4A2C-AF86-E61ED61AE629}" srcOrd="9" destOrd="0" presId="urn:microsoft.com/office/officeart/2005/8/layout/list1"/>
    <dgm:cxn modelId="{8F7A4A0D-2537-4072-A50D-25DAE44DAFAF}" type="presParOf" srcId="{6B25CDEF-DA7A-4CF9-B628-96FA9B53573B}" destId="{40C08A38-6098-494C-B997-907F585B3B9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A7A97B8-EB0C-4BA0-B147-BF4E3C352B8A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401C994-7816-4E54-89AC-CEE72A334E6A}">
      <dgm:prSet/>
      <dgm:spPr/>
      <dgm:t>
        <a:bodyPr/>
        <a:lstStyle/>
        <a:p>
          <a:r>
            <a:rPr lang="en-US"/>
            <a:t>Using data integration to connect and merge existing datasets for improved insights</a:t>
          </a:r>
        </a:p>
      </dgm:t>
    </dgm:pt>
    <dgm:pt modelId="{3C2E080C-DD1E-404A-AFBE-03C5507DA5C5}" type="parTrans" cxnId="{F296B2CE-2937-4470-B307-7A5384B39E4C}">
      <dgm:prSet/>
      <dgm:spPr/>
      <dgm:t>
        <a:bodyPr/>
        <a:lstStyle/>
        <a:p>
          <a:endParaRPr lang="en-US"/>
        </a:p>
      </dgm:t>
    </dgm:pt>
    <dgm:pt modelId="{B9889B21-BBC3-4EDE-8CE4-F558F3E0D063}" type="sibTrans" cxnId="{F296B2CE-2937-4470-B307-7A5384B39E4C}">
      <dgm:prSet/>
      <dgm:spPr/>
      <dgm:t>
        <a:bodyPr/>
        <a:lstStyle/>
        <a:p>
          <a:endParaRPr lang="en-US"/>
        </a:p>
      </dgm:t>
    </dgm:pt>
    <dgm:pt modelId="{A97363DA-C23A-406E-9238-C616BBE30BEB}">
      <dgm:prSet/>
      <dgm:spPr/>
      <dgm:t>
        <a:bodyPr/>
        <a:lstStyle/>
        <a:p>
          <a:r>
            <a:rPr lang="en-US"/>
            <a:t>Evaluation and comparison of AI models using prompt engineering and experimental methods</a:t>
          </a:r>
        </a:p>
      </dgm:t>
    </dgm:pt>
    <dgm:pt modelId="{16F39415-9F56-43C1-B892-6910293DB7CA}" type="parTrans" cxnId="{0634CAA3-CB2B-42F0-B824-CB1B4C756BA4}">
      <dgm:prSet/>
      <dgm:spPr/>
      <dgm:t>
        <a:bodyPr/>
        <a:lstStyle/>
        <a:p>
          <a:endParaRPr lang="en-US"/>
        </a:p>
      </dgm:t>
    </dgm:pt>
    <dgm:pt modelId="{EFA4C2C7-708F-4162-A13F-556F4D093E4D}" type="sibTrans" cxnId="{0634CAA3-CB2B-42F0-B824-CB1B4C756BA4}">
      <dgm:prSet/>
      <dgm:spPr/>
      <dgm:t>
        <a:bodyPr/>
        <a:lstStyle/>
        <a:p>
          <a:endParaRPr lang="en-US"/>
        </a:p>
      </dgm:t>
    </dgm:pt>
    <dgm:pt modelId="{1796C284-5B4E-4D8E-B3D6-90389875A0F8}">
      <dgm:prSet/>
      <dgm:spPr/>
      <dgm:t>
        <a:bodyPr/>
        <a:lstStyle/>
        <a:p>
          <a:r>
            <a:rPr lang="en-US"/>
            <a:t>Testing of new algorithms or benchmarks on existing datasets</a:t>
          </a:r>
        </a:p>
      </dgm:t>
    </dgm:pt>
    <dgm:pt modelId="{6D59B984-E11E-4F19-9F4E-D9B00DF1C55A}" type="parTrans" cxnId="{F9CF1C10-0067-4AE7-9FF9-C0835704E410}">
      <dgm:prSet/>
      <dgm:spPr/>
      <dgm:t>
        <a:bodyPr/>
        <a:lstStyle/>
        <a:p>
          <a:endParaRPr lang="en-US"/>
        </a:p>
      </dgm:t>
    </dgm:pt>
    <dgm:pt modelId="{B0AC7879-AE8C-4BBF-9003-6D63A88727BF}" type="sibTrans" cxnId="{F9CF1C10-0067-4AE7-9FF9-C0835704E410}">
      <dgm:prSet/>
      <dgm:spPr/>
      <dgm:t>
        <a:bodyPr/>
        <a:lstStyle/>
        <a:p>
          <a:endParaRPr lang="en-US"/>
        </a:p>
      </dgm:t>
    </dgm:pt>
    <dgm:pt modelId="{A6CAF947-F7CE-4FA3-9D40-64A0FE8F3A78}">
      <dgm:prSet/>
      <dgm:spPr/>
      <dgm:t>
        <a:bodyPr/>
        <a:lstStyle/>
        <a:p>
          <a:r>
            <a:rPr lang="en-US"/>
            <a:t>Extracting insights from novel datasets</a:t>
          </a:r>
        </a:p>
      </dgm:t>
    </dgm:pt>
    <dgm:pt modelId="{5E2EAEF4-9397-4EE4-861F-FF94B3FAA7BB}" type="parTrans" cxnId="{E6C2676D-771A-4AA4-8230-B6945EB16704}">
      <dgm:prSet/>
      <dgm:spPr/>
      <dgm:t>
        <a:bodyPr/>
        <a:lstStyle/>
        <a:p>
          <a:endParaRPr lang="en-US"/>
        </a:p>
      </dgm:t>
    </dgm:pt>
    <dgm:pt modelId="{C5BE8307-F614-4181-9FDF-1B8C11E25804}" type="sibTrans" cxnId="{E6C2676D-771A-4AA4-8230-B6945EB16704}">
      <dgm:prSet/>
      <dgm:spPr/>
      <dgm:t>
        <a:bodyPr/>
        <a:lstStyle/>
        <a:p>
          <a:endParaRPr lang="en-US"/>
        </a:p>
      </dgm:t>
    </dgm:pt>
    <dgm:pt modelId="{BE6FEC14-F5A3-4954-A115-68CBB24CF51A}">
      <dgm:prSet/>
      <dgm:spPr/>
      <dgm:t>
        <a:bodyPr/>
        <a:lstStyle/>
        <a:p>
          <a:r>
            <a:rPr lang="en-US"/>
            <a:t>Comparing the effectiveness and impact of analytic processes</a:t>
          </a:r>
        </a:p>
      </dgm:t>
    </dgm:pt>
    <dgm:pt modelId="{8E3577A5-3A46-4ACF-B577-C4CADA457B38}" type="parTrans" cxnId="{696B16FB-71E2-40C3-B42D-4871862B53E3}">
      <dgm:prSet/>
      <dgm:spPr/>
      <dgm:t>
        <a:bodyPr/>
        <a:lstStyle/>
        <a:p>
          <a:endParaRPr lang="en-US"/>
        </a:p>
      </dgm:t>
    </dgm:pt>
    <dgm:pt modelId="{A455AE29-46A3-48BB-BD1F-B93CDB384AE0}" type="sibTrans" cxnId="{696B16FB-71E2-40C3-B42D-4871862B53E3}">
      <dgm:prSet/>
      <dgm:spPr/>
      <dgm:t>
        <a:bodyPr/>
        <a:lstStyle/>
        <a:p>
          <a:endParaRPr lang="en-US"/>
        </a:p>
      </dgm:t>
    </dgm:pt>
    <dgm:pt modelId="{0CA18AF4-B914-477D-8905-684631F756C4}" type="pres">
      <dgm:prSet presAssocID="{5A7A97B8-EB0C-4BA0-B147-BF4E3C352B8A}" presName="vert0" presStyleCnt="0">
        <dgm:presLayoutVars>
          <dgm:dir/>
          <dgm:animOne val="branch"/>
          <dgm:animLvl val="lvl"/>
        </dgm:presLayoutVars>
      </dgm:prSet>
      <dgm:spPr/>
    </dgm:pt>
    <dgm:pt modelId="{96942CD9-8480-4C39-89FF-4B050F92A8B9}" type="pres">
      <dgm:prSet presAssocID="{3401C994-7816-4E54-89AC-CEE72A334E6A}" presName="thickLine" presStyleLbl="alignNode1" presStyleIdx="0" presStyleCnt="5"/>
      <dgm:spPr/>
    </dgm:pt>
    <dgm:pt modelId="{BBCE2D97-697D-4845-8B46-62802A3EBBB1}" type="pres">
      <dgm:prSet presAssocID="{3401C994-7816-4E54-89AC-CEE72A334E6A}" presName="horz1" presStyleCnt="0"/>
      <dgm:spPr/>
    </dgm:pt>
    <dgm:pt modelId="{3C4C7D6C-EF7E-4CBA-8817-2301CFC6E31D}" type="pres">
      <dgm:prSet presAssocID="{3401C994-7816-4E54-89AC-CEE72A334E6A}" presName="tx1" presStyleLbl="revTx" presStyleIdx="0" presStyleCnt="5"/>
      <dgm:spPr/>
    </dgm:pt>
    <dgm:pt modelId="{A5080B89-AB52-4614-BC3E-F9D6A38B5721}" type="pres">
      <dgm:prSet presAssocID="{3401C994-7816-4E54-89AC-CEE72A334E6A}" presName="vert1" presStyleCnt="0"/>
      <dgm:spPr/>
    </dgm:pt>
    <dgm:pt modelId="{68B58FE0-DE14-4CE9-B3AF-4DB1280AEC6C}" type="pres">
      <dgm:prSet presAssocID="{A97363DA-C23A-406E-9238-C616BBE30BEB}" presName="thickLine" presStyleLbl="alignNode1" presStyleIdx="1" presStyleCnt="5"/>
      <dgm:spPr/>
    </dgm:pt>
    <dgm:pt modelId="{AF053314-43C8-4C43-81EE-1B732615D6D9}" type="pres">
      <dgm:prSet presAssocID="{A97363DA-C23A-406E-9238-C616BBE30BEB}" presName="horz1" presStyleCnt="0"/>
      <dgm:spPr/>
    </dgm:pt>
    <dgm:pt modelId="{24CB9402-589A-414A-94D9-0A9E0E769F01}" type="pres">
      <dgm:prSet presAssocID="{A97363DA-C23A-406E-9238-C616BBE30BEB}" presName="tx1" presStyleLbl="revTx" presStyleIdx="1" presStyleCnt="5"/>
      <dgm:spPr/>
    </dgm:pt>
    <dgm:pt modelId="{A38F60AA-4FDA-46E0-839A-19EB4676C655}" type="pres">
      <dgm:prSet presAssocID="{A97363DA-C23A-406E-9238-C616BBE30BEB}" presName="vert1" presStyleCnt="0"/>
      <dgm:spPr/>
    </dgm:pt>
    <dgm:pt modelId="{FC6A6651-336B-4FDD-937A-3C693546CD67}" type="pres">
      <dgm:prSet presAssocID="{1796C284-5B4E-4D8E-B3D6-90389875A0F8}" presName="thickLine" presStyleLbl="alignNode1" presStyleIdx="2" presStyleCnt="5"/>
      <dgm:spPr/>
    </dgm:pt>
    <dgm:pt modelId="{B4D59DD2-0D48-4F28-86F7-42C4F9E3040E}" type="pres">
      <dgm:prSet presAssocID="{1796C284-5B4E-4D8E-B3D6-90389875A0F8}" presName="horz1" presStyleCnt="0"/>
      <dgm:spPr/>
    </dgm:pt>
    <dgm:pt modelId="{59A2603D-1386-4CFA-95A6-6F5D34E7AFB7}" type="pres">
      <dgm:prSet presAssocID="{1796C284-5B4E-4D8E-B3D6-90389875A0F8}" presName="tx1" presStyleLbl="revTx" presStyleIdx="2" presStyleCnt="5"/>
      <dgm:spPr/>
    </dgm:pt>
    <dgm:pt modelId="{870C57BC-7AEF-4BFB-96C5-90D1D144CA18}" type="pres">
      <dgm:prSet presAssocID="{1796C284-5B4E-4D8E-B3D6-90389875A0F8}" presName="vert1" presStyleCnt="0"/>
      <dgm:spPr/>
    </dgm:pt>
    <dgm:pt modelId="{34772357-551B-4C4E-AA26-411C1FE23FE0}" type="pres">
      <dgm:prSet presAssocID="{A6CAF947-F7CE-4FA3-9D40-64A0FE8F3A78}" presName="thickLine" presStyleLbl="alignNode1" presStyleIdx="3" presStyleCnt="5"/>
      <dgm:spPr/>
    </dgm:pt>
    <dgm:pt modelId="{63B8EB46-B620-4944-8BA2-CA5927DB225B}" type="pres">
      <dgm:prSet presAssocID="{A6CAF947-F7CE-4FA3-9D40-64A0FE8F3A78}" presName="horz1" presStyleCnt="0"/>
      <dgm:spPr/>
    </dgm:pt>
    <dgm:pt modelId="{457015DC-CF30-4782-BECB-5B2B51F3A3F3}" type="pres">
      <dgm:prSet presAssocID="{A6CAF947-F7CE-4FA3-9D40-64A0FE8F3A78}" presName="tx1" presStyleLbl="revTx" presStyleIdx="3" presStyleCnt="5"/>
      <dgm:spPr/>
    </dgm:pt>
    <dgm:pt modelId="{B78ABC63-024F-4E42-931E-369605E4B0D4}" type="pres">
      <dgm:prSet presAssocID="{A6CAF947-F7CE-4FA3-9D40-64A0FE8F3A78}" presName="vert1" presStyleCnt="0"/>
      <dgm:spPr/>
    </dgm:pt>
    <dgm:pt modelId="{6D3CC3B2-A351-44A7-B9F0-E033DE72BE9E}" type="pres">
      <dgm:prSet presAssocID="{BE6FEC14-F5A3-4954-A115-68CBB24CF51A}" presName="thickLine" presStyleLbl="alignNode1" presStyleIdx="4" presStyleCnt="5"/>
      <dgm:spPr/>
    </dgm:pt>
    <dgm:pt modelId="{65BA1401-3D15-4021-99A1-8F2A0895D319}" type="pres">
      <dgm:prSet presAssocID="{BE6FEC14-F5A3-4954-A115-68CBB24CF51A}" presName="horz1" presStyleCnt="0"/>
      <dgm:spPr/>
    </dgm:pt>
    <dgm:pt modelId="{17FC3FC5-66D9-4708-AD24-2D5D92D5BB0E}" type="pres">
      <dgm:prSet presAssocID="{BE6FEC14-F5A3-4954-A115-68CBB24CF51A}" presName="tx1" presStyleLbl="revTx" presStyleIdx="4" presStyleCnt="5"/>
      <dgm:spPr/>
    </dgm:pt>
    <dgm:pt modelId="{0D0C52BC-F40B-4E2F-811D-3BA1ED82EA2C}" type="pres">
      <dgm:prSet presAssocID="{BE6FEC14-F5A3-4954-A115-68CBB24CF51A}" presName="vert1" presStyleCnt="0"/>
      <dgm:spPr/>
    </dgm:pt>
  </dgm:ptLst>
  <dgm:cxnLst>
    <dgm:cxn modelId="{F9CF1C10-0067-4AE7-9FF9-C0835704E410}" srcId="{5A7A97B8-EB0C-4BA0-B147-BF4E3C352B8A}" destId="{1796C284-5B4E-4D8E-B3D6-90389875A0F8}" srcOrd="2" destOrd="0" parTransId="{6D59B984-E11E-4F19-9F4E-D9B00DF1C55A}" sibTransId="{B0AC7879-AE8C-4BBF-9003-6D63A88727BF}"/>
    <dgm:cxn modelId="{3B442864-3F43-49C6-83F3-5CEB5F3DED97}" type="presOf" srcId="{1796C284-5B4E-4D8E-B3D6-90389875A0F8}" destId="{59A2603D-1386-4CFA-95A6-6F5D34E7AFB7}" srcOrd="0" destOrd="0" presId="urn:microsoft.com/office/officeart/2008/layout/LinedList"/>
    <dgm:cxn modelId="{B0BB3044-2A80-48EA-8639-6ADF458E5261}" type="presOf" srcId="{5A7A97B8-EB0C-4BA0-B147-BF4E3C352B8A}" destId="{0CA18AF4-B914-477D-8905-684631F756C4}" srcOrd="0" destOrd="0" presId="urn:microsoft.com/office/officeart/2008/layout/LinedList"/>
    <dgm:cxn modelId="{CA8AB467-3A0D-403A-910C-BEFD6F2C24BE}" type="presOf" srcId="{A97363DA-C23A-406E-9238-C616BBE30BEB}" destId="{24CB9402-589A-414A-94D9-0A9E0E769F01}" srcOrd="0" destOrd="0" presId="urn:microsoft.com/office/officeart/2008/layout/LinedList"/>
    <dgm:cxn modelId="{E6C2676D-771A-4AA4-8230-B6945EB16704}" srcId="{5A7A97B8-EB0C-4BA0-B147-BF4E3C352B8A}" destId="{A6CAF947-F7CE-4FA3-9D40-64A0FE8F3A78}" srcOrd="3" destOrd="0" parTransId="{5E2EAEF4-9397-4EE4-861F-FF94B3FAA7BB}" sibTransId="{C5BE8307-F614-4181-9FDF-1B8C11E25804}"/>
    <dgm:cxn modelId="{D529C171-E470-4229-9FD3-D148236D9F63}" type="presOf" srcId="{A6CAF947-F7CE-4FA3-9D40-64A0FE8F3A78}" destId="{457015DC-CF30-4782-BECB-5B2B51F3A3F3}" srcOrd="0" destOrd="0" presId="urn:microsoft.com/office/officeart/2008/layout/LinedList"/>
    <dgm:cxn modelId="{0634CAA3-CB2B-42F0-B824-CB1B4C756BA4}" srcId="{5A7A97B8-EB0C-4BA0-B147-BF4E3C352B8A}" destId="{A97363DA-C23A-406E-9238-C616BBE30BEB}" srcOrd="1" destOrd="0" parTransId="{16F39415-9F56-43C1-B892-6910293DB7CA}" sibTransId="{EFA4C2C7-708F-4162-A13F-556F4D093E4D}"/>
    <dgm:cxn modelId="{3C9EAAA6-0D39-4B28-A434-E520E621CB23}" type="presOf" srcId="{3401C994-7816-4E54-89AC-CEE72A334E6A}" destId="{3C4C7D6C-EF7E-4CBA-8817-2301CFC6E31D}" srcOrd="0" destOrd="0" presId="urn:microsoft.com/office/officeart/2008/layout/LinedList"/>
    <dgm:cxn modelId="{EF58DFC1-A65B-4053-B4FC-1E3335EF47E2}" type="presOf" srcId="{BE6FEC14-F5A3-4954-A115-68CBB24CF51A}" destId="{17FC3FC5-66D9-4708-AD24-2D5D92D5BB0E}" srcOrd="0" destOrd="0" presId="urn:microsoft.com/office/officeart/2008/layout/LinedList"/>
    <dgm:cxn modelId="{F296B2CE-2937-4470-B307-7A5384B39E4C}" srcId="{5A7A97B8-EB0C-4BA0-B147-BF4E3C352B8A}" destId="{3401C994-7816-4E54-89AC-CEE72A334E6A}" srcOrd="0" destOrd="0" parTransId="{3C2E080C-DD1E-404A-AFBE-03C5507DA5C5}" sibTransId="{B9889B21-BBC3-4EDE-8CE4-F558F3E0D063}"/>
    <dgm:cxn modelId="{696B16FB-71E2-40C3-B42D-4871862B53E3}" srcId="{5A7A97B8-EB0C-4BA0-B147-BF4E3C352B8A}" destId="{BE6FEC14-F5A3-4954-A115-68CBB24CF51A}" srcOrd="4" destOrd="0" parTransId="{8E3577A5-3A46-4ACF-B577-C4CADA457B38}" sibTransId="{A455AE29-46A3-48BB-BD1F-B93CDB384AE0}"/>
    <dgm:cxn modelId="{D28C142A-6EE0-415A-A2A0-A6C65B12296C}" type="presParOf" srcId="{0CA18AF4-B914-477D-8905-684631F756C4}" destId="{96942CD9-8480-4C39-89FF-4B050F92A8B9}" srcOrd="0" destOrd="0" presId="urn:microsoft.com/office/officeart/2008/layout/LinedList"/>
    <dgm:cxn modelId="{2360D5CA-5402-4880-A39E-072339F66EC9}" type="presParOf" srcId="{0CA18AF4-B914-477D-8905-684631F756C4}" destId="{BBCE2D97-697D-4845-8B46-62802A3EBBB1}" srcOrd="1" destOrd="0" presId="urn:microsoft.com/office/officeart/2008/layout/LinedList"/>
    <dgm:cxn modelId="{759D5BDE-B2C5-4A58-AE72-9F9DC66CEC94}" type="presParOf" srcId="{BBCE2D97-697D-4845-8B46-62802A3EBBB1}" destId="{3C4C7D6C-EF7E-4CBA-8817-2301CFC6E31D}" srcOrd="0" destOrd="0" presId="urn:microsoft.com/office/officeart/2008/layout/LinedList"/>
    <dgm:cxn modelId="{FA6BC998-CF84-4719-B9ED-E37D1F3A1DE2}" type="presParOf" srcId="{BBCE2D97-697D-4845-8B46-62802A3EBBB1}" destId="{A5080B89-AB52-4614-BC3E-F9D6A38B5721}" srcOrd="1" destOrd="0" presId="urn:microsoft.com/office/officeart/2008/layout/LinedList"/>
    <dgm:cxn modelId="{4B3D91F1-3070-4033-B4CB-2589AB23E961}" type="presParOf" srcId="{0CA18AF4-B914-477D-8905-684631F756C4}" destId="{68B58FE0-DE14-4CE9-B3AF-4DB1280AEC6C}" srcOrd="2" destOrd="0" presId="urn:microsoft.com/office/officeart/2008/layout/LinedList"/>
    <dgm:cxn modelId="{A50625AE-3111-4FF6-99BF-518FF3DF6A36}" type="presParOf" srcId="{0CA18AF4-B914-477D-8905-684631F756C4}" destId="{AF053314-43C8-4C43-81EE-1B732615D6D9}" srcOrd="3" destOrd="0" presId="urn:microsoft.com/office/officeart/2008/layout/LinedList"/>
    <dgm:cxn modelId="{294D7D40-1F95-4A35-B973-0F1308EFC2FF}" type="presParOf" srcId="{AF053314-43C8-4C43-81EE-1B732615D6D9}" destId="{24CB9402-589A-414A-94D9-0A9E0E769F01}" srcOrd="0" destOrd="0" presId="urn:microsoft.com/office/officeart/2008/layout/LinedList"/>
    <dgm:cxn modelId="{5097BFDE-97A4-49D9-9A9E-E4890F3CD66A}" type="presParOf" srcId="{AF053314-43C8-4C43-81EE-1B732615D6D9}" destId="{A38F60AA-4FDA-46E0-839A-19EB4676C655}" srcOrd="1" destOrd="0" presId="urn:microsoft.com/office/officeart/2008/layout/LinedList"/>
    <dgm:cxn modelId="{6B0DB727-F797-4922-947B-A50BE4FD9916}" type="presParOf" srcId="{0CA18AF4-B914-477D-8905-684631F756C4}" destId="{FC6A6651-336B-4FDD-937A-3C693546CD67}" srcOrd="4" destOrd="0" presId="urn:microsoft.com/office/officeart/2008/layout/LinedList"/>
    <dgm:cxn modelId="{4E801270-7E1F-477D-8350-6B3703874948}" type="presParOf" srcId="{0CA18AF4-B914-477D-8905-684631F756C4}" destId="{B4D59DD2-0D48-4F28-86F7-42C4F9E3040E}" srcOrd="5" destOrd="0" presId="urn:microsoft.com/office/officeart/2008/layout/LinedList"/>
    <dgm:cxn modelId="{EF193FAF-9B61-47EB-87AB-D129969B9650}" type="presParOf" srcId="{B4D59DD2-0D48-4F28-86F7-42C4F9E3040E}" destId="{59A2603D-1386-4CFA-95A6-6F5D34E7AFB7}" srcOrd="0" destOrd="0" presId="urn:microsoft.com/office/officeart/2008/layout/LinedList"/>
    <dgm:cxn modelId="{2B0DD853-DE6B-488F-B912-C40B314A5B69}" type="presParOf" srcId="{B4D59DD2-0D48-4F28-86F7-42C4F9E3040E}" destId="{870C57BC-7AEF-4BFB-96C5-90D1D144CA18}" srcOrd="1" destOrd="0" presId="urn:microsoft.com/office/officeart/2008/layout/LinedList"/>
    <dgm:cxn modelId="{B6E5F748-DB57-4BB9-B7C9-EE76EA9DDF46}" type="presParOf" srcId="{0CA18AF4-B914-477D-8905-684631F756C4}" destId="{34772357-551B-4C4E-AA26-411C1FE23FE0}" srcOrd="6" destOrd="0" presId="urn:microsoft.com/office/officeart/2008/layout/LinedList"/>
    <dgm:cxn modelId="{49876DEE-89CB-45E7-9B6D-198DA79898CB}" type="presParOf" srcId="{0CA18AF4-B914-477D-8905-684631F756C4}" destId="{63B8EB46-B620-4944-8BA2-CA5927DB225B}" srcOrd="7" destOrd="0" presId="urn:microsoft.com/office/officeart/2008/layout/LinedList"/>
    <dgm:cxn modelId="{20A8C708-65CC-4A04-A722-1779780FEA58}" type="presParOf" srcId="{63B8EB46-B620-4944-8BA2-CA5927DB225B}" destId="{457015DC-CF30-4782-BECB-5B2B51F3A3F3}" srcOrd="0" destOrd="0" presId="urn:microsoft.com/office/officeart/2008/layout/LinedList"/>
    <dgm:cxn modelId="{6E50CB5A-853C-432A-935D-3F1348A61C2E}" type="presParOf" srcId="{63B8EB46-B620-4944-8BA2-CA5927DB225B}" destId="{B78ABC63-024F-4E42-931E-369605E4B0D4}" srcOrd="1" destOrd="0" presId="urn:microsoft.com/office/officeart/2008/layout/LinedList"/>
    <dgm:cxn modelId="{B56BE4FE-BB5A-47BB-AAF3-A8A0316C3A30}" type="presParOf" srcId="{0CA18AF4-B914-477D-8905-684631F756C4}" destId="{6D3CC3B2-A351-44A7-B9F0-E033DE72BE9E}" srcOrd="8" destOrd="0" presId="urn:microsoft.com/office/officeart/2008/layout/LinedList"/>
    <dgm:cxn modelId="{AD712A28-719E-4D86-9B76-BAABF38158AB}" type="presParOf" srcId="{0CA18AF4-B914-477D-8905-684631F756C4}" destId="{65BA1401-3D15-4021-99A1-8F2A0895D319}" srcOrd="9" destOrd="0" presId="urn:microsoft.com/office/officeart/2008/layout/LinedList"/>
    <dgm:cxn modelId="{A27243AB-0E6F-4E66-B184-7D1204ECF4A0}" type="presParOf" srcId="{65BA1401-3D15-4021-99A1-8F2A0895D319}" destId="{17FC3FC5-66D9-4708-AD24-2D5D92D5BB0E}" srcOrd="0" destOrd="0" presId="urn:microsoft.com/office/officeart/2008/layout/LinedList"/>
    <dgm:cxn modelId="{4B029F60-481C-4D12-9830-2D8CE67FBAE9}" type="presParOf" srcId="{65BA1401-3D15-4021-99A1-8F2A0895D319}" destId="{0D0C52BC-F40B-4E2F-811D-3BA1ED82EA2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BC36B8-4820-488B-9DA3-FDFDAAE7E053}">
      <dsp:nvSpPr>
        <dsp:cNvPr id="0" name=""/>
        <dsp:cNvSpPr/>
      </dsp:nvSpPr>
      <dsp:spPr>
        <a:xfrm>
          <a:off x="0" y="42709"/>
          <a:ext cx="6666833" cy="6142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Main Components:</a:t>
          </a:r>
        </a:p>
      </dsp:txBody>
      <dsp:txXfrm>
        <a:off x="29985" y="72694"/>
        <a:ext cx="6606863" cy="554280"/>
      </dsp:txXfrm>
    </dsp:sp>
    <dsp:sp modelId="{D2258C5A-86B0-4E13-9766-1FE7908432B8}">
      <dsp:nvSpPr>
        <dsp:cNvPr id="0" name=""/>
        <dsp:cNvSpPr/>
      </dsp:nvSpPr>
      <dsp:spPr>
        <a:xfrm>
          <a:off x="0" y="656959"/>
          <a:ext cx="6666833" cy="20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Data Collection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Data Cleaning &amp; Processing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EDA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Modeling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Visualization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Decision-Making</a:t>
          </a:r>
        </a:p>
      </dsp:txBody>
      <dsp:txXfrm>
        <a:off x="0" y="656959"/>
        <a:ext cx="6666833" cy="2070000"/>
      </dsp:txXfrm>
    </dsp:sp>
    <dsp:sp modelId="{6ADF806B-EE48-4038-A8AE-6D57E9851B0F}">
      <dsp:nvSpPr>
        <dsp:cNvPr id="0" name=""/>
        <dsp:cNvSpPr/>
      </dsp:nvSpPr>
      <dsp:spPr>
        <a:xfrm>
          <a:off x="0" y="2726960"/>
          <a:ext cx="6666833" cy="61425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Has applications in nearly every domain</a:t>
          </a:r>
        </a:p>
      </dsp:txBody>
      <dsp:txXfrm>
        <a:off x="29985" y="2756945"/>
        <a:ext cx="6606863" cy="554280"/>
      </dsp:txXfrm>
    </dsp:sp>
    <dsp:sp modelId="{249E400C-FDFF-4935-AA6D-C8158CDE420B}">
      <dsp:nvSpPr>
        <dsp:cNvPr id="0" name=""/>
        <dsp:cNvSpPr/>
      </dsp:nvSpPr>
      <dsp:spPr>
        <a:xfrm>
          <a:off x="0" y="3341210"/>
          <a:ext cx="6666833" cy="20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Finance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Health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Marketing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Sports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Logistics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Government &amp; Policy</a:t>
          </a:r>
        </a:p>
      </dsp:txBody>
      <dsp:txXfrm>
        <a:off x="0" y="3341210"/>
        <a:ext cx="6666833" cy="207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4E2F57-B0CB-4048-BADE-769D705F93A3}">
      <dsp:nvSpPr>
        <dsp:cNvPr id="0" name=""/>
        <dsp:cNvSpPr/>
      </dsp:nvSpPr>
      <dsp:spPr>
        <a:xfrm>
          <a:off x="0" y="19759"/>
          <a:ext cx="6666833" cy="7862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Basic Research</a:t>
          </a:r>
        </a:p>
      </dsp:txBody>
      <dsp:txXfrm>
        <a:off x="38381" y="58140"/>
        <a:ext cx="6590071" cy="709478"/>
      </dsp:txXfrm>
    </dsp:sp>
    <dsp:sp modelId="{55A68F11-6EF3-402A-8BAC-7C1BB3AFC7A8}">
      <dsp:nvSpPr>
        <dsp:cNvPr id="0" name=""/>
        <dsp:cNvSpPr/>
      </dsp:nvSpPr>
      <dsp:spPr>
        <a:xfrm>
          <a:off x="0" y="805999"/>
          <a:ext cx="6666833" cy="2185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Building Datasets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Developing Models &amp; Algorithms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Building Analytic Tools &amp; Dashboards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Evaluating Models &amp; Algorithms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Ethics</a:t>
          </a:r>
        </a:p>
      </dsp:txBody>
      <dsp:txXfrm>
        <a:off x="0" y="805999"/>
        <a:ext cx="6666833" cy="2185920"/>
      </dsp:txXfrm>
    </dsp:sp>
    <dsp:sp modelId="{EF0B9DCC-FC3F-4985-A464-C38E8D81CA00}">
      <dsp:nvSpPr>
        <dsp:cNvPr id="0" name=""/>
        <dsp:cNvSpPr/>
      </dsp:nvSpPr>
      <dsp:spPr>
        <a:xfrm>
          <a:off x="0" y="2991920"/>
          <a:ext cx="6666833" cy="7862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Applied Research</a:t>
          </a:r>
        </a:p>
      </dsp:txBody>
      <dsp:txXfrm>
        <a:off x="38381" y="3030301"/>
        <a:ext cx="6590071" cy="709478"/>
      </dsp:txXfrm>
    </dsp:sp>
    <dsp:sp modelId="{257EFF49-FD62-4500-8E6E-C36A3CC48904}">
      <dsp:nvSpPr>
        <dsp:cNvPr id="0" name=""/>
        <dsp:cNvSpPr/>
      </dsp:nvSpPr>
      <dsp:spPr>
        <a:xfrm>
          <a:off x="0" y="3778160"/>
          <a:ext cx="6666833" cy="165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Domain-specific Applications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Fine-tuning models for specific use cases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Developing guides or insights for specific use cases</a:t>
          </a:r>
        </a:p>
      </dsp:txBody>
      <dsp:txXfrm>
        <a:off x="0" y="3778160"/>
        <a:ext cx="6666833" cy="1656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AD2B4B-E232-4306-80DD-FBD76DA0FB55}">
      <dsp:nvSpPr>
        <dsp:cNvPr id="0" name=""/>
        <dsp:cNvSpPr/>
      </dsp:nvSpPr>
      <dsp:spPr>
        <a:xfrm>
          <a:off x="0" y="413194"/>
          <a:ext cx="6666833" cy="1304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74904" rIns="51742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Structured: data in numeric or categorical format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Unstructured: data requiring pre-processing to convert to analyzable format (e.g. text, images, audio)</a:t>
          </a:r>
        </a:p>
      </dsp:txBody>
      <dsp:txXfrm>
        <a:off x="0" y="413194"/>
        <a:ext cx="6666833" cy="1304100"/>
      </dsp:txXfrm>
    </dsp:sp>
    <dsp:sp modelId="{D6E72136-B160-4C40-B91B-46AB53875148}">
      <dsp:nvSpPr>
        <dsp:cNvPr id="0" name=""/>
        <dsp:cNvSpPr/>
      </dsp:nvSpPr>
      <dsp:spPr>
        <a:xfrm>
          <a:off x="333341" y="147514"/>
          <a:ext cx="4666783" cy="53136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Format of Data</a:t>
          </a:r>
        </a:p>
      </dsp:txBody>
      <dsp:txXfrm>
        <a:off x="359280" y="173453"/>
        <a:ext cx="4614905" cy="479482"/>
      </dsp:txXfrm>
    </dsp:sp>
    <dsp:sp modelId="{6B2C487D-2E0B-4F72-84E3-A5A435CF1BBD}">
      <dsp:nvSpPr>
        <dsp:cNvPr id="0" name=""/>
        <dsp:cNvSpPr/>
      </dsp:nvSpPr>
      <dsp:spPr>
        <a:xfrm>
          <a:off x="0" y="2080175"/>
          <a:ext cx="6666833" cy="1048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74904" rIns="51742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Dynamic: spatial or temporal aspect to the data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Static: fixed, cross-sectional data</a:t>
          </a:r>
        </a:p>
      </dsp:txBody>
      <dsp:txXfrm>
        <a:off x="0" y="2080175"/>
        <a:ext cx="6666833" cy="1048950"/>
      </dsp:txXfrm>
    </dsp:sp>
    <dsp:sp modelId="{90E285B2-40FE-40FE-A41D-7E5D51625358}">
      <dsp:nvSpPr>
        <dsp:cNvPr id="0" name=""/>
        <dsp:cNvSpPr/>
      </dsp:nvSpPr>
      <dsp:spPr>
        <a:xfrm>
          <a:off x="333341" y="1814495"/>
          <a:ext cx="4666783" cy="53136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Composition of Data</a:t>
          </a:r>
        </a:p>
      </dsp:txBody>
      <dsp:txXfrm>
        <a:off x="359280" y="1840434"/>
        <a:ext cx="4614905" cy="479482"/>
      </dsp:txXfrm>
    </dsp:sp>
    <dsp:sp modelId="{40C08A38-6098-494C-B997-907F585B3B9E}">
      <dsp:nvSpPr>
        <dsp:cNvPr id="0" name=""/>
        <dsp:cNvSpPr/>
      </dsp:nvSpPr>
      <dsp:spPr>
        <a:xfrm>
          <a:off x="0" y="3492005"/>
          <a:ext cx="6666833" cy="181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74904" rIns="51742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Novel: collection of new data through either traditional methods (like surveys or experiments) or other methods (like web scraping/crawling)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Archive: Use of existing datasets or databases either public (like Kaggle, GitHub, HuggingFace) or private</a:t>
          </a:r>
        </a:p>
      </dsp:txBody>
      <dsp:txXfrm>
        <a:off x="0" y="3492005"/>
        <a:ext cx="6666833" cy="1814400"/>
      </dsp:txXfrm>
    </dsp:sp>
    <dsp:sp modelId="{1C0F0E08-16BD-4F02-86E0-AFA9BBF24260}">
      <dsp:nvSpPr>
        <dsp:cNvPr id="0" name=""/>
        <dsp:cNvSpPr/>
      </dsp:nvSpPr>
      <dsp:spPr>
        <a:xfrm>
          <a:off x="333341" y="3226325"/>
          <a:ext cx="4666783" cy="53136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Collection Method</a:t>
          </a:r>
        </a:p>
      </dsp:txBody>
      <dsp:txXfrm>
        <a:off x="359280" y="3252264"/>
        <a:ext cx="4614905" cy="4794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942CD9-8480-4C39-89FF-4B050F92A8B9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C4C7D6C-EF7E-4CBA-8817-2301CFC6E31D}">
      <dsp:nvSpPr>
        <dsp:cNvPr id="0" name=""/>
        <dsp:cNvSpPr/>
      </dsp:nvSpPr>
      <dsp:spPr>
        <a:xfrm>
          <a:off x="0" y="665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Using data integration to connect and merge existing datasets for improved insights</a:t>
          </a:r>
        </a:p>
      </dsp:txBody>
      <dsp:txXfrm>
        <a:off x="0" y="665"/>
        <a:ext cx="6666833" cy="1090517"/>
      </dsp:txXfrm>
    </dsp:sp>
    <dsp:sp modelId="{68B58FE0-DE14-4CE9-B3AF-4DB1280AEC6C}">
      <dsp:nvSpPr>
        <dsp:cNvPr id="0" name=""/>
        <dsp:cNvSpPr/>
      </dsp:nvSpPr>
      <dsp:spPr>
        <a:xfrm>
          <a:off x="0" y="109118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4CB9402-589A-414A-94D9-0A9E0E769F01}">
      <dsp:nvSpPr>
        <dsp:cNvPr id="0" name=""/>
        <dsp:cNvSpPr/>
      </dsp:nvSpPr>
      <dsp:spPr>
        <a:xfrm>
          <a:off x="0" y="1091183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Evaluation and comparison of AI models using prompt engineering and experimental methods</a:t>
          </a:r>
        </a:p>
      </dsp:txBody>
      <dsp:txXfrm>
        <a:off x="0" y="1091183"/>
        <a:ext cx="6666833" cy="1090517"/>
      </dsp:txXfrm>
    </dsp:sp>
    <dsp:sp modelId="{FC6A6651-336B-4FDD-937A-3C693546CD67}">
      <dsp:nvSpPr>
        <dsp:cNvPr id="0" name=""/>
        <dsp:cNvSpPr/>
      </dsp:nvSpPr>
      <dsp:spPr>
        <a:xfrm>
          <a:off x="0" y="2181701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9A2603D-1386-4CFA-95A6-6F5D34E7AFB7}">
      <dsp:nvSpPr>
        <dsp:cNvPr id="0" name=""/>
        <dsp:cNvSpPr/>
      </dsp:nvSpPr>
      <dsp:spPr>
        <a:xfrm>
          <a:off x="0" y="2181701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Testing of new algorithms or benchmarks on existing datasets</a:t>
          </a:r>
        </a:p>
      </dsp:txBody>
      <dsp:txXfrm>
        <a:off x="0" y="2181701"/>
        <a:ext cx="6666833" cy="1090517"/>
      </dsp:txXfrm>
    </dsp:sp>
    <dsp:sp modelId="{34772357-551B-4C4E-AA26-411C1FE23FE0}">
      <dsp:nvSpPr>
        <dsp:cNvPr id="0" name=""/>
        <dsp:cNvSpPr/>
      </dsp:nvSpPr>
      <dsp:spPr>
        <a:xfrm>
          <a:off x="0" y="3272218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57015DC-CF30-4782-BECB-5B2B51F3A3F3}">
      <dsp:nvSpPr>
        <dsp:cNvPr id="0" name=""/>
        <dsp:cNvSpPr/>
      </dsp:nvSpPr>
      <dsp:spPr>
        <a:xfrm>
          <a:off x="0" y="3272218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Extracting insights from novel datasets</a:t>
          </a:r>
        </a:p>
      </dsp:txBody>
      <dsp:txXfrm>
        <a:off x="0" y="3272218"/>
        <a:ext cx="6666833" cy="1090517"/>
      </dsp:txXfrm>
    </dsp:sp>
    <dsp:sp modelId="{6D3CC3B2-A351-44A7-B9F0-E033DE72BE9E}">
      <dsp:nvSpPr>
        <dsp:cNvPr id="0" name=""/>
        <dsp:cNvSpPr/>
      </dsp:nvSpPr>
      <dsp:spPr>
        <a:xfrm>
          <a:off x="0" y="4362736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7FC3FC5-66D9-4708-AD24-2D5D92D5BB0E}">
      <dsp:nvSpPr>
        <dsp:cNvPr id="0" name=""/>
        <dsp:cNvSpPr/>
      </dsp:nvSpPr>
      <dsp:spPr>
        <a:xfrm>
          <a:off x="0" y="4362736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Comparing the effectiveness and impact of analytic processes</a:t>
          </a:r>
        </a:p>
      </dsp:txBody>
      <dsp:txXfrm>
        <a:off x="0" y="4362736"/>
        <a:ext cx="6666833" cy="10905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F3944-F22D-3EAA-C13C-BADE0419E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D5965-8338-2F14-3B6F-50EDDE937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AE36F-39B7-A514-3960-8F99430FC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9E94A-7B02-4561-97ED-8445EEF42269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1EA19-0043-940D-B830-24FBE122D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181EE-F9E2-EBC6-E491-DC7CC8B65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03323-EE48-4320-B001-3A250B495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856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91E84-862B-90A0-EEEB-82C4394B3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F7BD3-9FBE-B65F-BC2A-8A110DA6F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42043-5E05-43C0-4B7F-F9F2D6A06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9E94A-7B02-4561-97ED-8445EEF42269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631DD-B246-E72C-B04B-9ED5645B5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BAFCF-7F46-AB48-2FEC-1AE763B01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03323-EE48-4320-B001-3A250B495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17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0CEDD-2848-D4D2-4BF5-B1AAC4756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065B8-774A-93F2-85BE-EB525FAE1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830A4-1606-300D-29E9-E97FCE2A1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9E94A-7B02-4561-97ED-8445EEF42269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96E0F-3557-2E99-3616-0C01EC795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093D5-D02B-B6A8-4F6A-742DF93A2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03323-EE48-4320-B001-3A250B495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300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51B11-C0F2-32E9-DE37-6C7292C5D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DE0D5-77AE-9C75-C37E-9485684022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2DCB4-295E-4447-7CDA-B9F491A75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F6512-40C7-B0BE-ED9B-31009E00D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9E94A-7B02-4561-97ED-8445EEF42269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B17D86-841D-A9AC-EAA5-1464B2DD7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2F4E64-3B8B-6D1E-04D5-E72F240DE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03323-EE48-4320-B001-3A250B495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49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65AA8-2684-1B2E-421E-B47094BB6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CA487-844D-BB8F-670A-CC03B778A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806FA-BB85-03E7-CAC9-5F0EDD16D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2A183F-2B0A-CE6B-F902-2DB060B3EE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9E08C9-7C86-CDDD-8C71-923877E91E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9914B7-758B-019E-BCA1-566693E7E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9E94A-7B02-4561-97ED-8445EEF42269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1E002-8A16-5784-3A90-7087ABFE1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9E5989-9F70-45F7-1A54-39F8142C9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03323-EE48-4320-B001-3A250B495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602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BEB4E-2F57-DAE0-AB35-CAF8B5A94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00F60-F692-2DF9-709B-58BEDAB69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9E94A-7B02-4561-97ED-8445EEF42269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62EB0-C777-80CB-653D-07FCCE5B9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C3BD0-98B9-DF09-9B3D-E062A07EE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03323-EE48-4320-B001-3A250B495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9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E305ED-EB10-9CCC-A8C9-FA33418D4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9E94A-7B02-4561-97ED-8445EEF42269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EEE0A5-4228-D114-2B18-16E44BA4F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82A25-A583-BD53-948E-E26E7BBDC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03323-EE48-4320-B001-3A250B495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968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DF009-D778-7138-9825-348863771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60D04-542F-BB4C-F58C-9AE05CD67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1DCDE5-CE4F-2364-DE34-D56BEA1C4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821DC-975C-1B19-9026-6082E5CA8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9E94A-7B02-4561-97ED-8445EEF42269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D0A83-8935-C858-5DAC-138F8970F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BB8A7-A5DA-B60C-0FC6-49483D996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03323-EE48-4320-B001-3A250B495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935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6AA3D-4CE4-B28E-564E-F521C39D9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5B7947-8763-45E4-04A1-7077F4ADEC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20890-B417-F0F3-2CAC-2F7025656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21096-AB74-431D-A236-0103E0EE0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9E94A-7B02-4561-97ED-8445EEF42269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95663-8647-1220-54F2-D4ED7CEBD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251041-1392-8E1C-8D2C-36E62D270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03323-EE48-4320-B001-3A250B495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54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760E9-BDF1-2B7F-A5A6-4A566E78D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0B492-F889-8E07-903A-3CD50413C5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FA32D-8838-C2E9-322C-761FF376A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9E94A-7B02-4561-97ED-8445EEF42269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68891-6E42-2B88-3265-8E1978A75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2D66C-2433-EBB1-2E8C-0EBA36E99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03323-EE48-4320-B001-3A250B495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5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CADE8A-6D12-3B58-184C-BC26D06B17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03CDE9-287D-8366-8AD7-49833B15F8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2D512-4306-9F44-7B03-C4CB184B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9E94A-7B02-4561-97ED-8445EEF42269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347A8-A730-FCCC-6442-70DE13D57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B9AE0-C5CF-D109-1375-F472920C0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03323-EE48-4320-B001-3A250B495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6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14B559-23E5-2B91-99E6-31EFD7BA6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E76EC-A17A-9A8C-0153-FB5DF177C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DA488-75D0-403F-FBA8-81E79416B2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9E94A-7B02-4561-97ED-8445EEF42269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D4F07-5AA4-51F6-7641-FDDFCD86D2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CCEF8-47DE-8F92-C3E5-16860C45A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03323-EE48-4320-B001-3A250B495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236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7C3AA4-7B4C-3A5D-8E82-FAA7AD788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Analytics Research Overview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147458-5156-162C-91F4-9D5DD1C9BA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GRAD 695</a:t>
            </a:r>
          </a:p>
        </p:txBody>
      </p:sp>
    </p:spTree>
    <p:extLst>
      <p:ext uri="{BB962C8B-B14F-4D97-AF65-F5344CB8AC3E}">
        <p14:creationId xmlns:p14="http://schemas.microsoft.com/office/powerpoint/2010/main" val="1323250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C44E85-BD4C-E505-DA93-97A7D00BB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What is Data Analytics?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C11EA0-6FEE-F914-8CB5-BF19597548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127235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0149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5FC44E-58A0-1DA7-227E-559ADD8B3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Research in Analytics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296055-CC85-BC65-1073-4E64C632F7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637508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6502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054EB1-F901-563D-92B5-F175E7658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Types of Data in Analytics Research</a:t>
            </a:r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476BC16A-E31F-95E9-91C6-46CFEB96F0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104912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5225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42AE38-4816-C371-7A64-93DB480C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Key Concepts in Data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D12D1-4114-3701-E3CF-8041BF73E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Machine Learning: the use of data and algorithms for ‘predictive’ models (deep learning is a subset of machine learning using neural nets)</a:t>
            </a:r>
          </a:p>
          <a:p>
            <a:pPr lvl="1"/>
            <a:r>
              <a:rPr lang="en-US" sz="2000"/>
              <a:t>Supervised Learning: Uses labelled training datasets (outcome is defined)</a:t>
            </a:r>
          </a:p>
          <a:p>
            <a:pPr lvl="1"/>
            <a:r>
              <a:rPr lang="en-US" sz="2000"/>
              <a:t>Unsupervised Learning: Uses unlabeled training datasets (outcome is not defined)</a:t>
            </a:r>
          </a:p>
          <a:p>
            <a:r>
              <a:rPr lang="en-US" sz="2000"/>
              <a:t>Artificial Intelligence: the use of computation to perform ‘human’ tasks; theoretically is a larger domain than machine learning, practically nearly all current AI models use machine learning</a:t>
            </a:r>
          </a:p>
          <a:p>
            <a:pPr lvl="1"/>
            <a:r>
              <a:rPr lang="en-US" sz="2000"/>
              <a:t>Predictive AI: use of algorithmic models for classification/decision-making</a:t>
            </a:r>
          </a:p>
          <a:p>
            <a:pPr lvl="1"/>
            <a:r>
              <a:rPr lang="en-US" sz="2000"/>
              <a:t>Generative AI: also predictive, but predicting unstructured data features based on pattern recognition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59481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688A619-BF68-D3BF-741D-E61E98569C28}"/>
              </a:ext>
            </a:extLst>
          </p:cNvPr>
          <p:cNvSpPr/>
          <p:nvPr/>
        </p:nvSpPr>
        <p:spPr>
          <a:xfrm>
            <a:off x="233916" y="202019"/>
            <a:ext cx="11823405" cy="650712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C060E-7B97-E6C6-7833-A17F3B88D296}"/>
              </a:ext>
            </a:extLst>
          </p:cNvPr>
          <p:cNvSpPr txBox="1"/>
          <p:nvPr/>
        </p:nvSpPr>
        <p:spPr>
          <a:xfrm>
            <a:off x="1446028" y="404037"/>
            <a:ext cx="3487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Structured Data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1FFEE4-3168-1E8F-1792-4667FEC816BD}"/>
              </a:ext>
            </a:extLst>
          </p:cNvPr>
          <p:cNvCxnSpPr/>
          <p:nvPr/>
        </p:nvCxnSpPr>
        <p:spPr>
          <a:xfrm>
            <a:off x="233916" y="975387"/>
            <a:ext cx="117241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E065A1E-4699-34B9-1D85-2E9E96A81DCE}"/>
              </a:ext>
            </a:extLst>
          </p:cNvPr>
          <p:cNvSpPr txBox="1"/>
          <p:nvPr/>
        </p:nvSpPr>
        <p:spPr>
          <a:xfrm>
            <a:off x="5149703" y="421389"/>
            <a:ext cx="3487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Unstructured Data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D4C3203-F003-65E4-6AD1-8EC77FCF35A3}"/>
              </a:ext>
            </a:extLst>
          </p:cNvPr>
          <p:cNvGrpSpPr/>
          <p:nvPr/>
        </p:nvGrpSpPr>
        <p:grpSpPr>
          <a:xfrm>
            <a:off x="1446028" y="1488558"/>
            <a:ext cx="8888819" cy="4720818"/>
            <a:chOff x="1446028" y="1488558"/>
            <a:chExt cx="8888819" cy="4720818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DED75B0-7FB9-D97E-A445-18169DC6EDF7}"/>
                </a:ext>
              </a:extLst>
            </p:cNvPr>
            <p:cNvSpPr/>
            <p:nvPr/>
          </p:nvSpPr>
          <p:spPr>
            <a:xfrm>
              <a:off x="1446028" y="1488558"/>
              <a:ext cx="8888819" cy="4720818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BD1DBC3-AECE-D35A-A13D-C55AE5A336A5}"/>
                </a:ext>
              </a:extLst>
            </p:cNvPr>
            <p:cNvSpPr txBox="1"/>
            <p:nvPr/>
          </p:nvSpPr>
          <p:spPr>
            <a:xfrm>
              <a:off x="4274287" y="1564089"/>
              <a:ext cx="3125971" cy="382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Machine Learning</a:t>
              </a: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911B45F-B24E-7330-9E40-3864165041F0}"/>
              </a:ext>
            </a:extLst>
          </p:cNvPr>
          <p:cNvCxnSpPr>
            <a:cxnSpLocks/>
          </p:cNvCxnSpPr>
          <p:nvPr/>
        </p:nvCxnSpPr>
        <p:spPr>
          <a:xfrm>
            <a:off x="3763926" y="202018"/>
            <a:ext cx="0" cy="65071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805BB3-7B6D-FB06-4EAE-2ABB3EC65C60}"/>
              </a:ext>
            </a:extLst>
          </p:cNvPr>
          <p:cNvGrpSpPr/>
          <p:nvPr/>
        </p:nvGrpSpPr>
        <p:grpSpPr>
          <a:xfrm>
            <a:off x="1998921" y="2190307"/>
            <a:ext cx="7442792" cy="3551274"/>
            <a:chOff x="2328531" y="2488019"/>
            <a:chExt cx="7113182" cy="3253562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5416FD4-77DE-F48E-D38D-F3E3E124C3F1}"/>
                </a:ext>
              </a:extLst>
            </p:cNvPr>
            <p:cNvSpPr/>
            <p:nvPr/>
          </p:nvSpPr>
          <p:spPr>
            <a:xfrm>
              <a:off x="2328531" y="2488019"/>
              <a:ext cx="7113182" cy="325356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6473375-9B33-2D7E-3BD4-26B1EF970433}"/>
                </a:ext>
              </a:extLst>
            </p:cNvPr>
            <p:cNvSpPr txBox="1"/>
            <p:nvPr/>
          </p:nvSpPr>
          <p:spPr>
            <a:xfrm>
              <a:off x="4167966" y="2600095"/>
              <a:ext cx="3125971" cy="382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Deep Learning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594313C-3422-4ADF-62CC-A6185E2B1CCD}"/>
              </a:ext>
            </a:extLst>
          </p:cNvPr>
          <p:cNvGrpSpPr/>
          <p:nvPr/>
        </p:nvGrpSpPr>
        <p:grpSpPr>
          <a:xfrm>
            <a:off x="8229603" y="2190307"/>
            <a:ext cx="3168438" cy="3860221"/>
            <a:chOff x="8718701" y="1946861"/>
            <a:chExt cx="2828258" cy="3860221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36F0E7B-1BD4-9193-7084-778F9AD1B50E}"/>
                </a:ext>
              </a:extLst>
            </p:cNvPr>
            <p:cNvSpPr/>
            <p:nvPr/>
          </p:nvSpPr>
          <p:spPr>
            <a:xfrm>
              <a:off x="8718701" y="1946861"/>
              <a:ext cx="2828258" cy="3860221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92D6A50-E232-F10C-0C3A-5803AB8B7C09}"/>
                </a:ext>
              </a:extLst>
            </p:cNvPr>
            <p:cNvSpPr txBox="1"/>
            <p:nvPr/>
          </p:nvSpPr>
          <p:spPr>
            <a:xfrm>
              <a:off x="9230745" y="2521536"/>
              <a:ext cx="192466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Natural Language Processing</a:t>
              </a:r>
            </a:p>
            <a:p>
              <a:pPr algn="ctr"/>
              <a:r>
                <a:rPr lang="en-US" dirty="0"/>
                <a:t>(Text)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26D3BC0-52EB-5188-366D-7A132D17C585}"/>
              </a:ext>
            </a:extLst>
          </p:cNvPr>
          <p:cNvGrpSpPr/>
          <p:nvPr/>
        </p:nvGrpSpPr>
        <p:grpSpPr>
          <a:xfrm>
            <a:off x="6343435" y="2927675"/>
            <a:ext cx="1945758" cy="1447932"/>
            <a:chOff x="6315740" y="3201037"/>
            <a:chExt cx="2402957" cy="2168405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3FABA2A-F34A-ED5E-0B27-1392B5FF024D}"/>
                </a:ext>
              </a:extLst>
            </p:cNvPr>
            <p:cNvSpPr/>
            <p:nvPr/>
          </p:nvSpPr>
          <p:spPr>
            <a:xfrm>
              <a:off x="6315740" y="3201037"/>
              <a:ext cx="2402957" cy="2168405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A90121-101C-DF9C-9275-B5A069565010}"/>
                </a:ext>
              </a:extLst>
            </p:cNvPr>
            <p:cNvSpPr txBox="1"/>
            <p:nvPr/>
          </p:nvSpPr>
          <p:spPr>
            <a:xfrm>
              <a:off x="6541581" y="3556498"/>
              <a:ext cx="1951275" cy="1382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Computer Vision</a:t>
              </a:r>
            </a:p>
            <a:p>
              <a:pPr algn="ctr"/>
              <a:r>
                <a:rPr lang="en-US" dirty="0"/>
                <a:t>(Image)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3F17538-285F-097F-FFE7-1E28AC6E7AEA}"/>
              </a:ext>
            </a:extLst>
          </p:cNvPr>
          <p:cNvGrpSpPr/>
          <p:nvPr/>
        </p:nvGrpSpPr>
        <p:grpSpPr>
          <a:xfrm>
            <a:off x="6794760" y="4332790"/>
            <a:ext cx="1951274" cy="1293034"/>
            <a:chOff x="6315740" y="3201037"/>
            <a:chExt cx="2402957" cy="216840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2E1D348-A4C3-903E-FE98-2544FAF661C1}"/>
                </a:ext>
              </a:extLst>
            </p:cNvPr>
            <p:cNvSpPr/>
            <p:nvPr/>
          </p:nvSpPr>
          <p:spPr>
            <a:xfrm>
              <a:off x="6315740" y="3201037"/>
              <a:ext cx="2402957" cy="216840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4666647-23A0-AC97-A446-F5EF8ED4E8A5}"/>
                </a:ext>
              </a:extLst>
            </p:cNvPr>
            <p:cNvSpPr txBox="1"/>
            <p:nvPr/>
          </p:nvSpPr>
          <p:spPr>
            <a:xfrm>
              <a:off x="6541581" y="3770082"/>
              <a:ext cx="1951274" cy="1548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Signal Processing (Sound)</a:t>
              </a:r>
            </a:p>
          </p:txBody>
        </p: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9A807E28-F5A4-5518-1418-14F0BC01D0C6}"/>
              </a:ext>
            </a:extLst>
          </p:cNvPr>
          <p:cNvSpPr/>
          <p:nvPr/>
        </p:nvSpPr>
        <p:spPr>
          <a:xfrm>
            <a:off x="7738940" y="3986602"/>
            <a:ext cx="1488558" cy="71238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EFC747-739D-7076-81AD-51B8E2B02452}"/>
              </a:ext>
            </a:extLst>
          </p:cNvPr>
          <p:cNvSpPr txBox="1"/>
          <p:nvPr/>
        </p:nvSpPr>
        <p:spPr>
          <a:xfrm>
            <a:off x="6876565" y="4151409"/>
            <a:ext cx="3125971" cy="38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Generative AI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8C4ABE1-12D9-6BC2-5014-151D7B46A85D}"/>
              </a:ext>
            </a:extLst>
          </p:cNvPr>
          <p:cNvSpPr/>
          <p:nvPr/>
        </p:nvSpPr>
        <p:spPr>
          <a:xfrm>
            <a:off x="1575914" y="3616062"/>
            <a:ext cx="4285538" cy="144793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26009C-C8EE-1DB0-63E4-9E7BA9299613}"/>
              </a:ext>
            </a:extLst>
          </p:cNvPr>
          <p:cNvSpPr txBox="1"/>
          <p:nvPr/>
        </p:nvSpPr>
        <p:spPr>
          <a:xfrm>
            <a:off x="2669055" y="4088361"/>
            <a:ext cx="1754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Predictive AI</a:t>
            </a:r>
          </a:p>
        </p:txBody>
      </p:sp>
    </p:spTree>
    <p:extLst>
      <p:ext uri="{BB962C8B-B14F-4D97-AF65-F5344CB8AC3E}">
        <p14:creationId xmlns:p14="http://schemas.microsoft.com/office/powerpoint/2010/main" val="2968144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B35F1E-999F-8EB0-699F-4B160A030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Potential Research Ideas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0BFCA8-16DC-A576-8AD6-65245FACAF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218891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6947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BD9A0D-198F-F400-3EA1-DF6D3F4AF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Research Topic Brainstorm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8862C-F8CD-8E19-2E00-0DCC1E318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For your topics of interests, let’s explore potential research ideas</a:t>
            </a:r>
          </a:p>
          <a:p>
            <a:r>
              <a:rPr lang="en-US" dirty="0"/>
              <a:t>For each topics, try to answer the following questions:</a:t>
            </a:r>
          </a:p>
          <a:p>
            <a:pPr lvl="1"/>
            <a:r>
              <a:rPr lang="en-US" sz="2800" dirty="0"/>
              <a:t>What are the relevant, on-going questions or problems?</a:t>
            </a:r>
          </a:p>
          <a:p>
            <a:pPr lvl="1"/>
            <a:r>
              <a:rPr lang="en-US" sz="2800" dirty="0"/>
              <a:t>What are areas for potential improvements?</a:t>
            </a:r>
          </a:p>
          <a:p>
            <a:pPr lvl="1"/>
            <a:r>
              <a:rPr lang="en-US" sz="2800" dirty="0"/>
              <a:t>What relevant datasets are available (or could be collected)?</a:t>
            </a:r>
          </a:p>
          <a:p>
            <a:pPr lvl="1"/>
            <a:r>
              <a:rPr lang="en-US" sz="2800" dirty="0"/>
              <a:t>What models or algorithms are potentially applicable?</a:t>
            </a:r>
          </a:p>
          <a:p>
            <a:pPr lvl="1"/>
            <a:r>
              <a:rPr lang="en-US" sz="2800" dirty="0"/>
              <a:t>What are potential implication or applications?</a:t>
            </a:r>
          </a:p>
        </p:txBody>
      </p:sp>
    </p:spTree>
    <p:extLst>
      <p:ext uri="{BB962C8B-B14F-4D97-AF65-F5344CB8AC3E}">
        <p14:creationId xmlns:p14="http://schemas.microsoft.com/office/powerpoint/2010/main" val="4267601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440</Words>
  <Application>Microsoft Office PowerPoint</Application>
  <PresentationFormat>Widescreen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Analytics Research Overview</vt:lpstr>
      <vt:lpstr>What is Data Analytics?</vt:lpstr>
      <vt:lpstr>Research in Analytics</vt:lpstr>
      <vt:lpstr>Types of Data in Analytics Research</vt:lpstr>
      <vt:lpstr>Key Concepts in Data Analytics</vt:lpstr>
      <vt:lpstr>PowerPoint Presentation</vt:lpstr>
      <vt:lpstr>Potential Research Ideas</vt:lpstr>
      <vt:lpstr>Research Topic Brainstorm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Kayden Jordan</dc:creator>
  <cp:lastModifiedBy>Kayden Jordan</cp:lastModifiedBy>
  <cp:revision>2</cp:revision>
  <dcterms:created xsi:type="dcterms:W3CDTF">2025-03-14T15:29:34Z</dcterms:created>
  <dcterms:modified xsi:type="dcterms:W3CDTF">2025-05-08T16:40:04Z</dcterms:modified>
</cp:coreProperties>
</file>