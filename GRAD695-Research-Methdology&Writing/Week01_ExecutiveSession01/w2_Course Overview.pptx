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60" r:id="rId4"/>
    <p:sldId id="258" r:id="rId5"/>
    <p:sldId id="262" r:id="rId6"/>
    <p:sldId id="259" r:id="rId7"/>
    <p:sldId id="261"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755714D-B621-465C-B9AD-E4D28EE702FC}" v="8" dt="2025-10-16T01:01:50.2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62963" autoAdjust="0"/>
  </p:normalViewPr>
  <p:slideViewPr>
    <p:cSldViewPr snapToGrid="0">
      <p:cViewPr varScale="1">
        <p:scale>
          <a:sx n="40" d="100"/>
          <a:sy n="40" d="100"/>
        </p:scale>
        <p:origin x="1684" y="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yden Jordan" userId="e8c6793a-f4f0-4dab-a372-bcc2bed74348" providerId="ADAL" clId="{2D097765-E3AD-4BF7-A734-A5DEE3B1B8ED}"/>
    <pc:docChg chg="custSel modSld">
      <pc:chgData name="Kayden Jordan" userId="e8c6793a-f4f0-4dab-a372-bcc2bed74348" providerId="ADAL" clId="{2D097765-E3AD-4BF7-A734-A5DEE3B1B8ED}" dt="2025-11-12T22:01:50.588" v="1094" actId="313"/>
      <pc:docMkLst>
        <pc:docMk/>
      </pc:docMkLst>
      <pc:sldChg chg="modSp mod modNotesTx">
        <pc:chgData name="Kayden Jordan" userId="e8c6793a-f4f0-4dab-a372-bcc2bed74348" providerId="ADAL" clId="{2D097765-E3AD-4BF7-A734-A5DEE3B1B8ED}" dt="2025-10-15T22:39:16.206" v="224" actId="20577"/>
        <pc:sldMkLst>
          <pc:docMk/>
          <pc:sldMk cId="1099751402" sldId="257"/>
        </pc:sldMkLst>
        <pc:spChg chg="mod">
          <ac:chgData name="Kayden Jordan" userId="e8c6793a-f4f0-4dab-a372-bcc2bed74348" providerId="ADAL" clId="{2D097765-E3AD-4BF7-A734-A5DEE3B1B8ED}" dt="2025-10-15T22:39:16.206" v="224" actId="20577"/>
          <ac:spMkLst>
            <pc:docMk/>
            <pc:sldMk cId="1099751402" sldId="257"/>
            <ac:spMk id="3" creationId="{7B9B411C-B8F5-B538-3486-BD81051E6B1C}"/>
          </ac:spMkLst>
        </pc:spChg>
      </pc:sldChg>
      <pc:sldChg chg="modNotesTx">
        <pc:chgData name="Kayden Jordan" userId="e8c6793a-f4f0-4dab-a372-bcc2bed74348" providerId="ADAL" clId="{2D097765-E3AD-4BF7-A734-A5DEE3B1B8ED}" dt="2025-10-16T00:58:59.909" v="906" actId="20577"/>
        <pc:sldMkLst>
          <pc:docMk/>
          <pc:sldMk cId="409382079" sldId="258"/>
        </pc:sldMkLst>
      </pc:sldChg>
      <pc:sldChg chg="modNotesTx">
        <pc:chgData name="Kayden Jordan" userId="e8c6793a-f4f0-4dab-a372-bcc2bed74348" providerId="ADAL" clId="{2D097765-E3AD-4BF7-A734-A5DEE3B1B8ED}" dt="2025-10-16T01:04:09.409" v="1029" actId="20577"/>
        <pc:sldMkLst>
          <pc:docMk/>
          <pc:sldMk cId="3123062476" sldId="259"/>
        </pc:sldMkLst>
      </pc:sldChg>
      <pc:sldChg chg="modSp mod modNotesTx">
        <pc:chgData name="Kayden Jordan" userId="e8c6793a-f4f0-4dab-a372-bcc2bed74348" providerId="ADAL" clId="{2D097765-E3AD-4BF7-A734-A5DEE3B1B8ED}" dt="2025-11-12T22:01:50.588" v="1094" actId="313"/>
        <pc:sldMkLst>
          <pc:docMk/>
          <pc:sldMk cId="3235459695" sldId="260"/>
        </pc:sldMkLst>
        <pc:spChg chg="mod">
          <ac:chgData name="Kayden Jordan" userId="e8c6793a-f4f0-4dab-a372-bcc2bed74348" providerId="ADAL" clId="{2D097765-E3AD-4BF7-A734-A5DEE3B1B8ED}" dt="2025-10-15T22:39:26.616" v="225" actId="20577"/>
          <ac:spMkLst>
            <pc:docMk/>
            <pc:sldMk cId="3235459695" sldId="260"/>
            <ac:spMk id="3" creationId="{8DA16D22-9F67-5779-637A-22564A578122}"/>
          </ac:spMkLst>
        </pc:spChg>
      </pc:sldChg>
      <pc:sldChg chg="modSp mod">
        <pc:chgData name="Kayden Jordan" userId="e8c6793a-f4f0-4dab-a372-bcc2bed74348" providerId="ADAL" clId="{2D097765-E3AD-4BF7-A734-A5DEE3B1B8ED}" dt="2025-10-16T01:05:16.975" v="1093" actId="20577"/>
        <pc:sldMkLst>
          <pc:docMk/>
          <pc:sldMk cId="654151204" sldId="261"/>
        </pc:sldMkLst>
        <pc:spChg chg="mod">
          <ac:chgData name="Kayden Jordan" userId="e8c6793a-f4f0-4dab-a372-bcc2bed74348" providerId="ADAL" clId="{2D097765-E3AD-4BF7-A734-A5DEE3B1B8ED}" dt="2025-10-16T01:05:16.975" v="1093" actId="20577"/>
          <ac:spMkLst>
            <pc:docMk/>
            <pc:sldMk cId="654151204" sldId="261"/>
            <ac:spMk id="3" creationId="{AFB45680-D7C6-8A67-7162-68FA1CE0BF5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9BF7D0-3593-47C6-BD31-5D89ED8A1164}" type="datetimeFigureOut">
              <a:rPr lang="en-US" smtClean="0"/>
              <a:t>11/12/2025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C00EB2-C10F-4306-91A4-63BEA66BB1CC}" type="slidenum">
              <a:rPr lang="en-US" smtClean="0"/>
              <a:t>‹#›</a:t>
            </a:fld>
            <a:endParaRPr lang="en-US"/>
          </a:p>
        </p:txBody>
      </p:sp>
    </p:spTree>
    <p:extLst>
      <p:ext uri="{BB962C8B-B14F-4D97-AF65-F5344CB8AC3E}">
        <p14:creationId xmlns:p14="http://schemas.microsoft.com/office/powerpoint/2010/main" val="5198808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is the first course of a two course sequence through which you're going to complete an applied Capstone research project.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This project is meant to be a kind of the culmination of the program and everything you've learned about data and analytics.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Across this experience, you will propose an applied research project and then carry out that research project in the next course, which will be ANLY 699</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You'll write the first part in this course ending this semester with roughly a ~10 page research proposal including an introduction, abbreviated literature review, and a method section.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You'll be taking some sort of analytic problem that you can solve, or a question you can answer with data and then next semester or when you take the second-half of this sequence, you're going to conduct the research you propose and complete like a ~15 page research report showing how you can take an idea from a basic concept to fully fledged out report.</a:t>
            </a:r>
            <a:br>
              <a:rPr lang="en-US" sz="1200" kern="1200" dirty="0">
                <a:solidFill>
                  <a:schemeClr val="tx1"/>
                </a:solidFill>
                <a:effectLst/>
                <a:latin typeface="+mn-lt"/>
                <a:ea typeface="+mn-ea"/>
                <a:cs typeface="+mn-cs"/>
              </a:rPr>
            </a:b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18C00EB2-C10F-4306-91A4-63BEA66BB1CC}" type="slidenum">
              <a:rPr lang="en-US" smtClean="0"/>
              <a:t>2</a:t>
            </a:fld>
            <a:endParaRPr lang="en-US"/>
          </a:p>
        </p:txBody>
      </p:sp>
    </p:spTree>
    <p:extLst>
      <p:ext uri="{BB962C8B-B14F-4D97-AF65-F5344CB8AC3E}">
        <p14:creationId xmlns:p14="http://schemas.microsoft.com/office/powerpoint/2010/main" val="3897442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course will focus on is how do you pick a topic for research and how do you refine a topic into something that you can feasibly do.</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Your topic can be anything as long as (1) it's relevant to your data analytics (2) there has to be some sort of data and analysis involved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 can't just be a literature review or survey paper), and (3) it needs to be feasible given the time and the resources of this course.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Generally, you are not be able to do projects that would require extensive primary data collection (like surveys or interviews) or using sensitive/private data (like health records, collecting data on mental health or stigmatized identities) that requires extra oversight and review.</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You also want to avoid data of research that you would need financial resources for potentially (such as purchasing datasets or paying participants).</a:t>
            </a:r>
          </a:p>
          <a:p>
            <a:r>
              <a:rPr lang="en-US" sz="1200" kern="1200" dirty="0">
                <a:solidFill>
                  <a:schemeClr val="tx1"/>
                </a:solidFill>
                <a:effectLst/>
                <a:latin typeface="+mn-lt"/>
                <a:ea typeface="+mn-ea"/>
                <a:cs typeface="+mn-cs"/>
              </a:rPr>
              <a:t>Beyond that, whatever topic interests you, we can discuss and try and develop a feasible plan to approach that topic given the requirements and resources of the class. </a:t>
            </a:r>
          </a:p>
          <a:p>
            <a:r>
              <a:rPr lang="en-US" sz="1200" kern="1200" dirty="0">
                <a:solidFill>
                  <a:schemeClr val="tx1"/>
                </a:solidFill>
                <a:effectLst/>
                <a:latin typeface="+mn-lt"/>
                <a:ea typeface="+mn-ea"/>
                <a:cs typeface="+mn-cs"/>
              </a:rPr>
              <a:t>For the most part, using public data sets, secondary sources, or even simulated data is both accepted and recommended for a lot of projects as long as there's sufficient documentation on that data set, and the research design you come up with is actually logical and appropriate for that data.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Online repositories, like Kaggle and GitHub and </a:t>
            </a:r>
            <a:r>
              <a:rPr lang="en-US" sz="1200" kern="1200" dirty="0" err="1">
                <a:solidFill>
                  <a:schemeClr val="tx1"/>
                </a:solidFill>
                <a:effectLst/>
                <a:latin typeface="+mn-lt"/>
                <a:ea typeface="+mn-ea"/>
                <a:cs typeface="+mn-cs"/>
              </a:rPr>
              <a:t>Huggingface</a:t>
            </a:r>
            <a:r>
              <a:rPr lang="en-US" sz="1200" kern="1200" dirty="0">
                <a:solidFill>
                  <a:schemeClr val="tx1"/>
                </a:solidFill>
                <a:effectLst/>
                <a:latin typeface="+mn-lt"/>
                <a:ea typeface="+mn-ea"/>
                <a:cs typeface="+mn-cs"/>
              </a:rPr>
              <a:t>, contain some very good data sources that are useful for data analytic projects.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We'll talk more in the course about how you judge the quality of data and whether or not data that you find online is of sufficient quality and of sufficient depth to be used for real research projects.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We'll go into that more in a few weeks, but the key here is that you know you can extend on existing work in some way.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even if someone's already used that data source, you can still use it as long as you're adding something new to it, that could be combining two different data sources, or, applying new modelling or new transformations on the data, whatever it is as we get further along in the semester you'll see various options there for developing a research proposal.</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 key thing here is that in order to pass this course, you have to have a topic approved by me and every section of your research proposal has to be approved by me. This is just to make sure that whatever you end up with in the end of this course is ready to go to be implemented in the next course.</a:t>
            </a:r>
          </a:p>
          <a:p>
            <a:r>
              <a:rPr lang="en-US" sz="1200" kern="1200" dirty="0">
                <a:solidFill>
                  <a:schemeClr val="tx1"/>
                </a:solidFill>
                <a:effectLst/>
                <a:latin typeface="+mn-lt"/>
                <a:ea typeface="+mn-ea"/>
                <a:cs typeface="+mn-cs"/>
              </a:rPr>
              <a:t>This is a very writing intensive course. There's not really any coding or programming or even analysis really. This course is really about thinking and idea generation and how do you communicate and plan research. You'll submit sections of the research proposal at a time and you'll get feedback as we go.</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that you can continuously improve it so that at the end of the semester, when you're ready to put it all together into a final proposal.</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You've had revisions on every single section and had feedback to make sure that it's both feasible and equality research project to do.</a:t>
            </a: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18C00EB2-C10F-4306-91A4-63BEA66BB1CC}" type="slidenum">
              <a:rPr lang="en-US" smtClean="0"/>
              <a:t>3</a:t>
            </a:fld>
            <a:endParaRPr lang="en-US"/>
          </a:p>
        </p:txBody>
      </p:sp>
    </p:spTree>
    <p:extLst>
      <p:ext uri="{BB962C8B-B14F-4D97-AF65-F5344CB8AC3E}">
        <p14:creationId xmlns:p14="http://schemas.microsoft.com/office/powerpoint/2010/main" val="20770839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So in terms of the content of this course.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two big things is one is talking explicitly about all the various pieces and processes of developing research.</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Including, you know, how do you develop and refine research questions? How do you do basic literature review? How do you write a method section and determine kind of what are the data requirements for a given research section? </a:t>
            </a:r>
          </a:p>
          <a:p>
            <a:r>
              <a:rPr lang="en-US" sz="1200" kern="1200" dirty="0">
                <a:solidFill>
                  <a:schemeClr val="tx1"/>
                </a:solidFill>
                <a:effectLst/>
                <a:latin typeface="+mn-lt"/>
                <a:ea typeface="+mn-ea"/>
                <a:cs typeface="+mn-cs"/>
              </a:rPr>
              <a:t>The second thing is research basics like writing and ethics as well as talk about specific research design.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if you want to conduct an experiment, what are your options for conducting experiment?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How does that look? How do you put together something that actually has the features of an experiment.?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Or how do you evaluate existing secondary data sources?</a:t>
            </a:r>
            <a:br>
              <a:rPr lang="en-US" sz="1200" kern="1200" dirty="0">
                <a:solidFill>
                  <a:schemeClr val="tx1"/>
                </a:solidFill>
                <a:effectLst/>
                <a:latin typeface="+mn-lt"/>
                <a:ea typeface="+mn-ea"/>
                <a:cs typeface="+mn-cs"/>
              </a:rPr>
            </a:b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18C00EB2-C10F-4306-91A4-63BEA66BB1CC}" type="slidenum">
              <a:rPr lang="en-US" smtClean="0"/>
              <a:t>4</a:t>
            </a:fld>
            <a:endParaRPr lang="en-US"/>
          </a:p>
        </p:txBody>
      </p:sp>
    </p:spTree>
    <p:extLst>
      <p:ext uri="{BB962C8B-B14F-4D97-AF65-F5344CB8AC3E}">
        <p14:creationId xmlns:p14="http://schemas.microsoft.com/office/powerpoint/2010/main" val="3749159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C00EB2-C10F-4306-91A4-63BEA66BB1CC}" type="slidenum">
              <a:rPr lang="en-US" smtClean="0"/>
              <a:t>5</a:t>
            </a:fld>
            <a:endParaRPr lang="en-US"/>
          </a:p>
        </p:txBody>
      </p:sp>
    </p:spTree>
    <p:extLst>
      <p:ext uri="{BB962C8B-B14F-4D97-AF65-F5344CB8AC3E}">
        <p14:creationId xmlns:p14="http://schemas.microsoft.com/office/powerpoint/2010/main" val="35844874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Basically, you have your project or your proposal related assignments.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We're scaffolding your research proposal so you're not doing it all at once. You're doing it in steps.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For example, the very first project related assignment that you'll submit is basically just a research topic brainstorm and this is just throwing out a couple ideas that you might build your proposal 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then we'll keep adding to that in terms of writing an introduction, then a few assignments to build a literature review, and then finally the method section.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Where you'll put everything together and then at the end of the semester, you'll also do a very brief proposal presentation.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It'll be three to five minute really kind of elevator pitch type presentation on what it is you're going to study and why it's important.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then obviously at the very end of the semester you'll submit, a final proposal where you take all the feedback from all the previous assignments and make revisions so that that final proposal is good to go for carrying out the research in the next class.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Then everything else will be basically these in class small group exercises that shouldn't be overly long.</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They're going to be really kind of short assignments that are just there to reinforce some of the key topics and concepts.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that allow you to practice some of the things we'll be talking about in class.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They're independent of your research proposal, but some of them you might be able to use to assist in making progress towards your research proposal.</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for example, one of the activities will be on finding and evaluating data sources, so you might end up using one of those that you find for the in class activity in your actual proposal.</a:t>
            </a: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18C00EB2-C10F-4306-91A4-63BEA66BB1CC}" type="slidenum">
              <a:rPr lang="en-US" smtClean="0"/>
              <a:t>6</a:t>
            </a:fld>
            <a:endParaRPr lang="en-US"/>
          </a:p>
        </p:txBody>
      </p:sp>
    </p:spTree>
    <p:extLst>
      <p:ext uri="{BB962C8B-B14F-4D97-AF65-F5344CB8AC3E}">
        <p14:creationId xmlns:p14="http://schemas.microsoft.com/office/powerpoint/2010/main" val="31878555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C00EB2-C10F-4306-91A4-63BEA66BB1CC}" type="slidenum">
              <a:rPr lang="en-US" smtClean="0"/>
              <a:t>7</a:t>
            </a:fld>
            <a:endParaRPr lang="en-US"/>
          </a:p>
        </p:txBody>
      </p:sp>
    </p:spTree>
    <p:extLst>
      <p:ext uri="{BB962C8B-B14F-4D97-AF65-F5344CB8AC3E}">
        <p14:creationId xmlns:p14="http://schemas.microsoft.com/office/powerpoint/2010/main" val="3468716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BEBA9-F883-ED36-666E-A204FABD07D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D052DAE-F09C-0403-9F1B-35DCC6A534A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6890479-3487-4F11-55EA-609CEF49A6D7}"/>
              </a:ext>
            </a:extLst>
          </p:cNvPr>
          <p:cNvSpPr>
            <a:spLocks noGrp="1"/>
          </p:cNvSpPr>
          <p:nvPr>
            <p:ph type="dt" sz="half" idx="10"/>
          </p:nvPr>
        </p:nvSpPr>
        <p:spPr/>
        <p:txBody>
          <a:bodyPr/>
          <a:lstStyle/>
          <a:p>
            <a:fld id="{7BB415A7-CEF4-4F59-9546-A7239CD7B7AF}" type="datetimeFigureOut">
              <a:rPr lang="en-US" smtClean="0"/>
              <a:t>11/12/2025</a:t>
            </a:fld>
            <a:endParaRPr lang="en-US"/>
          </a:p>
        </p:txBody>
      </p:sp>
      <p:sp>
        <p:nvSpPr>
          <p:cNvPr id="5" name="Footer Placeholder 4">
            <a:extLst>
              <a:ext uri="{FF2B5EF4-FFF2-40B4-BE49-F238E27FC236}">
                <a16:creationId xmlns:a16="http://schemas.microsoft.com/office/drawing/2014/main" id="{225E7849-D9F5-F619-ACFC-0DEA85087C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4A8D4C-57D2-8465-91E4-35C630C98241}"/>
              </a:ext>
            </a:extLst>
          </p:cNvPr>
          <p:cNvSpPr>
            <a:spLocks noGrp="1"/>
          </p:cNvSpPr>
          <p:nvPr>
            <p:ph type="sldNum" sz="quarter" idx="12"/>
          </p:nvPr>
        </p:nvSpPr>
        <p:spPr/>
        <p:txBody>
          <a:bodyPr/>
          <a:lstStyle/>
          <a:p>
            <a:fld id="{415226B2-E789-401E-B094-B49ECAE7A4B8}" type="slidenum">
              <a:rPr lang="en-US" smtClean="0"/>
              <a:t>‹#›</a:t>
            </a:fld>
            <a:endParaRPr lang="en-US"/>
          </a:p>
        </p:txBody>
      </p:sp>
    </p:spTree>
    <p:extLst>
      <p:ext uri="{BB962C8B-B14F-4D97-AF65-F5344CB8AC3E}">
        <p14:creationId xmlns:p14="http://schemas.microsoft.com/office/powerpoint/2010/main" val="16923103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DE7E7-327B-41B4-514E-C829EC11074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9F652F-1FC1-FBB8-D1FA-145241995AB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704A3B-174D-4BDD-FC87-9A44E048A7A5}"/>
              </a:ext>
            </a:extLst>
          </p:cNvPr>
          <p:cNvSpPr>
            <a:spLocks noGrp="1"/>
          </p:cNvSpPr>
          <p:nvPr>
            <p:ph type="dt" sz="half" idx="10"/>
          </p:nvPr>
        </p:nvSpPr>
        <p:spPr/>
        <p:txBody>
          <a:bodyPr/>
          <a:lstStyle/>
          <a:p>
            <a:fld id="{7BB415A7-CEF4-4F59-9546-A7239CD7B7AF}" type="datetimeFigureOut">
              <a:rPr lang="en-US" smtClean="0"/>
              <a:t>11/12/2025</a:t>
            </a:fld>
            <a:endParaRPr lang="en-US"/>
          </a:p>
        </p:txBody>
      </p:sp>
      <p:sp>
        <p:nvSpPr>
          <p:cNvPr id="5" name="Footer Placeholder 4">
            <a:extLst>
              <a:ext uri="{FF2B5EF4-FFF2-40B4-BE49-F238E27FC236}">
                <a16:creationId xmlns:a16="http://schemas.microsoft.com/office/drawing/2014/main" id="{EF03635B-69CA-65D2-4B6A-9FCD3D332F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FB77E0-77A3-D289-F751-0179F63D8694}"/>
              </a:ext>
            </a:extLst>
          </p:cNvPr>
          <p:cNvSpPr>
            <a:spLocks noGrp="1"/>
          </p:cNvSpPr>
          <p:nvPr>
            <p:ph type="sldNum" sz="quarter" idx="12"/>
          </p:nvPr>
        </p:nvSpPr>
        <p:spPr/>
        <p:txBody>
          <a:bodyPr/>
          <a:lstStyle/>
          <a:p>
            <a:fld id="{415226B2-E789-401E-B094-B49ECAE7A4B8}" type="slidenum">
              <a:rPr lang="en-US" smtClean="0"/>
              <a:t>‹#›</a:t>
            </a:fld>
            <a:endParaRPr lang="en-US"/>
          </a:p>
        </p:txBody>
      </p:sp>
    </p:spTree>
    <p:extLst>
      <p:ext uri="{BB962C8B-B14F-4D97-AF65-F5344CB8AC3E}">
        <p14:creationId xmlns:p14="http://schemas.microsoft.com/office/powerpoint/2010/main" val="37628256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1E705-85D2-1E39-A98E-5808FCAAC8E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4EC2C8B-913D-7C30-74E2-357A3D0E680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FA87A81-6C7F-D15A-DA2F-E35AE4B1558D}"/>
              </a:ext>
            </a:extLst>
          </p:cNvPr>
          <p:cNvSpPr>
            <a:spLocks noGrp="1"/>
          </p:cNvSpPr>
          <p:nvPr>
            <p:ph type="dt" sz="half" idx="10"/>
          </p:nvPr>
        </p:nvSpPr>
        <p:spPr/>
        <p:txBody>
          <a:bodyPr/>
          <a:lstStyle/>
          <a:p>
            <a:fld id="{7BB415A7-CEF4-4F59-9546-A7239CD7B7AF}" type="datetimeFigureOut">
              <a:rPr lang="en-US" smtClean="0"/>
              <a:t>11/12/2025</a:t>
            </a:fld>
            <a:endParaRPr lang="en-US"/>
          </a:p>
        </p:txBody>
      </p:sp>
      <p:sp>
        <p:nvSpPr>
          <p:cNvPr id="5" name="Footer Placeholder 4">
            <a:extLst>
              <a:ext uri="{FF2B5EF4-FFF2-40B4-BE49-F238E27FC236}">
                <a16:creationId xmlns:a16="http://schemas.microsoft.com/office/drawing/2014/main" id="{7DE2E9A9-2263-CCF5-ACB4-EABE990419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51E53C-E8A8-F708-4A14-D5317BE662DB}"/>
              </a:ext>
            </a:extLst>
          </p:cNvPr>
          <p:cNvSpPr>
            <a:spLocks noGrp="1"/>
          </p:cNvSpPr>
          <p:nvPr>
            <p:ph type="sldNum" sz="quarter" idx="12"/>
          </p:nvPr>
        </p:nvSpPr>
        <p:spPr/>
        <p:txBody>
          <a:bodyPr/>
          <a:lstStyle/>
          <a:p>
            <a:fld id="{415226B2-E789-401E-B094-B49ECAE7A4B8}" type="slidenum">
              <a:rPr lang="en-US" smtClean="0"/>
              <a:t>‹#›</a:t>
            </a:fld>
            <a:endParaRPr lang="en-US"/>
          </a:p>
        </p:txBody>
      </p:sp>
    </p:spTree>
    <p:extLst>
      <p:ext uri="{BB962C8B-B14F-4D97-AF65-F5344CB8AC3E}">
        <p14:creationId xmlns:p14="http://schemas.microsoft.com/office/powerpoint/2010/main" val="42825613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05B37-0E5E-6BA0-8119-A36CAD98BFB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E4D3E72-1C06-5021-9D78-B151A55335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AE6BBC4-8E26-6425-C811-52AF514AECD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2A55E05-1BD7-7703-73A9-23A848F7D98A}"/>
              </a:ext>
            </a:extLst>
          </p:cNvPr>
          <p:cNvSpPr>
            <a:spLocks noGrp="1"/>
          </p:cNvSpPr>
          <p:nvPr>
            <p:ph type="dt" sz="half" idx="10"/>
          </p:nvPr>
        </p:nvSpPr>
        <p:spPr/>
        <p:txBody>
          <a:bodyPr/>
          <a:lstStyle/>
          <a:p>
            <a:fld id="{7BB415A7-CEF4-4F59-9546-A7239CD7B7AF}" type="datetimeFigureOut">
              <a:rPr lang="en-US" smtClean="0"/>
              <a:t>11/12/2025</a:t>
            </a:fld>
            <a:endParaRPr lang="en-US"/>
          </a:p>
        </p:txBody>
      </p:sp>
      <p:sp>
        <p:nvSpPr>
          <p:cNvPr id="6" name="Footer Placeholder 5">
            <a:extLst>
              <a:ext uri="{FF2B5EF4-FFF2-40B4-BE49-F238E27FC236}">
                <a16:creationId xmlns:a16="http://schemas.microsoft.com/office/drawing/2014/main" id="{9728A30B-82EA-729A-1C80-6C4DB4A921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6251E3-82F7-2028-654C-E515F6761B99}"/>
              </a:ext>
            </a:extLst>
          </p:cNvPr>
          <p:cNvSpPr>
            <a:spLocks noGrp="1"/>
          </p:cNvSpPr>
          <p:nvPr>
            <p:ph type="sldNum" sz="quarter" idx="12"/>
          </p:nvPr>
        </p:nvSpPr>
        <p:spPr/>
        <p:txBody>
          <a:bodyPr/>
          <a:lstStyle/>
          <a:p>
            <a:fld id="{415226B2-E789-401E-B094-B49ECAE7A4B8}" type="slidenum">
              <a:rPr lang="en-US" smtClean="0"/>
              <a:t>‹#›</a:t>
            </a:fld>
            <a:endParaRPr lang="en-US"/>
          </a:p>
        </p:txBody>
      </p:sp>
    </p:spTree>
    <p:extLst>
      <p:ext uri="{BB962C8B-B14F-4D97-AF65-F5344CB8AC3E}">
        <p14:creationId xmlns:p14="http://schemas.microsoft.com/office/powerpoint/2010/main" val="9655890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93172-3CB3-ADED-D685-D9263DA1378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78D50B-22F1-82D3-232F-F858CA58208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1FA7D53-A4E2-FB44-A8CE-4780B7240C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738434D-2D05-8D25-B868-8770E7B4A2D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B5726E7-594C-7E9C-4FDF-594434BDAB2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E309129-9FBB-2B65-F4FE-67DE4A16DEB7}"/>
              </a:ext>
            </a:extLst>
          </p:cNvPr>
          <p:cNvSpPr>
            <a:spLocks noGrp="1"/>
          </p:cNvSpPr>
          <p:nvPr>
            <p:ph type="dt" sz="half" idx="10"/>
          </p:nvPr>
        </p:nvSpPr>
        <p:spPr/>
        <p:txBody>
          <a:bodyPr/>
          <a:lstStyle/>
          <a:p>
            <a:fld id="{7BB415A7-CEF4-4F59-9546-A7239CD7B7AF}" type="datetimeFigureOut">
              <a:rPr lang="en-US" smtClean="0"/>
              <a:t>11/12/2025</a:t>
            </a:fld>
            <a:endParaRPr lang="en-US"/>
          </a:p>
        </p:txBody>
      </p:sp>
      <p:sp>
        <p:nvSpPr>
          <p:cNvPr id="8" name="Footer Placeholder 7">
            <a:extLst>
              <a:ext uri="{FF2B5EF4-FFF2-40B4-BE49-F238E27FC236}">
                <a16:creationId xmlns:a16="http://schemas.microsoft.com/office/drawing/2014/main" id="{24EB2F1B-60DF-B10F-BA1C-ADF5FC3EA9C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D261362-7A81-EE34-B768-A98A49953149}"/>
              </a:ext>
            </a:extLst>
          </p:cNvPr>
          <p:cNvSpPr>
            <a:spLocks noGrp="1"/>
          </p:cNvSpPr>
          <p:nvPr>
            <p:ph type="sldNum" sz="quarter" idx="12"/>
          </p:nvPr>
        </p:nvSpPr>
        <p:spPr/>
        <p:txBody>
          <a:bodyPr/>
          <a:lstStyle/>
          <a:p>
            <a:fld id="{415226B2-E789-401E-B094-B49ECAE7A4B8}" type="slidenum">
              <a:rPr lang="en-US" smtClean="0"/>
              <a:t>‹#›</a:t>
            </a:fld>
            <a:endParaRPr lang="en-US"/>
          </a:p>
        </p:txBody>
      </p:sp>
    </p:spTree>
    <p:extLst>
      <p:ext uri="{BB962C8B-B14F-4D97-AF65-F5344CB8AC3E}">
        <p14:creationId xmlns:p14="http://schemas.microsoft.com/office/powerpoint/2010/main" val="33421742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3FA82-2457-FB75-976C-91A194F176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08B5B39-658D-3929-01FE-3324D79E9ED4}"/>
              </a:ext>
            </a:extLst>
          </p:cNvPr>
          <p:cNvSpPr>
            <a:spLocks noGrp="1"/>
          </p:cNvSpPr>
          <p:nvPr>
            <p:ph type="dt" sz="half" idx="10"/>
          </p:nvPr>
        </p:nvSpPr>
        <p:spPr/>
        <p:txBody>
          <a:bodyPr/>
          <a:lstStyle/>
          <a:p>
            <a:fld id="{7BB415A7-CEF4-4F59-9546-A7239CD7B7AF}" type="datetimeFigureOut">
              <a:rPr lang="en-US" smtClean="0"/>
              <a:t>11/12/2025</a:t>
            </a:fld>
            <a:endParaRPr lang="en-US"/>
          </a:p>
        </p:txBody>
      </p:sp>
      <p:sp>
        <p:nvSpPr>
          <p:cNvPr id="4" name="Footer Placeholder 3">
            <a:extLst>
              <a:ext uri="{FF2B5EF4-FFF2-40B4-BE49-F238E27FC236}">
                <a16:creationId xmlns:a16="http://schemas.microsoft.com/office/drawing/2014/main" id="{8FF58BA5-F5FF-DA17-623B-E6513DC7AF4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3269F00-29DD-3954-3040-ABFA7C0FD4BF}"/>
              </a:ext>
            </a:extLst>
          </p:cNvPr>
          <p:cNvSpPr>
            <a:spLocks noGrp="1"/>
          </p:cNvSpPr>
          <p:nvPr>
            <p:ph type="sldNum" sz="quarter" idx="12"/>
          </p:nvPr>
        </p:nvSpPr>
        <p:spPr/>
        <p:txBody>
          <a:bodyPr/>
          <a:lstStyle/>
          <a:p>
            <a:fld id="{415226B2-E789-401E-B094-B49ECAE7A4B8}" type="slidenum">
              <a:rPr lang="en-US" smtClean="0"/>
              <a:t>‹#›</a:t>
            </a:fld>
            <a:endParaRPr lang="en-US"/>
          </a:p>
        </p:txBody>
      </p:sp>
    </p:spTree>
    <p:extLst>
      <p:ext uri="{BB962C8B-B14F-4D97-AF65-F5344CB8AC3E}">
        <p14:creationId xmlns:p14="http://schemas.microsoft.com/office/powerpoint/2010/main" val="3256784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47A0D72-15F9-1DE9-7010-B4243252F58F}"/>
              </a:ext>
            </a:extLst>
          </p:cNvPr>
          <p:cNvSpPr>
            <a:spLocks noGrp="1"/>
          </p:cNvSpPr>
          <p:nvPr>
            <p:ph type="dt" sz="half" idx="10"/>
          </p:nvPr>
        </p:nvSpPr>
        <p:spPr/>
        <p:txBody>
          <a:bodyPr/>
          <a:lstStyle/>
          <a:p>
            <a:fld id="{7BB415A7-CEF4-4F59-9546-A7239CD7B7AF}" type="datetimeFigureOut">
              <a:rPr lang="en-US" smtClean="0"/>
              <a:t>11/12/2025</a:t>
            </a:fld>
            <a:endParaRPr lang="en-US"/>
          </a:p>
        </p:txBody>
      </p:sp>
      <p:sp>
        <p:nvSpPr>
          <p:cNvPr id="3" name="Footer Placeholder 2">
            <a:extLst>
              <a:ext uri="{FF2B5EF4-FFF2-40B4-BE49-F238E27FC236}">
                <a16:creationId xmlns:a16="http://schemas.microsoft.com/office/drawing/2014/main" id="{BC1E20D2-358B-1B09-E9ED-AB3566CC113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6D84D1D-26B1-EC7A-4340-D0F779D90A48}"/>
              </a:ext>
            </a:extLst>
          </p:cNvPr>
          <p:cNvSpPr>
            <a:spLocks noGrp="1"/>
          </p:cNvSpPr>
          <p:nvPr>
            <p:ph type="sldNum" sz="quarter" idx="12"/>
          </p:nvPr>
        </p:nvSpPr>
        <p:spPr/>
        <p:txBody>
          <a:bodyPr/>
          <a:lstStyle/>
          <a:p>
            <a:fld id="{415226B2-E789-401E-B094-B49ECAE7A4B8}" type="slidenum">
              <a:rPr lang="en-US" smtClean="0"/>
              <a:t>‹#›</a:t>
            </a:fld>
            <a:endParaRPr lang="en-US"/>
          </a:p>
        </p:txBody>
      </p:sp>
    </p:spTree>
    <p:extLst>
      <p:ext uri="{BB962C8B-B14F-4D97-AF65-F5344CB8AC3E}">
        <p14:creationId xmlns:p14="http://schemas.microsoft.com/office/powerpoint/2010/main" val="3213893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818AE-89AE-4388-2A74-4ADA57AC60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A7EB222-5491-3BF1-AAF4-6B448FD236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2DA2B32-9A95-C771-63B2-4C473F1CEF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381828-BA63-8D62-70D8-DB94F07F2F15}"/>
              </a:ext>
            </a:extLst>
          </p:cNvPr>
          <p:cNvSpPr>
            <a:spLocks noGrp="1"/>
          </p:cNvSpPr>
          <p:nvPr>
            <p:ph type="dt" sz="half" idx="10"/>
          </p:nvPr>
        </p:nvSpPr>
        <p:spPr/>
        <p:txBody>
          <a:bodyPr/>
          <a:lstStyle/>
          <a:p>
            <a:fld id="{7BB415A7-CEF4-4F59-9546-A7239CD7B7AF}" type="datetimeFigureOut">
              <a:rPr lang="en-US" smtClean="0"/>
              <a:t>11/12/2025</a:t>
            </a:fld>
            <a:endParaRPr lang="en-US"/>
          </a:p>
        </p:txBody>
      </p:sp>
      <p:sp>
        <p:nvSpPr>
          <p:cNvPr id="6" name="Footer Placeholder 5">
            <a:extLst>
              <a:ext uri="{FF2B5EF4-FFF2-40B4-BE49-F238E27FC236}">
                <a16:creationId xmlns:a16="http://schemas.microsoft.com/office/drawing/2014/main" id="{F99382A9-E752-F406-18B0-3E50E6F368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2E9FED-5A87-2414-7605-460C933BAE5C}"/>
              </a:ext>
            </a:extLst>
          </p:cNvPr>
          <p:cNvSpPr>
            <a:spLocks noGrp="1"/>
          </p:cNvSpPr>
          <p:nvPr>
            <p:ph type="sldNum" sz="quarter" idx="12"/>
          </p:nvPr>
        </p:nvSpPr>
        <p:spPr/>
        <p:txBody>
          <a:bodyPr/>
          <a:lstStyle/>
          <a:p>
            <a:fld id="{415226B2-E789-401E-B094-B49ECAE7A4B8}" type="slidenum">
              <a:rPr lang="en-US" smtClean="0"/>
              <a:t>‹#›</a:t>
            </a:fld>
            <a:endParaRPr lang="en-US"/>
          </a:p>
        </p:txBody>
      </p:sp>
    </p:spTree>
    <p:extLst>
      <p:ext uri="{BB962C8B-B14F-4D97-AF65-F5344CB8AC3E}">
        <p14:creationId xmlns:p14="http://schemas.microsoft.com/office/powerpoint/2010/main" val="10673211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FE49E-8A1C-F08E-6860-DBEBB78C4A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DC75C94-343E-DCEA-3765-3E94C79C026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1831ACC-5739-5ECE-FD6B-C0012C56CF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26866A-7FC1-8B4E-5528-3C65E21CB91C}"/>
              </a:ext>
            </a:extLst>
          </p:cNvPr>
          <p:cNvSpPr>
            <a:spLocks noGrp="1"/>
          </p:cNvSpPr>
          <p:nvPr>
            <p:ph type="dt" sz="half" idx="10"/>
          </p:nvPr>
        </p:nvSpPr>
        <p:spPr/>
        <p:txBody>
          <a:bodyPr/>
          <a:lstStyle/>
          <a:p>
            <a:fld id="{7BB415A7-CEF4-4F59-9546-A7239CD7B7AF}" type="datetimeFigureOut">
              <a:rPr lang="en-US" smtClean="0"/>
              <a:t>11/12/2025</a:t>
            </a:fld>
            <a:endParaRPr lang="en-US"/>
          </a:p>
        </p:txBody>
      </p:sp>
      <p:sp>
        <p:nvSpPr>
          <p:cNvPr id="6" name="Footer Placeholder 5">
            <a:extLst>
              <a:ext uri="{FF2B5EF4-FFF2-40B4-BE49-F238E27FC236}">
                <a16:creationId xmlns:a16="http://schemas.microsoft.com/office/drawing/2014/main" id="{83EE8432-CD64-BA82-82F3-8B53EF1519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F34DB0-F843-153E-35FE-49FFFCBE7134}"/>
              </a:ext>
            </a:extLst>
          </p:cNvPr>
          <p:cNvSpPr>
            <a:spLocks noGrp="1"/>
          </p:cNvSpPr>
          <p:nvPr>
            <p:ph type="sldNum" sz="quarter" idx="12"/>
          </p:nvPr>
        </p:nvSpPr>
        <p:spPr/>
        <p:txBody>
          <a:bodyPr/>
          <a:lstStyle/>
          <a:p>
            <a:fld id="{415226B2-E789-401E-B094-B49ECAE7A4B8}" type="slidenum">
              <a:rPr lang="en-US" smtClean="0"/>
              <a:t>‹#›</a:t>
            </a:fld>
            <a:endParaRPr lang="en-US"/>
          </a:p>
        </p:txBody>
      </p:sp>
    </p:spTree>
    <p:extLst>
      <p:ext uri="{BB962C8B-B14F-4D97-AF65-F5344CB8AC3E}">
        <p14:creationId xmlns:p14="http://schemas.microsoft.com/office/powerpoint/2010/main" val="26136844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BA292-FCE5-BB21-277A-98437D051ED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72224D1-3040-3DAA-A5F3-004143BDECF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CF4FE8-5DF6-3B85-2C88-01E909415E49}"/>
              </a:ext>
            </a:extLst>
          </p:cNvPr>
          <p:cNvSpPr>
            <a:spLocks noGrp="1"/>
          </p:cNvSpPr>
          <p:nvPr>
            <p:ph type="dt" sz="half" idx="10"/>
          </p:nvPr>
        </p:nvSpPr>
        <p:spPr/>
        <p:txBody>
          <a:bodyPr/>
          <a:lstStyle/>
          <a:p>
            <a:fld id="{7BB415A7-CEF4-4F59-9546-A7239CD7B7AF}" type="datetimeFigureOut">
              <a:rPr lang="en-US" smtClean="0"/>
              <a:t>11/12/2025</a:t>
            </a:fld>
            <a:endParaRPr lang="en-US"/>
          </a:p>
        </p:txBody>
      </p:sp>
      <p:sp>
        <p:nvSpPr>
          <p:cNvPr id="5" name="Footer Placeholder 4">
            <a:extLst>
              <a:ext uri="{FF2B5EF4-FFF2-40B4-BE49-F238E27FC236}">
                <a16:creationId xmlns:a16="http://schemas.microsoft.com/office/drawing/2014/main" id="{BC408DAF-D4B9-4935-EEFD-418423C9B8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8940B7-24F4-E8E6-AE89-C0B298E38C56}"/>
              </a:ext>
            </a:extLst>
          </p:cNvPr>
          <p:cNvSpPr>
            <a:spLocks noGrp="1"/>
          </p:cNvSpPr>
          <p:nvPr>
            <p:ph type="sldNum" sz="quarter" idx="12"/>
          </p:nvPr>
        </p:nvSpPr>
        <p:spPr/>
        <p:txBody>
          <a:bodyPr/>
          <a:lstStyle/>
          <a:p>
            <a:fld id="{415226B2-E789-401E-B094-B49ECAE7A4B8}" type="slidenum">
              <a:rPr lang="en-US" smtClean="0"/>
              <a:t>‹#›</a:t>
            </a:fld>
            <a:endParaRPr lang="en-US"/>
          </a:p>
        </p:txBody>
      </p:sp>
    </p:spTree>
    <p:extLst>
      <p:ext uri="{BB962C8B-B14F-4D97-AF65-F5344CB8AC3E}">
        <p14:creationId xmlns:p14="http://schemas.microsoft.com/office/powerpoint/2010/main" val="27348342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FB8925-96F9-2A51-0E40-BA6E48FD0E1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06177E-041F-2328-C656-AE667E2EE37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224C1E-3F28-F31B-B94F-19B66054148D}"/>
              </a:ext>
            </a:extLst>
          </p:cNvPr>
          <p:cNvSpPr>
            <a:spLocks noGrp="1"/>
          </p:cNvSpPr>
          <p:nvPr>
            <p:ph type="dt" sz="half" idx="10"/>
          </p:nvPr>
        </p:nvSpPr>
        <p:spPr/>
        <p:txBody>
          <a:bodyPr/>
          <a:lstStyle/>
          <a:p>
            <a:fld id="{7BB415A7-CEF4-4F59-9546-A7239CD7B7AF}" type="datetimeFigureOut">
              <a:rPr lang="en-US" smtClean="0"/>
              <a:t>11/12/2025</a:t>
            </a:fld>
            <a:endParaRPr lang="en-US"/>
          </a:p>
        </p:txBody>
      </p:sp>
      <p:sp>
        <p:nvSpPr>
          <p:cNvPr id="5" name="Footer Placeholder 4">
            <a:extLst>
              <a:ext uri="{FF2B5EF4-FFF2-40B4-BE49-F238E27FC236}">
                <a16:creationId xmlns:a16="http://schemas.microsoft.com/office/drawing/2014/main" id="{138E04FA-1B65-4C1A-184C-34B0B48519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27BBD7-0167-FD5F-EDCB-D2A5EF5A9AC9}"/>
              </a:ext>
            </a:extLst>
          </p:cNvPr>
          <p:cNvSpPr>
            <a:spLocks noGrp="1"/>
          </p:cNvSpPr>
          <p:nvPr>
            <p:ph type="sldNum" sz="quarter" idx="12"/>
          </p:nvPr>
        </p:nvSpPr>
        <p:spPr/>
        <p:txBody>
          <a:bodyPr/>
          <a:lstStyle/>
          <a:p>
            <a:fld id="{415226B2-E789-401E-B094-B49ECAE7A4B8}" type="slidenum">
              <a:rPr lang="en-US" smtClean="0"/>
              <a:t>‹#›</a:t>
            </a:fld>
            <a:endParaRPr lang="en-US"/>
          </a:p>
        </p:txBody>
      </p:sp>
    </p:spTree>
    <p:extLst>
      <p:ext uri="{BB962C8B-B14F-4D97-AF65-F5344CB8AC3E}">
        <p14:creationId xmlns:p14="http://schemas.microsoft.com/office/powerpoint/2010/main" val="29256292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880EF3-E989-DC44-1FC1-0BDE1C7F1B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65F0377-63A1-5697-1F6C-64FEC775EA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EDB936-62A0-09C7-D159-73DA92B605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BB415A7-CEF4-4F59-9546-A7239CD7B7AF}" type="datetimeFigureOut">
              <a:rPr lang="en-US" smtClean="0"/>
              <a:t>11/12/2025</a:t>
            </a:fld>
            <a:endParaRPr lang="en-US"/>
          </a:p>
        </p:txBody>
      </p:sp>
      <p:sp>
        <p:nvSpPr>
          <p:cNvPr id="5" name="Footer Placeholder 4">
            <a:extLst>
              <a:ext uri="{FF2B5EF4-FFF2-40B4-BE49-F238E27FC236}">
                <a16:creationId xmlns:a16="http://schemas.microsoft.com/office/drawing/2014/main" id="{5CBF23ED-90AF-AA22-7837-3E06718484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EF53F84-3C97-DE7F-E07A-293136D9F0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15226B2-E789-401E-B094-B49ECAE7A4B8}" type="slidenum">
              <a:rPr lang="en-US" smtClean="0"/>
              <a:t>‹#›</a:t>
            </a:fld>
            <a:endParaRPr lang="en-US"/>
          </a:p>
        </p:txBody>
      </p:sp>
    </p:spTree>
    <p:extLst>
      <p:ext uri="{BB962C8B-B14F-4D97-AF65-F5344CB8AC3E}">
        <p14:creationId xmlns:p14="http://schemas.microsoft.com/office/powerpoint/2010/main" val="6948546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12" name="Freeform: Shape 11">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047F3566-106C-118C-C89A-6A7738BAC34E}"/>
              </a:ext>
            </a:extLst>
          </p:cNvPr>
          <p:cNvSpPr>
            <a:spLocks noGrp="1"/>
          </p:cNvSpPr>
          <p:nvPr>
            <p:ph type="ctrTitle"/>
          </p:nvPr>
        </p:nvSpPr>
        <p:spPr>
          <a:xfrm>
            <a:off x="3502731" y="1542402"/>
            <a:ext cx="5186842" cy="2387918"/>
          </a:xfrm>
        </p:spPr>
        <p:txBody>
          <a:bodyPr anchor="b">
            <a:normAutofit/>
          </a:bodyPr>
          <a:lstStyle/>
          <a:p>
            <a:r>
              <a:rPr lang="en-US" sz="5200">
                <a:solidFill>
                  <a:schemeClr val="tx2"/>
                </a:solidFill>
              </a:rPr>
              <a:t>Course Overview</a:t>
            </a:r>
          </a:p>
        </p:txBody>
      </p:sp>
      <p:sp>
        <p:nvSpPr>
          <p:cNvPr id="3" name="Subtitle 2">
            <a:extLst>
              <a:ext uri="{FF2B5EF4-FFF2-40B4-BE49-F238E27FC236}">
                <a16:creationId xmlns:a16="http://schemas.microsoft.com/office/drawing/2014/main" id="{FAE4FBE3-8DBB-9953-53C7-CF5AAD9D46AB}"/>
              </a:ext>
            </a:extLst>
          </p:cNvPr>
          <p:cNvSpPr>
            <a:spLocks noGrp="1"/>
          </p:cNvSpPr>
          <p:nvPr>
            <p:ph type="subTitle" idx="1"/>
          </p:nvPr>
        </p:nvSpPr>
        <p:spPr>
          <a:xfrm>
            <a:off x="3502135" y="4001587"/>
            <a:ext cx="5188034" cy="682079"/>
          </a:xfrm>
        </p:spPr>
        <p:txBody>
          <a:bodyPr>
            <a:normAutofit/>
          </a:bodyPr>
          <a:lstStyle/>
          <a:p>
            <a:r>
              <a:rPr lang="en-US">
                <a:solidFill>
                  <a:schemeClr val="tx2"/>
                </a:solidFill>
              </a:rPr>
              <a:t>GRAD 695</a:t>
            </a: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5788258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7BF42CA-AD55-48B4-8949-C4DCA60A6A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6AE1D3D-3106-4CB2-AA7C-0C1642AC0F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A31B6AF-B711-4CDB-8C2B-16E963DDC4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37" y="0"/>
            <a:ext cx="5646974" cy="6483075"/>
            <a:chOff x="-19221" y="0"/>
            <a:chExt cx="5646974" cy="6483075"/>
          </a:xfrm>
        </p:grpSpPr>
        <p:sp>
          <p:nvSpPr>
            <p:cNvPr id="13" name="Freeform: Shape 12">
              <a:extLst>
                <a:ext uri="{FF2B5EF4-FFF2-40B4-BE49-F238E27FC236}">
                  <a16:creationId xmlns:a16="http://schemas.microsoft.com/office/drawing/2014/main" id="{CA818331-E13C-49C6-B98D-A60AD0E85A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16610"/>
              <a:ext cx="5535001" cy="6250127"/>
            </a:xfrm>
            <a:custGeom>
              <a:avLst/>
              <a:gdLst>
                <a:gd name="connsiteX0" fmla="*/ 2510242 w 5535001"/>
                <a:gd name="connsiteY0" fmla="*/ 174 h 6250127"/>
                <a:gd name="connsiteX1" fmla="*/ 2550551 w 5535001"/>
                <a:gd name="connsiteY1" fmla="*/ 510 h 6250127"/>
                <a:gd name="connsiteX2" fmla="*/ 2629490 w 5535001"/>
                <a:gd name="connsiteY2" fmla="*/ 3757 h 6250127"/>
                <a:gd name="connsiteX3" fmla="*/ 2708317 w 5535001"/>
                <a:gd name="connsiteY3" fmla="*/ 7229 h 6250127"/>
                <a:gd name="connsiteX4" fmla="*/ 2787256 w 5535001"/>
                <a:gd name="connsiteY4" fmla="*/ 14619 h 6250127"/>
                <a:gd name="connsiteX5" fmla="*/ 3408467 w 5535001"/>
                <a:gd name="connsiteY5" fmla="*/ 145064 h 6250127"/>
                <a:gd name="connsiteX6" fmla="*/ 3557723 w 5535001"/>
                <a:gd name="connsiteY6" fmla="*/ 199593 h 6250127"/>
                <a:gd name="connsiteX7" fmla="*/ 3594337 w 5535001"/>
                <a:gd name="connsiteY7" fmla="*/ 214597 h 6250127"/>
                <a:gd name="connsiteX8" fmla="*/ 3630616 w 5535001"/>
                <a:gd name="connsiteY8" fmla="*/ 230385 h 6250127"/>
                <a:gd name="connsiteX9" fmla="*/ 3703172 w 5535001"/>
                <a:gd name="connsiteY9" fmla="*/ 262073 h 6250127"/>
                <a:gd name="connsiteX10" fmla="*/ 3739003 w 5535001"/>
                <a:gd name="connsiteY10" fmla="*/ 278756 h 6250127"/>
                <a:gd name="connsiteX11" fmla="*/ 3756806 w 5535001"/>
                <a:gd name="connsiteY11" fmla="*/ 287266 h 6250127"/>
                <a:gd name="connsiteX12" fmla="*/ 3773714 w 5535001"/>
                <a:gd name="connsiteY12" fmla="*/ 297567 h 6250127"/>
                <a:gd name="connsiteX13" fmla="*/ 3840784 w 5535001"/>
                <a:gd name="connsiteY13" fmla="*/ 339332 h 6250127"/>
                <a:gd name="connsiteX14" fmla="*/ 3873927 w 5535001"/>
                <a:gd name="connsiteY14" fmla="*/ 360495 h 6250127"/>
                <a:gd name="connsiteX15" fmla="*/ 3906062 w 5535001"/>
                <a:gd name="connsiteY15" fmla="*/ 383001 h 6250127"/>
                <a:gd name="connsiteX16" fmla="*/ 3969662 w 5535001"/>
                <a:gd name="connsiteY16" fmla="*/ 428572 h 6250127"/>
                <a:gd name="connsiteX17" fmla="*/ 4423029 w 5535001"/>
                <a:gd name="connsiteY17" fmla="*/ 837600 h 6250127"/>
                <a:gd name="connsiteX18" fmla="*/ 4474647 w 5535001"/>
                <a:gd name="connsiteY18" fmla="*/ 891569 h 6250127"/>
                <a:gd name="connsiteX19" fmla="*/ 4524250 w 5535001"/>
                <a:gd name="connsiteY19" fmla="*/ 946883 h 6250127"/>
                <a:gd name="connsiteX20" fmla="*/ 4573965 w 5535001"/>
                <a:gd name="connsiteY20" fmla="*/ 1001748 h 6250127"/>
                <a:gd name="connsiteX21" fmla="*/ 4622224 w 5535001"/>
                <a:gd name="connsiteY21" fmla="*/ 1057509 h 6250127"/>
                <a:gd name="connsiteX22" fmla="*/ 4717510 w 5535001"/>
                <a:gd name="connsiteY22" fmla="*/ 1169143 h 6250127"/>
                <a:gd name="connsiteX23" fmla="*/ 4764986 w 5535001"/>
                <a:gd name="connsiteY23" fmla="*/ 1224681 h 6250127"/>
                <a:gd name="connsiteX24" fmla="*/ 4813021 w 5535001"/>
                <a:gd name="connsiteY24" fmla="*/ 1279994 h 6250127"/>
                <a:gd name="connsiteX25" fmla="*/ 5001915 w 5535001"/>
                <a:gd name="connsiteY25" fmla="*/ 1506846 h 6250127"/>
                <a:gd name="connsiteX26" fmla="*/ 5170542 w 5535001"/>
                <a:gd name="connsiteY26" fmla="*/ 1751165 h 6250127"/>
                <a:gd name="connsiteX27" fmla="*/ 5428969 w 5535001"/>
                <a:gd name="connsiteY27" fmla="*/ 2293660 h 6250127"/>
                <a:gd name="connsiteX28" fmla="*/ 5534893 w 5535001"/>
                <a:gd name="connsiteY28" fmla="*/ 2899307 h 6250127"/>
                <a:gd name="connsiteX29" fmla="*/ 5508804 w 5535001"/>
                <a:gd name="connsiteY29" fmla="*/ 3211144 h 6250127"/>
                <a:gd name="connsiteX30" fmla="*/ 5426282 w 5535001"/>
                <a:gd name="connsiteY30" fmla="*/ 3513352 h 6250127"/>
                <a:gd name="connsiteX31" fmla="*/ 5248250 w 5535001"/>
                <a:gd name="connsiteY31" fmla="*/ 4030542 h 6250127"/>
                <a:gd name="connsiteX32" fmla="*/ 5208612 w 5535001"/>
                <a:gd name="connsiteY32" fmla="*/ 4161771 h 6250127"/>
                <a:gd name="connsiteX33" fmla="*/ 5170318 w 5535001"/>
                <a:gd name="connsiteY33" fmla="*/ 4294680 h 6250127"/>
                <a:gd name="connsiteX34" fmla="*/ 5132248 w 5535001"/>
                <a:gd name="connsiteY34" fmla="*/ 4430164 h 6250127"/>
                <a:gd name="connsiteX35" fmla="*/ 5112765 w 5535001"/>
                <a:gd name="connsiteY35" fmla="*/ 4498914 h 6250127"/>
                <a:gd name="connsiteX36" fmla="*/ 5091715 w 5535001"/>
                <a:gd name="connsiteY36" fmla="*/ 4569119 h 6250127"/>
                <a:gd name="connsiteX37" fmla="*/ 5068985 w 5535001"/>
                <a:gd name="connsiteY37" fmla="*/ 4640220 h 6250127"/>
                <a:gd name="connsiteX38" fmla="*/ 5043904 w 5535001"/>
                <a:gd name="connsiteY38" fmla="*/ 4712105 h 6250127"/>
                <a:gd name="connsiteX39" fmla="*/ 5015799 w 5535001"/>
                <a:gd name="connsiteY39" fmla="*/ 4784438 h 6250127"/>
                <a:gd name="connsiteX40" fmla="*/ 4982880 w 5535001"/>
                <a:gd name="connsiteY40" fmla="*/ 4856435 h 6250127"/>
                <a:gd name="connsiteX41" fmla="*/ 4817276 w 5535001"/>
                <a:gd name="connsiteY41" fmla="*/ 5125275 h 6250127"/>
                <a:gd name="connsiteX42" fmla="*/ 4618753 w 5535001"/>
                <a:gd name="connsiteY42" fmla="*/ 5355374 h 6250127"/>
                <a:gd name="connsiteX43" fmla="*/ 4566575 w 5535001"/>
                <a:gd name="connsiteY43" fmla="*/ 5408560 h 6250127"/>
                <a:gd name="connsiteX44" fmla="*/ 4513837 w 5535001"/>
                <a:gd name="connsiteY44" fmla="*/ 5461186 h 6250127"/>
                <a:gd name="connsiteX45" fmla="*/ 4459531 w 5535001"/>
                <a:gd name="connsiteY45" fmla="*/ 5512580 h 6250127"/>
                <a:gd name="connsiteX46" fmla="*/ 4404554 w 5535001"/>
                <a:gd name="connsiteY46" fmla="*/ 5563526 h 6250127"/>
                <a:gd name="connsiteX47" fmla="*/ 4348009 w 5535001"/>
                <a:gd name="connsiteY47" fmla="*/ 5613017 h 6250127"/>
                <a:gd name="connsiteX48" fmla="*/ 4290568 w 5535001"/>
                <a:gd name="connsiteY48" fmla="*/ 5661948 h 6250127"/>
                <a:gd name="connsiteX49" fmla="*/ 4276124 w 5535001"/>
                <a:gd name="connsiteY49" fmla="*/ 5674153 h 6250127"/>
                <a:gd name="connsiteX50" fmla="*/ 4261120 w 5535001"/>
                <a:gd name="connsiteY50" fmla="*/ 5685798 h 6250127"/>
                <a:gd name="connsiteX51" fmla="*/ 4231112 w 5535001"/>
                <a:gd name="connsiteY51" fmla="*/ 5708976 h 6250127"/>
                <a:gd name="connsiteX52" fmla="*/ 4170984 w 5535001"/>
                <a:gd name="connsiteY52" fmla="*/ 5755443 h 6250127"/>
                <a:gd name="connsiteX53" fmla="*/ 4046025 w 5535001"/>
                <a:gd name="connsiteY53" fmla="*/ 5843228 h 6250127"/>
                <a:gd name="connsiteX54" fmla="*/ 3915356 w 5535001"/>
                <a:gd name="connsiteY54" fmla="*/ 5923735 h 6250127"/>
                <a:gd name="connsiteX55" fmla="*/ 3346323 w 5535001"/>
                <a:gd name="connsiteY55" fmla="*/ 6158872 h 6250127"/>
                <a:gd name="connsiteX56" fmla="*/ 2743476 w 5535001"/>
                <a:gd name="connsiteY56" fmla="*/ 6247328 h 6250127"/>
                <a:gd name="connsiteX57" fmla="*/ 2668120 w 5535001"/>
                <a:gd name="connsiteY57" fmla="*/ 6249344 h 6250127"/>
                <a:gd name="connsiteX58" fmla="*/ 2630498 w 5535001"/>
                <a:gd name="connsiteY58" fmla="*/ 6250127 h 6250127"/>
                <a:gd name="connsiteX59" fmla="*/ 2592988 w 5535001"/>
                <a:gd name="connsiteY59" fmla="*/ 6249568 h 6250127"/>
                <a:gd name="connsiteX60" fmla="*/ 2518080 w 5535001"/>
                <a:gd name="connsiteY60" fmla="*/ 6247777 h 6250127"/>
                <a:gd name="connsiteX61" fmla="*/ 2442948 w 5535001"/>
                <a:gd name="connsiteY61" fmla="*/ 6244529 h 6250127"/>
                <a:gd name="connsiteX62" fmla="*/ 2291676 w 5535001"/>
                <a:gd name="connsiteY62" fmla="*/ 6232213 h 6250127"/>
                <a:gd name="connsiteX63" fmla="*/ 2141412 w 5535001"/>
                <a:gd name="connsiteY63" fmla="*/ 6212394 h 6250127"/>
                <a:gd name="connsiteX64" fmla="*/ 1992715 w 5535001"/>
                <a:gd name="connsiteY64" fmla="*/ 6184961 h 6250127"/>
                <a:gd name="connsiteX65" fmla="*/ 1845811 w 5535001"/>
                <a:gd name="connsiteY65" fmla="*/ 6151034 h 6250127"/>
                <a:gd name="connsiteX66" fmla="*/ 1701033 w 5535001"/>
                <a:gd name="connsiteY66" fmla="*/ 6110724 h 6250127"/>
                <a:gd name="connsiteX67" fmla="*/ 1629484 w 5535001"/>
                <a:gd name="connsiteY67" fmla="*/ 6088219 h 6250127"/>
                <a:gd name="connsiteX68" fmla="*/ 1558383 w 5535001"/>
                <a:gd name="connsiteY68" fmla="*/ 6064929 h 6250127"/>
                <a:gd name="connsiteX69" fmla="*/ 1011968 w 5535001"/>
                <a:gd name="connsiteY69" fmla="*/ 5828896 h 6250127"/>
                <a:gd name="connsiteX70" fmla="*/ 511237 w 5535001"/>
                <a:gd name="connsiteY70" fmla="*/ 5512356 h 6250127"/>
                <a:gd name="connsiteX71" fmla="*/ 395572 w 5535001"/>
                <a:gd name="connsiteY71" fmla="*/ 5419757 h 6250127"/>
                <a:gd name="connsiteX72" fmla="*/ 284722 w 5535001"/>
                <a:gd name="connsiteY72" fmla="*/ 5321559 h 6250127"/>
                <a:gd name="connsiteX73" fmla="*/ 257513 w 5535001"/>
                <a:gd name="connsiteY73" fmla="*/ 5296477 h 6250127"/>
                <a:gd name="connsiteX74" fmla="*/ 243853 w 5535001"/>
                <a:gd name="connsiteY74" fmla="*/ 5283937 h 6250127"/>
                <a:gd name="connsiteX75" fmla="*/ 230752 w 5535001"/>
                <a:gd name="connsiteY75" fmla="*/ 5270836 h 6250127"/>
                <a:gd name="connsiteX76" fmla="*/ 178574 w 5535001"/>
                <a:gd name="connsiteY76" fmla="*/ 5218322 h 6250127"/>
                <a:gd name="connsiteX77" fmla="*/ 126508 w 5535001"/>
                <a:gd name="connsiteY77" fmla="*/ 5165584 h 6250127"/>
                <a:gd name="connsiteX78" fmla="*/ 76345 w 5535001"/>
                <a:gd name="connsiteY78" fmla="*/ 5111167 h 6250127"/>
                <a:gd name="connsiteX79" fmla="*/ 26407 w 5535001"/>
                <a:gd name="connsiteY79" fmla="*/ 5056413 h 6250127"/>
                <a:gd name="connsiteX80" fmla="*/ 0 w 5535001"/>
                <a:gd name="connsiteY80" fmla="*/ 5024776 h 6250127"/>
                <a:gd name="connsiteX81" fmla="*/ 0 w 5535001"/>
                <a:gd name="connsiteY81" fmla="*/ 4492798 h 6250127"/>
                <a:gd name="connsiteX82" fmla="*/ 28534 w 5535001"/>
                <a:gd name="connsiteY82" fmla="*/ 4537879 h 6250127"/>
                <a:gd name="connsiteX83" fmla="*/ 66604 w 5535001"/>
                <a:gd name="connsiteY83" fmla="*/ 4592745 h 6250127"/>
                <a:gd name="connsiteX84" fmla="*/ 104114 w 5535001"/>
                <a:gd name="connsiteY84" fmla="*/ 4647834 h 6250127"/>
                <a:gd name="connsiteX85" fmla="*/ 143751 w 5535001"/>
                <a:gd name="connsiteY85" fmla="*/ 4701580 h 6250127"/>
                <a:gd name="connsiteX86" fmla="*/ 182717 w 5535001"/>
                <a:gd name="connsiteY86" fmla="*/ 4755773 h 6250127"/>
                <a:gd name="connsiteX87" fmla="*/ 223810 w 5535001"/>
                <a:gd name="connsiteY87" fmla="*/ 4808399 h 6250127"/>
                <a:gd name="connsiteX88" fmla="*/ 264679 w 5535001"/>
                <a:gd name="connsiteY88" fmla="*/ 4861249 h 6250127"/>
                <a:gd name="connsiteX89" fmla="*/ 307788 w 5535001"/>
                <a:gd name="connsiteY89" fmla="*/ 4912420 h 6250127"/>
                <a:gd name="connsiteX90" fmla="*/ 351232 w 5535001"/>
                <a:gd name="connsiteY90" fmla="*/ 4963254 h 6250127"/>
                <a:gd name="connsiteX91" fmla="*/ 397028 w 5535001"/>
                <a:gd name="connsiteY91" fmla="*/ 5012185 h 6250127"/>
                <a:gd name="connsiteX92" fmla="*/ 443496 w 5535001"/>
                <a:gd name="connsiteY92" fmla="*/ 5060444 h 6250127"/>
                <a:gd name="connsiteX93" fmla="*/ 455140 w 5535001"/>
                <a:gd name="connsiteY93" fmla="*/ 5072537 h 6250127"/>
                <a:gd name="connsiteX94" fmla="*/ 467345 w 5535001"/>
                <a:gd name="connsiteY94" fmla="*/ 5083958 h 6250127"/>
                <a:gd name="connsiteX95" fmla="*/ 491755 w 5535001"/>
                <a:gd name="connsiteY95" fmla="*/ 5106912 h 6250127"/>
                <a:gd name="connsiteX96" fmla="*/ 540686 w 5535001"/>
                <a:gd name="connsiteY96" fmla="*/ 5152819 h 6250127"/>
                <a:gd name="connsiteX97" fmla="*/ 552890 w 5535001"/>
                <a:gd name="connsiteY97" fmla="*/ 5164353 h 6250127"/>
                <a:gd name="connsiteX98" fmla="*/ 565655 w 5535001"/>
                <a:gd name="connsiteY98" fmla="*/ 5175214 h 6250127"/>
                <a:gd name="connsiteX99" fmla="*/ 591072 w 5535001"/>
                <a:gd name="connsiteY99" fmla="*/ 5197048 h 6250127"/>
                <a:gd name="connsiteX100" fmla="*/ 694197 w 5535001"/>
                <a:gd name="connsiteY100" fmla="*/ 5283041 h 6250127"/>
                <a:gd name="connsiteX101" fmla="*/ 1146221 w 5535001"/>
                <a:gd name="connsiteY101" fmla="*/ 5573716 h 6250127"/>
                <a:gd name="connsiteX102" fmla="*/ 1650982 w 5535001"/>
                <a:gd name="connsiteY102" fmla="*/ 5758130 h 6250127"/>
                <a:gd name="connsiteX103" fmla="*/ 1716485 w 5535001"/>
                <a:gd name="connsiteY103" fmla="*/ 5772798 h 6250127"/>
                <a:gd name="connsiteX104" fmla="*/ 1782211 w 5535001"/>
                <a:gd name="connsiteY104" fmla="*/ 5786235 h 6250127"/>
                <a:gd name="connsiteX105" fmla="*/ 1848386 w 5535001"/>
                <a:gd name="connsiteY105" fmla="*/ 5796984 h 6250127"/>
                <a:gd name="connsiteX106" fmla="*/ 1881417 w 5535001"/>
                <a:gd name="connsiteY106" fmla="*/ 5802359 h 6250127"/>
                <a:gd name="connsiteX107" fmla="*/ 1914560 w 5535001"/>
                <a:gd name="connsiteY107" fmla="*/ 5807061 h 6250127"/>
                <a:gd name="connsiteX108" fmla="*/ 2047469 w 5535001"/>
                <a:gd name="connsiteY108" fmla="*/ 5821282 h 6250127"/>
                <a:gd name="connsiteX109" fmla="*/ 2180601 w 5535001"/>
                <a:gd name="connsiteY109" fmla="*/ 5828896 h 6250127"/>
                <a:gd name="connsiteX110" fmla="*/ 2313622 w 5535001"/>
                <a:gd name="connsiteY110" fmla="*/ 5830463 h 6250127"/>
                <a:gd name="connsiteX111" fmla="*/ 2380021 w 5535001"/>
                <a:gd name="connsiteY111" fmla="*/ 5828448 h 6250127"/>
                <a:gd name="connsiteX112" fmla="*/ 2446195 w 5535001"/>
                <a:gd name="connsiteY112" fmla="*/ 5826433 h 6250127"/>
                <a:gd name="connsiteX113" fmla="*/ 2513041 w 5535001"/>
                <a:gd name="connsiteY113" fmla="*/ 5822737 h 6250127"/>
                <a:gd name="connsiteX114" fmla="*/ 2580111 w 5535001"/>
                <a:gd name="connsiteY114" fmla="*/ 5818258 h 6250127"/>
                <a:gd name="connsiteX115" fmla="*/ 2613590 w 5535001"/>
                <a:gd name="connsiteY115" fmla="*/ 5816355 h 6250127"/>
                <a:gd name="connsiteX116" fmla="*/ 2646845 w 5535001"/>
                <a:gd name="connsiteY116" fmla="*/ 5813108 h 6250127"/>
                <a:gd name="connsiteX117" fmla="*/ 2713244 w 5535001"/>
                <a:gd name="connsiteY117" fmla="*/ 5806838 h 6250127"/>
                <a:gd name="connsiteX118" fmla="*/ 3230882 w 5535001"/>
                <a:gd name="connsiteY118" fmla="*/ 5721292 h 6250127"/>
                <a:gd name="connsiteX119" fmla="*/ 3720416 w 5535001"/>
                <a:gd name="connsiteY119" fmla="*/ 5556472 h 6250127"/>
                <a:gd name="connsiteX120" fmla="*/ 3837425 w 5535001"/>
                <a:gd name="connsiteY120" fmla="*/ 5499927 h 6250127"/>
                <a:gd name="connsiteX121" fmla="*/ 3951634 w 5535001"/>
                <a:gd name="connsiteY121" fmla="*/ 5436552 h 6250127"/>
                <a:gd name="connsiteX122" fmla="*/ 4007284 w 5535001"/>
                <a:gd name="connsiteY122" fmla="*/ 5401841 h 6250127"/>
                <a:gd name="connsiteX123" fmla="*/ 4035164 w 5535001"/>
                <a:gd name="connsiteY123" fmla="*/ 5384374 h 6250127"/>
                <a:gd name="connsiteX124" fmla="*/ 4049049 w 5535001"/>
                <a:gd name="connsiteY124" fmla="*/ 5375640 h 6250127"/>
                <a:gd name="connsiteX125" fmla="*/ 4062485 w 5535001"/>
                <a:gd name="connsiteY125" fmla="*/ 5366123 h 6250127"/>
                <a:gd name="connsiteX126" fmla="*/ 4116567 w 5535001"/>
                <a:gd name="connsiteY126" fmla="*/ 5328277 h 6250127"/>
                <a:gd name="connsiteX127" fmla="*/ 4169976 w 5535001"/>
                <a:gd name="connsiteY127" fmla="*/ 5289199 h 6250127"/>
                <a:gd name="connsiteX128" fmla="*/ 4222042 w 5535001"/>
                <a:gd name="connsiteY128" fmla="*/ 5247994 h 6250127"/>
                <a:gd name="connsiteX129" fmla="*/ 4273213 w 5535001"/>
                <a:gd name="connsiteY129" fmla="*/ 5205558 h 6250127"/>
                <a:gd name="connsiteX130" fmla="*/ 4323151 w 5535001"/>
                <a:gd name="connsiteY130" fmla="*/ 5161329 h 6250127"/>
                <a:gd name="connsiteX131" fmla="*/ 4371971 w 5535001"/>
                <a:gd name="connsiteY131" fmla="*/ 5116093 h 6250127"/>
                <a:gd name="connsiteX132" fmla="*/ 4546868 w 5535001"/>
                <a:gd name="connsiteY132" fmla="*/ 4924400 h 6250127"/>
                <a:gd name="connsiteX133" fmla="*/ 4675634 w 5535001"/>
                <a:gd name="connsiteY133" fmla="*/ 4715352 h 6250127"/>
                <a:gd name="connsiteX134" fmla="*/ 4700155 w 5535001"/>
                <a:gd name="connsiteY134" fmla="*/ 4659255 h 6250127"/>
                <a:gd name="connsiteX135" fmla="*/ 4721206 w 5535001"/>
                <a:gd name="connsiteY135" fmla="*/ 4600135 h 6250127"/>
                <a:gd name="connsiteX136" fmla="*/ 4740465 w 5535001"/>
                <a:gd name="connsiteY136" fmla="*/ 4538887 h 6250127"/>
                <a:gd name="connsiteX137" fmla="*/ 4758492 w 5535001"/>
                <a:gd name="connsiteY137" fmla="*/ 4475848 h 6250127"/>
                <a:gd name="connsiteX138" fmla="*/ 4891288 w 5535001"/>
                <a:gd name="connsiteY138" fmla="*/ 3930329 h 6250127"/>
                <a:gd name="connsiteX139" fmla="*/ 5066298 w 5535001"/>
                <a:gd name="connsiteY139" fmla="*/ 3382235 h 6250127"/>
                <a:gd name="connsiteX140" fmla="*/ 5156994 w 5535001"/>
                <a:gd name="connsiteY140" fmla="*/ 2898635 h 6250127"/>
                <a:gd name="connsiteX141" fmla="*/ 5083317 w 5535001"/>
                <a:gd name="connsiteY141" fmla="*/ 2402047 h 6250127"/>
                <a:gd name="connsiteX142" fmla="*/ 4871022 w 5535001"/>
                <a:gd name="connsiteY142" fmla="*/ 1926958 h 6250127"/>
                <a:gd name="connsiteX143" fmla="*/ 4727028 w 5535001"/>
                <a:gd name="connsiteY143" fmla="*/ 1703577 h 6250127"/>
                <a:gd name="connsiteX144" fmla="*/ 4563776 w 5535001"/>
                <a:gd name="connsiteY144" fmla="*/ 1490834 h 6250127"/>
                <a:gd name="connsiteX145" fmla="*/ 4370291 w 5535001"/>
                <a:gd name="connsiteY145" fmla="*/ 1300596 h 6250127"/>
                <a:gd name="connsiteX146" fmla="*/ 4266046 w 5535001"/>
                <a:gd name="connsiteY146" fmla="*/ 1214491 h 6250127"/>
                <a:gd name="connsiteX147" fmla="*/ 4212973 w 5535001"/>
                <a:gd name="connsiteY147" fmla="*/ 1173062 h 6250127"/>
                <a:gd name="connsiteX148" fmla="*/ 4157995 w 5535001"/>
                <a:gd name="connsiteY148" fmla="*/ 1134545 h 6250127"/>
                <a:gd name="connsiteX149" fmla="*/ 3697126 w 5535001"/>
                <a:gd name="connsiteY149" fmla="*/ 881044 h 6250127"/>
                <a:gd name="connsiteX150" fmla="*/ 3637670 w 5535001"/>
                <a:gd name="connsiteY150" fmla="*/ 856747 h 6250127"/>
                <a:gd name="connsiteX151" fmla="*/ 3608222 w 5535001"/>
                <a:gd name="connsiteY151" fmla="*/ 844318 h 6250127"/>
                <a:gd name="connsiteX152" fmla="*/ 3578214 w 5535001"/>
                <a:gd name="connsiteY152" fmla="*/ 833457 h 6250127"/>
                <a:gd name="connsiteX153" fmla="*/ 3518309 w 5535001"/>
                <a:gd name="connsiteY153" fmla="*/ 812294 h 6250127"/>
                <a:gd name="connsiteX154" fmla="*/ 3503417 w 5535001"/>
                <a:gd name="connsiteY154" fmla="*/ 806920 h 6250127"/>
                <a:gd name="connsiteX155" fmla="*/ 3489533 w 5535001"/>
                <a:gd name="connsiteY155" fmla="*/ 799642 h 6250127"/>
                <a:gd name="connsiteX156" fmla="*/ 3460869 w 5535001"/>
                <a:gd name="connsiteY156" fmla="*/ 787101 h 6250127"/>
                <a:gd name="connsiteX157" fmla="*/ 3402980 w 5535001"/>
                <a:gd name="connsiteY157" fmla="*/ 763475 h 6250127"/>
                <a:gd name="connsiteX158" fmla="*/ 3374092 w 5535001"/>
                <a:gd name="connsiteY158" fmla="*/ 751606 h 6250127"/>
                <a:gd name="connsiteX159" fmla="*/ 3344980 w 5535001"/>
                <a:gd name="connsiteY159" fmla="*/ 740409 h 6250127"/>
                <a:gd name="connsiteX160" fmla="*/ 3226627 w 5535001"/>
                <a:gd name="connsiteY160" fmla="*/ 700772 h 6250127"/>
                <a:gd name="connsiteX161" fmla="*/ 2735750 w 5535001"/>
                <a:gd name="connsiteY161" fmla="*/ 614667 h 6250127"/>
                <a:gd name="connsiteX162" fmla="*/ 2673158 w 5535001"/>
                <a:gd name="connsiteY162" fmla="*/ 610412 h 6250127"/>
                <a:gd name="connsiteX163" fmla="*/ 2610119 w 5535001"/>
                <a:gd name="connsiteY163" fmla="*/ 609628 h 6250127"/>
                <a:gd name="connsiteX164" fmla="*/ 2547080 w 5535001"/>
                <a:gd name="connsiteY164" fmla="*/ 608620 h 6250127"/>
                <a:gd name="connsiteX165" fmla="*/ 2516400 w 5535001"/>
                <a:gd name="connsiteY165" fmla="*/ 608844 h 6250127"/>
                <a:gd name="connsiteX166" fmla="*/ 2486280 w 5535001"/>
                <a:gd name="connsiteY166" fmla="*/ 609740 h 6250127"/>
                <a:gd name="connsiteX167" fmla="*/ 2426376 w 5535001"/>
                <a:gd name="connsiteY167" fmla="*/ 613099 h 6250127"/>
                <a:gd name="connsiteX168" fmla="*/ 2366920 w 5535001"/>
                <a:gd name="connsiteY168" fmla="*/ 618474 h 6250127"/>
                <a:gd name="connsiteX169" fmla="*/ 2337248 w 5535001"/>
                <a:gd name="connsiteY169" fmla="*/ 621497 h 6250127"/>
                <a:gd name="connsiteX170" fmla="*/ 2307800 w 5535001"/>
                <a:gd name="connsiteY170" fmla="*/ 625528 h 6250127"/>
                <a:gd name="connsiteX171" fmla="*/ 2278351 w 5535001"/>
                <a:gd name="connsiteY171" fmla="*/ 629559 h 6250127"/>
                <a:gd name="connsiteX172" fmla="*/ 2249127 w 5535001"/>
                <a:gd name="connsiteY172" fmla="*/ 634710 h 6250127"/>
                <a:gd name="connsiteX173" fmla="*/ 1796096 w 5535001"/>
                <a:gd name="connsiteY173" fmla="*/ 781726 h 6250127"/>
                <a:gd name="connsiteX174" fmla="*/ 1370833 w 5535001"/>
                <a:gd name="connsiteY174" fmla="*/ 1048663 h 6250127"/>
                <a:gd name="connsiteX175" fmla="*/ 959790 w 5535001"/>
                <a:gd name="connsiteY175" fmla="*/ 1390844 h 6250127"/>
                <a:gd name="connsiteX176" fmla="*/ 749062 w 5535001"/>
                <a:gd name="connsiteY176" fmla="*/ 1577611 h 6250127"/>
                <a:gd name="connsiteX177" fmla="*/ 524786 w 5535001"/>
                <a:gd name="connsiteY177" fmla="*/ 1763145 h 6250127"/>
                <a:gd name="connsiteX178" fmla="*/ 84071 w 5535001"/>
                <a:gd name="connsiteY178" fmla="*/ 2098496 h 6250127"/>
                <a:gd name="connsiteX179" fmla="*/ 0 w 5535001"/>
                <a:gd name="connsiteY179" fmla="*/ 2168094 h 6250127"/>
                <a:gd name="connsiteX180" fmla="*/ 0 w 5535001"/>
                <a:gd name="connsiteY180" fmla="*/ 1576676 h 6250127"/>
                <a:gd name="connsiteX181" fmla="*/ 174655 w 5535001"/>
                <a:gd name="connsiteY181" fmla="*/ 1387597 h 6250127"/>
                <a:gd name="connsiteX182" fmla="*/ 363661 w 5535001"/>
                <a:gd name="connsiteY182" fmla="*/ 1188626 h 6250127"/>
                <a:gd name="connsiteX183" fmla="*/ 458052 w 5535001"/>
                <a:gd name="connsiteY183" fmla="*/ 1086397 h 6250127"/>
                <a:gd name="connsiteX184" fmla="*/ 557257 w 5535001"/>
                <a:gd name="connsiteY184" fmla="*/ 981593 h 6250127"/>
                <a:gd name="connsiteX185" fmla="*/ 994165 w 5535001"/>
                <a:gd name="connsiteY185" fmla="*/ 578389 h 6250127"/>
                <a:gd name="connsiteX186" fmla="*/ 1520873 w 5535001"/>
                <a:gd name="connsiteY186" fmla="*/ 237215 h 6250127"/>
                <a:gd name="connsiteX187" fmla="*/ 2141748 w 5535001"/>
                <a:gd name="connsiteY187" fmla="*/ 31190 h 6250127"/>
                <a:gd name="connsiteX188" fmla="*/ 2182505 w 5535001"/>
                <a:gd name="connsiteY188" fmla="*/ 24360 h 6250127"/>
                <a:gd name="connsiteX189" fmla="*/ 2223374 w 5535001"/>
                <a:gd name="connsiteY189" fmla="*/ 18873 h 6250127"/>
                <a:gd name="connsiteX190" fmla="*/ 2264355 w 5535001"/>
                <a:gd name="connsiteY190" fmla="*/ 13611 h 6250127"/>
                <a:gd name="connsiteX191" fmla="*/ 2305336 w 5535001"/>
                <a:gd name="connsiteY191" fmla="*/ 9580 h 6250127"/>
                <a:gd name="connsiteX192" fmla="*/ 2387410 w 5535001"/>
                <a:gd name="connsiteY192" fmla="*/ 3645 h 6250127"/>
                <a:gd name="connsiteX193" fmla="*/ 2469373 w 5535001"/>
                <a:gd name="connsiteY193" fmla="*/ 622 h 62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5535001" h="6250127">
                  <a:moveTo>
                    <a:pt x="2510242" y="174"/>
                  </a:moveTo>
                  <a:cubicBezTo>
                    <a:pt x="2523902" y="-50"/>
                    <a:pt x="2537562" y="-162"/>
                    <a:pt x="2550551" y="510"/>
                  </a:cubicBezTo>
                  <a:lnTo>
                    <a:pt x="2629490" y="3757"/>
                  </a:lnTo>
                  <a:lnTo>
                    <a:pt x="2708317" y="7229"/>
                  </a:lnTo>
                  <a:cubicBezTo>
                    <a:pt x="2734630" y="8572"/>
                    <a:pt x="2760943" y="12155"/>
                    <a:pt x="2787256" y="14619"/>
                  </a:cubicBezTo>
                  <a:cubicBezTo>
                    <a:pt x="2997536" y="34885"/>
                    <a:pt x="3207144" y="77994"/>
                    <a:pt x="3408467" y="145064"/>
                  </a:cubicBezTo>
                  <a:lnTo>
                    <a:pt x="3557723" y="199593"/>
                  </a:lnTo>
                  <a:cubicBezTo>
                    <a:pt x="3570264" y="203848"/>
                    <a:pt x="3582245" y="209447"/>
                    <a:pt x="3594337" y="214597"/>
                  </a:cubicBezTo>
                  <a:lnTo>
                    <a:pt x="3630616" y="230385"/>
                  </a:lnTo>
                  <a:lnTo>
                    <a:pt x="3703172" y="262073"/>
                  </a:lnTo>
                  <a:cubicBezTo>
                    <a:pt x="3715265" y="267335"/>
                    <a:pt x="3727358" y="272598"/>
                    <a:pt x="3739003" y="278756"/>
                  </a:cubicBezTo>
                  <a:cubicBezTo>
                    <a:pt x="3744937" y="281667"/>
                    <a:pt x="3750984" y="284131"/>
                    <a:pt x="3756806" y="287266"/>
                  </a:cubicBezTo>
                  <a:cubicBezTo>
                    <a:pt x="3762517" y="290513"/>
                    <a:pt x="3768115" y="294208"/>
                    <a:pt x="3773714" y="297567"/>
                  </a:cubicBezTo>
                  <a:lnTo>
                    <a:pt x="3840784" y="339332"/>
                  </a:lnTo>
                  <a:cubicBezTo>
                    <a:pt x="3851869" y="346386"/>
                    <a:pt x="3863290" y="352881"/>
                    <a:pt x="3873927" y="360495"/>
                  </a:cubicBezTo>
                  <a:lnTo>
                    <a:pt x="3906062" y="383001"/>
                  </a:lnTo>
                  <a:lnTo>
                    <a:pt x="3969662" y="428572"/>
                  </a:lnTo>
                  <a:cubicBezTo>
                    <a:pt x="4137281" y="552188"/>
                    <a:pt x="4285417" y="693270"/>
                    <a:pt x="4423029" y="837600"/>
                  </a:cubicBezTo>
                  <a:cubicBezTo>
                    <a:pt x="4440160" y="855739"/>
                    <a:pt x="4457404" y="873766"/>
                    <a:pt x="4474647" y="891569"/>
                  </a:cubicBezTo>
                  <a:lnTo>
                    <a:pt x="4524250" y="946883"/>
                  </a:lnTo>
                  <a:lnTo>
                    <a:pt x="4573965" y="1001748"/>
                  </a:lnTo>
                  <a:cubicBezTo>
                    <a:pt x="4590760" y="1019887"/>
                    <a:pt x="4605988" y="1039146"/>
                    <a:pt x="4622224" y="1057509"/>
                  </a:cubicBezTo>
                  <a:cubicBezTo>
                    <a:pt x="4653911" y="1094907"/>
                    <a:pt x="4686831" y="1131409"/>
                    <a:pt x="4717510" y="1169143"/>
                  </a:cubicBezTo>
                  <a:cubicBezTo>
                    <a:pt x="4733186" y="1187730"/>
                    <a:pt x="4748862" y="1206430"/>
                    <a:pt x="4764986" y="1224681"/>
                  </a:cubicBezTo>
                  <a:cubicBezTo>
                    <a:pt x="4780886" y="1243044"/>
                    <a:pt x="4797233" y="1261071"/>
                    <a:pt x="4813021" y="1279994"/>
                  </a:cubicBezTo>
                  <a:cubicBezTo>
                    <a:pt x="4877292" y="1354230"/>
                    <a:pt x="4941339" y="1428914"/>
                    <a:pt x="5001915" y="1506846"/>
                  </a:cubicBezTo>
                  <a:cubicBezTo>
                    <a:pt x="5062603" y="1584665"/>
                    <a:pt x="5118252" y="1666739"/>
                    <a:pt x="5170542" y="1751165"/>
                  </a:cubicBezTo>
                  <a:cubicBezTo>
                    <a:pt x="5274898" y="1920240"/>
                    <a:pt x="5363579" y="2101295"/>
                    <a:pt x="5428969" y="2293660"/>
                  </a:cubicBezTo>
                  <a:cubicBezTo>
                    <a:pt x="5494136" y="2485801"/>
                    <a:pt x="5533102" y="2690819"/>
                    <a:pt x="5534893" y="2899307"/>
                  </a:cubicBezTo>
                  <a:cubicBezTo>
                    <a:pt x="5536124" y="3003439"/>
                    <a:pt x="5526831" y="3108132"/>
                    <a:pt x="5508804" y="3211144"/>
                  </a:cubicBezTo>
                  <a:cubicBezTo>
                    <a:pt x="5490441" y="3314157"/>
                    <a:pt x="5462336" y="3415490"/>
                    <a:pt x="5426282" y="3513352"/>
                  </a:cubicBezTo>
                  <a:cubicBezTo>
                    <a:pt x="5363355" y="3684890"/>
                    <a:pt x="5302219" y="3856428"/>
                    <a:pt x="5248250" y="4030542"/>
                  </a:cubicBezTo>
                  <a:lnTo>
                    <a:pt x="5208612" y="4161771"/>
                  </a:lnTo>
                  <a:lnTo>
                    <a:pt x="5170318" y="4294680"/>
                  </a:lnTo>
                  <a:lnTo>
                    <a:pt x="5132248" y="4430164"/>
                  </a:lnTo>
                  <a:lnTo>
                    <a:pt x="5112765" y="4498914"/>
                  </a:lnTo>
                  <a:lnTo>
                    <a:pt x="5091715" y="4569119"/>
                  </a:lnTo>
                  <a:cubicBezTo>
                    <a:pt x="5085221" y="4592297"/>
                    <a:pt x="5076823" y="4616482"/>
                    <a:pt x="5068985" y="4640220"/>
                  </a:cubicBezTo>
                  <a:cubicBezTo>
                    <a:pt x="5060699" y="4664182"/>
                    <a:pt x="5053981" y="4687807"/>
                    <a:pt x="5043904" y="4712105"/>
                  </a:cubicBezTo>
                  <a:lnTo>
                    <a:pt x="5015799" y="4784438"/>
                  </a:lnTo>
                  <a:cubicBezTo>
                    <a:pt x="5005274" y="4808511"/>
                    <a:pt x="4993965" y="4832473"/>
                    <a:pt x="4982880" y="4856435"/>
                  </a:cubicBezTo>
                  <a:cubicBezTo>
                    <a:pt x="4936524" y="4951273"/>
                    <a:pt x="4881099" y="5044096"/>
                    <a:pt x="4817276" y="5125275"/>
                  </a:cubicBezTo>
                  <a:cubicBezTo>
                    <a:pt x="4755244" y="5208805"/>
                    <a:pt x="4686943" y="5282817"/>
                    <a:pt x="4618753" y="5355374"/>
                  </a:cubicBezTo>
                  <a:cubicBezTo>
                    <a:pt x="4602069" y="5374073"/>
                    <a:pt x="4584154" y="5391092"/>
                    <a:pt x="4566575" y="5408560"/>
                  </a:cubicBezTo>
                  <a:lnTo>
                    <a:pt x="4513837" y="5461186"/>
                  </a:lnTo>
                  <a:cubicBezTo>
                    <a:pt x="4496593" y="5479101"/>
                    <a:pt x="4477894" y="5495560"/>
                    <a:pt x="4459531" y="5512580"/>
                  </a:cubicBezTo>
                  <a:lnTo>
                    <a:pt x="4404554" y="5563526"/>
                  </a:lnTo>
                  <a:cubicBezTo>
                    <a:pt x="4386527" y="5580770"/>
                    <a:pt x="4366932" y="5596670"/>
                    <a:pt x="4348009" y="5613017"/>
                  </a:cubicBezTo>
                  <a:lnTo>
                    <a:pt x="4290568" y="5661948"/>
                  </a:lnTo>
                  <a:lnTo>
                    <a:pt x="4276124" y="5674153"/>
                  </a:lnTo>
                  <a:lnTo>
                    <a:pt x="4261120" y="5685798"/>
                  </a:lnTo>
                  <a:lnTo>
                    <a:pt x="4231112" y="5708976"/>
                  </a:lnTo>
                  <a:lnTo>
                    <a:pt x="4170984" y="5755443"/>
                  </a:lnTo>
                  <a:cubicBezTo>
                    <a:pt x="4130227" y="5785563"/>
                    <a:pt x="4087790" y="5813892"/>
                    <a:pt x="4046025" y="5843228"/>
                  </a:cubicBezTo>
                  <a:cubicBezTo>
                    <a:pt x="4002917" y="5870437"/>
                    <a:pt x="3959248" y="5897309"/>
                    <a:pt x="3915356" y="5923735"/>
                  </a:cubicBezTo>
                  <a:cubicBezTo>
                    <a:pt x="3737659" y="6026299"/>
                    <a:pt x="3544847" y="6106022"/>
                    <a:pt x="3346323" y="6158872"/>
                  </a:cubicBezTo>
                  <a:cubicBezTo>
                    <a:pt x="3147800" y="6211946"/>
                    <a:pt x="2944462" y="6239714"/>
                    <a:pt x="2743476" y="6247328"/>
                  </a:cubicBezTo>
                  <a:lnTo>
                    <a:pt x="2668120" y="6249344"/>
                  </a:lnTo>
                  <a:lnTo>
                    <a:pt x="2630498" y="6250127"/>
                  </a:lnTo>
                  <a:lnTo>
                    <a:pt x="2592988" y="6249568"/>
                  </a:lnTo>
                  <a:lnTo>
                    <a:pt x="2518080" y="6247777"/>
                  </a:lnTo>
                  <a:cubicBezTo>
                    <a:pt x="2493110" y="6247105"/>
                    <a:pt x="2468365" y="6246881"/>
                    <a:pt x="2442948" y="6244529"/>
                  </a:cubicBezTo>
                  <a:cubicBezTo>
                    <a:pt x="2392337" y="6240722"/>
                    <a:pt x="2341950" y="6237699"/>
                    <a:pt x="2291676" y="6232213"/>
                  </a:cubicBezTo>
                  <a:lnTo>
                    <a:pt x="2141412" y="6212394"/>
                  </a:lnTo>
                  <a:lnTo>
                    <a:pt x="1992715" y="6184961"/>
                  </a:lnTo>
                  <a:cubicBezTo>
                    <a:pt x="1943561" y="6173988"/>
                    <a:pt x="1894630" y="6162231"/>
                    <a:pt x="1845811" y="6151034"/>
                  </a:cubicBezTo>
                  <a:cubicBezTo>
                    <a:pt x="1797215" y="6138829"/>
                    <a:pt x="1749180" y="6123938"/>
                    <a:pt x="1701033" y="6110724"/>
                  </a:cubicBezTo>
                  <a:cubicBezTo>
                    <a:pt x="1676847" y="6104566"/>
                    <a:pt x="1653334" y="6095833"/>
                    <a:pt x="1629484" y="6088219"/>
                  </a:cubicBezTo>
                  <a:lnTo>
                    <a:pt x="1558383" y="6064929"/>
                  </a:lnTo>
                  <a:cubicBezTo>
                    <a:pt x="1369713" y="6000210"/>
                    <a:pt x="1186978" y="5921271"/>
                    <a:pt x="1011968" y="5828896"/>
                  </a:cubicBezTo>
                  <a:cubicBezTo>
                    <a:pt x="837071" y="5736408"/>
                    <a:pt x="668556" y="5631940"/>
                    <a:pt x="511237" y="5512356"/>
                  </a:cubicBezTo>
                  <a:cubicBezTo>
                    <a:pt x="471152" y="5483468"/>
                    <a:pt x="433642" y="5451220"/>
                    <a:pt x="395572" y="5419757"/>
                  </a:cubicBezTo>
                  <a:cubicBezTo>
                    <a:pt x="356831" y="5388965"/>
                    <a:pt x="321112" y="5354926"/>
                    <a:pt x="284722" y="5321559"/>
                  </a:cubicBezTo>
                  <a:lnTo>
                    <a:pt x="257513" y="5296477"/>
                  </a:lnTo>
                  <a:lnTo>
                    <a:pt x="243853" y="5283937"/>
                  </a:lnTo>
                  <a:lnTo>
                    <a:pt x="230752" y="5270836"/>
                  </a:lnTo>
                  <a:lnTo>
                    <a:pt x="178574" y="5218322"/>
                  </a:lnTo>
                  <a:cubicBezTo>
                    <a:pt x="161331" y="5200631"/>
                    <a:pt x="143191" y="5183948"/>
                    <a:pt x="126508" y="5165584"/>
                  </a:cubicBezTo>
                  <a:lnTo>
                    <a:pt x="76345" y="5111167"/>
                  </a:lnTo>
                  <a:cubicBezTo>
                    <a:pt x="59774" y="5092916"/>
                    <a:pt x="42530" y="5075112"/>
                    <a:pt x="26407" y="5056413"/>
                  </a:cubicBezTo>
                  <a:lnTo>
                    <a:pt x="0" y="5024776"/>
                  </a:lnTo>
                  <a:lnTo>
                    <a:pt x="0" y="4492798"/>
                  </a:lnTo>
                  <a:lnTo>
                    <a:pt x="28534" y="4537879"/>
                  </a:lnTo>
                  <a:cubicBezTo>
                    <a:pt x="41299" y="4556130"/>
                    <a:pt x="54175" y="4574382"/>
                    <a:pt x="66604" y="4592745"/>
                  </a:cubicBezTo>
                  <a:lnTo>
                    <a:pt x="104114" y="4647834"/>
                  </a:lnTo>
                  <a:lnTo>
                    <a:pt x="143751" y="4701580"/>
                  </a:lnTo>
                  <a:cubicBezTo>
                    <a:pt x="156964" y="4719495"/>
                    <a:pt x="169728" y="4737746"/>
                    <a:pt x="182717" y="4755773"/>
                  </a:cubicBezTo>
                  <a:lnTo>
                    <a:pt x="223810" y="4808399"/>
                  </a:lnTo>
                  <a:lnTo>
                    <a:pt x="264679" y="4861249"/>
                  </a:lnTo>
                  <a:cubicBezTo>
                    <a:pt x="278563" y="4878717"/>
                    <a:pt x="293455" y="4895288"/>
                    <a:pt x="307788" y="4912420"/>
                  </a:cubicBezTo>
                  <a:lnTo>
                    <a:pt x="351232" y="4963254"/>
                  </a:lnTo>
                  <a:cubicBezTo>
                    <a:pt x="365788" y="4980162"/>
                    <a:pt x="381688" y="4995837"/>
                    <a:pt x="397028" y="5012185"/>
                  </a:cubicBezTo>
                  <a:lnTo>
                    <a:pt x="443496" y="5060444"/>
                  </a:lnTo>
                  <a:lnTo>
                    <a:pt x="455140" y="5072537"/>
                  </a:lnTo>
                  <a:lnTo>
                    <a:pt x="467345" y="5083958"/>
                  </a:lnTo>
                  <a:lnTo>
                    <a:pt x="491755" y="5106912"/>
                  </a:lnTo>
                  <a:lnTo>
                    <a:pt x="540686" y="5152819"/>
                  </a:lnTo>
                  <a:lnTo>
                    <a:pt x="552890" y="5164353"/>
                  </a:lnTo>
                  <a:lnTo>
                    <a:pt x="565655" y="5175214"/>
                  </a:lnTo>
                  <a:lnTo>
                    <a:pt x="591072" y="5197048"/>
                  </a:lnTo>
                  <a:cubicBezTo>
                    <a:pt x="624999" y="5226160"/>
                    <a:pt x="658366" y="5256056"/>
                    <a:pt x="694197" y="5283041"/>
                  </a:cubicBezTo>
                  <a:cubicBezTo>
                    <a:pt x="834272" y="5394675"/>
                    <a:pt x="985207" y="5493881"/>
                    <a:pt x="1146221" y="5573716"/>
                  </a:cubicBezTo>
                  <a:cubicBezTo>
                    <a:pt x="1307122" y="5653774"/>
                    <a:pt x="1476869" y="5715918"/>
                    <a:pt x="1650982" y="5758130"/>
                  </a:cubicBezTo>
                  <a:lnTo>
                    <a:pt x="1716485" y="5772798"/>
                  </a:lnTo>
                  <a:cubicBezTo>
                    <a:pt x="1738431" y="5777390"/>
                    <a:pt x="1759929" y="5783100"/>
                    <a:pt x="1782211" y="5786235"/>
                  </a:cubicBezTo>
                  <a:lnTo>
                    <a:pt x="1848386" y="5796984"/>
                  </a:lnTo>
                  <a:lnTo>
                    <a:pt x="1881417" y="5802359"/>
                  </a:lnTo>
                  <a:cubicBezTo>
                    <a:pt x="1892390" y="5804151"/>
                    <a:pt x="1903363" y="5806054"/>
                    <a:pt x="1914560" y="5807061"/>
                  </a:cubicBezTo>
                  <a:cubicBezTo>
                    <a:pt x="1959012" y="5811765"/>
                    <a:pt x="2003241" y="5817251"/>
                    <a:pt x="2047469" y="5821282"/>
                  </a:cubicBezTo>
                  <a:lnTo>
                    <a:pt x="2180601" y="5828896"/>
                  </a:lnTo>
                  <a:lnTo>
                    <a:pt x="2313622" y="5830463"/>
                  </a:lnTo>
                  <a:cubicBezTo>
                    <a:pt x="2335680" y="5830799"/>
                    <a:pt x="2357962" y="5829008"/>
                    <a:pt x="2380021" y="5828448"/>
                  </a:cubicBezTo>
                  <a:lnTo>
                    <a:pt x="2446195" y="5826433"/>
                  </a:lnTo>
                  <a:cubicBezTo>
                    <a:pt x="2468029" y="5826208"/>
                    <a:pt x="2490647" y="5824193"/>
                    <a:pt x="2513041" y="5822737"/>
                  </a:cubicBezTo>
                  <a:lnTo>
                    <a:pt x="2580111" y="5818258"/>
                  </a:lnTo>
                  <a:lnTo>
                    <a:pt x="2613590" y="5816355"/>
                  </a:lnTo>
                  <a:lnTo>
                    <a:pt x="2646845" y="5813108"/>
                  </a:lnTo>
                  <a:cubicBezTo>
                    <a:pt x="2669016" y="5810869"/>
                    <a:pt x="2691074" y="5808741"/>
                    <a:pt x="2713244" y="5806838"/>
                  </a:cubicBezTo>
                  <a:cubicBezTo>
                    <a:pt x="2889933" y="5789371"/>
                    <a:pt x="3062815" y="5762050"/>
                    <a:pt x="3230882" y="5721292"/>
                  </a:cubicBezTo>
                  <a:cubicBezTo>
                    <a:pt x="3398837" y="5680423"/>
                    <a:pt x="3562426" y="5626902"/>
                    <a:pt x="3720416" y="5556472"/>
                  </a:cubicBezTo>
                  <a:cubicBezTo>
                    <a:pt x="3759381" y="5537997"/>
                    <a:pt x="3798347" y="5518962"/>
                    <a:pt x="3837425" y="5499927"/>
                  </a:cubicBezTo>
                  <a:cubicBezTo>
                    <a:pt x="3875271" y="5478765"/>
                    <a:pt x="3913900" y="5458610"/>
                    <a:pt x="3951634" y="5436552"/>
                  </a:cubicBezTo>
                  <a:lnTo>
                    <a:pt x="4007284" y="5401841"/>
                  </a:lnTo>
                  <a:lnTo>
                    <a:pt x="4035164" y="5384374"/>
                  </a:lnTo>
                  <a:lnTo>
                    <a:pt x="4049049" y="5375640"/>
                  </a:lnTo>
                  <a:lnTo>
                    <a:pt x="4062485" y="5366123"/>
                  </a:lnTo>
                  <a:lnTo>
                    <a:pt x="4116567" y="5328277"/>
                  </a:lnTo>
                  <a:cubicBezTo>
                    <a:pt x="4134594" y="5315624"/>
                    <a:pt x="4152957" y="5303420"/>
                    <a:pt x="4169976" y="5289199"/>
                  </a:cubicBezTo>
                  <a:lnTo>
                    <a:pt x="4222042" y="5247994"/>
                  </a:lnTo>
                  <a:cubicBezTo>
                    <a:pt x="4239398" y="5234222"/>
                    <a:pt x="4256865" y="5220562"/>
                    <a:pt x="4273213" y="5205558"/>
                  </a:cubicBezTo>
                  <a:lnTo>
                    <a:pt x="4323151" y="5161329"/>
                  </a:lnTo>
                  <a:cubicBezTo>
                    <a:pt x="4339611" y="5146437"/>
                    <a:pt x="4356631" y="5131881"/>
                    <a:pt x="4371971" y="5116093"/>
                  </a:cubicBezTo>
                  <a:cubicBezTo>
                    <a:pt x="4435457" y="5054398"/>
                    <a:pt x="4496258" y="4991135"/>
                    <a:pt x="4546868" y="4924400"/>
                  </a:cubicBezTo>
                  <a:cubicBezTo>
                    <a:pt x="4600054" y="4858450"/>
                    <a:pt x="4640699" y="4788916"/>
                    <a:pt x="4675634" y="4715352"/>
                  </a:cubicBezTo>
                  <a:lnTo>
                    <a:pt x="4700155" y="4659255"/>
                  </a:lnTo>
                  <a:lnTo>
                    <a:pt x="4721206" y="4600135"/>
                  </a:lnTo>
                  <a:cubicBezTo>
                    <a:pt x="4728707" y="4580988"/>
                    <a:pt x="4733970" y="4559266"/>
                    <a:pt x="4740465" y="4538887"/>
                  </a:cubicBezTo>
                  <a:cubicBezTo>
                    <a:pt x="4746623" y="4518061"/>
                    <a:pt x="4753005" y="4497906"/>
                    <a:pt x="4758492" y="4475848"/>
                  </a:cubicBezTo>
                  <a:cubicBezTo>
                    <a:pt x="4803168" y="4303637"/>
                    <a:pt x="4840902" y="4115080"/>
                    <a:pt x="4891288" y="3930329"/>
                  </a:cubicBezTo>
                  <a:cubicBezTo>
                    <a:pt x="4940891" y="3744906"/>
                    <a:pt x="5000235" y="3562059"/>
                    <a:pt x="5066298" y="3382235"/>
                  </a:cubicBezTo>
                  <a:cubicBezTo>
                    <a:pt x="5124186" y="3226932"/>
                    <a:pt x="5154530" y="3064015"/>
                    <a:pt x="5156994" y="2898635"/>
                  </a:cubicBezTo>
                  <a:cubicBezTo>
                    <a:pt x="5159681" y="2733255"/>
                    <a:pt x="5132920" y="2565636"/>
                    <a:pt x="5083317" y="2402047"/>
                  </a:cubicBezTo>
                  <a:cubicBezTo>
                    <a:pt x="5033938" y="2238123"/>
                    <a:pt x="4960150" y="2079013"/>
                    <a:pt x="4871022" y="1926958"/>
                  </a:cubicBezTo>
                  <a:cubicBezTo>
                    <a:pt x="4826570" y="1850818"/>
                    <a:pt x="4777415" y="1776918"/>
                    <a:pt x="4727028" y="1703577"/>
                  </a:cubicBezTo>
                  <a:cubicBezTo>
                    <a:pt x="4676418" y="1630349"/>
                    <a:pt x="4622784" y="1558464"/>
                    <a:pt x="4563776" y="1490834"/>
                  </a:cubicBezTo>
                  <a:cubicBezTo>
                    <a:pt x="4503647" y="1423764"/>
                    <a:pt x="4439041" y="1359157"/>
                    <a:pt x="4370291" y="1300596"/>
                  </a:cubicBezTo>
                  <a:cubicBezTo>
                    <a:pt x="4336812" y="1270141"/>
                    <a:pt x="4301541" y="1242148"/>
                    <a:pt x="4266046" y="1214491"/>
                  </a:cubicBezTo>
                  <a:cubicBezTo>
                    <a:pt x="4248355" y="1200607"/>
                    <a:pt x="4230776" y="1186611"/>
                    <a:pt x="4212973" y="1173062"/>
                  </a:cubicBezTo>
                  <a:cubicBezTo>
                    <a:pt x="4194722" y="1160074"/>
                    <a:pt x="4176359" y="1147197"/>
                    <a:pt x="4157995" y="1134545"/>
                  </a:cubicBezTo>
                  <a:cubicBezTo>
                    <a:pt x="4011426" y="1031980"/>
                    <a:pt x="3855004" y="948562"/>
                    <a:pt x="3697126" y="881044"/>
                  </a:cubicBezTo>
                  <a:lnTo>
                    <a:pt x="3637670" y="856747"/>
                  </a:lnTo>
                  <a:lnTo>
                    <a:pt x="3608222" y="844318"/>
                  </a:lnTo>
                  <a:cubicBezTo>
                    <a:pt x="3598480" y="840063"/>
                    <a:pt x="3588179" y="837040"/>
                    <a:pt x="3578214" y="833457"/>
                  </a:cubicBezTo>
                  <a:lnTo>
                    <a:pt x="3518309" y="812294"/>
                  </a:lnTo>
                  <a:cubicBezTo>
                    <a:pt x="3513383" y="810503"/>
                    <a:pt x="3508344" y="808823"/>
                    <a:pt x="3503417" y="806920"/>
                  </a:cubicBezTo>
                  <a:cubicBezTo>
                    <a:pt x="3498603" y="804792"/>
                    <a:pt x="3494236" y="801993"/>
                    <a:pt x="3489533" y="799642"/>
                  </a:cubicBezTo>
                  <a:cubicBezTo>
                    <a:pt x="3480240" y="794827"/>
                    <a:pt x="3470498" y="791020"/>
                    <a:pt x="3460869" y="787101"/>
                  </a:cubicBezTo>
                  <a:lnTo>
                    <a:pt x="3402980" y="763475"/>
                  </a:lnTo>
                  <a:lnTo>
                    <a:pt x="3374092" y="751606"/>
                  </a:lnTo>
                  <a:cubicBezTo>
                    <a:pt x="3364462" y="747688"/>
                    <a:pt x="3354945" y="743433"/>
                    <a:pt x="3344980" y="740409"/>
                  </a:cubicBezTo>
                  <a:lnTo>
                    <a:pt x="3226627" y="700772"/>
                  </a:lnTo>
                  <a:cubicBezTo>
                    <a:pt x="3067405" y="652849"/>
                    <a:pt x="2902697" y="625192"/>
                    <a:pt x="2735750" y="614667"/>
                  </a:cubicBezTo>
                  <a:cubicBezTo>
                    <a:pt x="2714811" y="613435"/>
                    <a:pt x="2694209" y="610860"/>
                    <a:pt x="2673158" y="610412"/>
                  </a:cubicBezTo>
                  <a:lnTo>
                    <a:pt x="2610119" y="609628"/>
                  </a:lnTo>
                  <a:lnTo>
                    <a:pt x="2547080" y="608620"/>
                  </a:lnTo>
                  <a:cubicBezTo>
                    <a:pt x="2536443" y="608173"/>
                    <a:pt x="2526365" y="608397"/>
                    <a:pt x="2516400" y="608844"/>
                  </a:cubicBezTo>
                  <a:lnTo>
                    <a:pt x="2486280" y="609740"/>
                  </a:lnTo>
                  <a:cubicBezTo>
                    <a:pt x="2466125" y="609852"/>
                    <a:pt x="2446307" y="611868"/>
                    <a:pt x="2426376" y="613099"/>
                  </a:cubicBezTo>
                  <a:cubicBezTo>
                    <a:pt x="2406333" y="613995"/>
                    <a:pt x="2386627" y="616458"/>
                    <a:pt x="2366920" y="618474"/>
                  </a:cubicBezTo>
                  <a:cubicBezTo>
                    <a:pt x="2357066" y="619482"/>
                    <a:pt x="2347101" y="620153"/>
                    <a:pt x="2337248" y="621497"/>
                  </a:cubicBezTo>
                  <a:lnTo>
                    <a:pt x="2307800" y="625528"/>
                  </a:lnTo>
                  <a:lnTo>
                    <a:pt x="2278351" y="629559"/>
                  </a:lnTo>
                  <a:lnTo>
                    <a:pt x="2249127" y="634710"/>
                  </a:lnTo>
                  <a:cubicBezTo>
                    <a:pt x="2093377" y="661918"/>
                    <a:pt x="1942329" y="710849"/>
                    <a:pt x="1796096" y="781726"/>
                  </a:cubicBezTo>
                  <a:cubicBezTo>
                    <a:pt x="1649751" y="852268"/>
                    <a:pt x="1508892" y="944307"/>
                    <a:pt x="1370833" y="1048663"/>
                  </a:cubicBezTo>
                  <a:cubicBezTo>
                    <a:pt x="1232774" y="1153244"/>
                    <a:pt x="1097290" y="1269917"/>
                    <a:pt x="959790" y="1390844"/>
                  </a:cubicBezTo>
                  <a:lnTo>
                    <a:pt x="749062" y="1577611"/>
                  </a:lnTo>
                  <a:cubicBezTo>
                    <a:pt x="674602" y="1642329"/>
                    <a:pt x="599806" y="1704137"/>
                    <a:pt x="524786" y="1763145"/>
                  </a:cubicBezTo>
                  <a:cubicBezTo>
                    <a:pt x="374858" y="1881498"/>
                    <a:pt x="223810" y="1987422"/>
                    <a:pt x="84071" y="2098496"/>
                  </a:cubicBezTo>
                  <a:lnTo>
                    <a:pt x="0" y="2168094"/>
                  </a:lnTo>
                  <a:lnTo>
                    <a:pt x="0" y="1576676"/>
                  </a:lnTo>
                  <a:lnTo>
                    <a:pt x="174655" y="1387597"/>
                  </a:lnTo>
                  <a:cubicBezTo>
                    <a:pt x="238926" y="1320079"/>
                    <a:pt x="302749" y="1254577"/>
                    <a:pt x="363661" y="1188626"/>
                  </a:cubicBezTo>
                  <a:lnTo>
                    <a:pt x="458052" y="1086397"/>
                  </a:lnTo>
                  <a:cubicBezTo>
                    <a:pt x="490635" y="1051351"/>
                    <a:pt x="523666" y="1016416"/>
                    <a:pt x="557257" y="981593"/>
                  </a:cubicBezTo>
                  <a:cubicBezTo>
                    <a:pt x="691510" y="842414"/>
                    <a:pt x="835055" y="705699"/>
                    <a:pt x="994165" y="578389"/>
                  </a:cubicBezTo>
                  <a:cubicBezTo>
                    <a:pt x="1152939" y="451190"/>
                    <a:pt x="1328060" y="333398"/>
                    <a:pt x="1520873" y="237215"/>
                  </a:cubicBezTo>
                  <a:cubicBezTo>
                    <a:pt x="1713238" y="141033"/>
                    <a:pt x="1924302" y="68028"/>
                    <a:pt x="2141748" y="31190"/>
                  </a:cubicBezTo>
                  <a:lnTo>
                    <a:pt x="2182505" y="24360"/>
                  </a:lnTo>
                  <a:cubicBezTo>
                    <a:pt x="2196165" y="22344"/>
                    <a:pt x="2209826" y="20665"/>
                    <a:pt x="2223374" y="18873"/>
                  </a:cubicBezTo>
                  <a:lnTo>
                    <a:pt x="2264355" y="13611"/>
                  </a:lnTo>
                  <a:cubicBezTo>
                    <a:pt x="2278015" y="11931"/>
                    <a:pt x="2291676" y="10924"/>
                    <a:pt x="2305336" y="9580"/>
                  </a:cubicBezTo>
                  <a:cubicBezTo>
                    <a:pt x="2332657" y="7229"/>
                    <a:pt x="2360090" y="4653"/>
                    <a:pt x="2387410" y="3645"/>
                  </a:cubicBezTo>
                  <a:cubicBezTo>
                    <a:pt x="2414731" y="2414"/>
                    <a:pt x="2442164" y="510"/>
                    <a:pt x="2469373" y="622"/>
                  </a:cubicBezTo>
                  <a:close/>
                </a:path>
              </a:pathLst>
            </a:custGeom>
            <a:gradFill>
              <a:gsLst>
                <a:gs pos="37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67C4629D-4AB7-48D4-A61B-1AE1837A78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646908" cy="6130481"/>
            </a:xfrm>
            <a:custGeom>
              <a:avLst/>
              <a:gdLst>
                <a:gd name="connsiteX0" fmla="*/ 2616837 w 5646908"/>
                <a:gd name="connsiteY0" fmla="*/ 0 h 6130481"/>
                <a:gd name="connsiteX1" fmla="*/ 4918721 w 5646908"/>
                <a:gd name="connsiteY1" fmla="*/ 1134258 h 6130481"/>
                <a:gd name="connsiteX2" fmla="*/ 5539036 w 5646908"/>
                <a:gd name="connsiteY2" fmla="*/ 3362353 h 6130481"/>
                <a:gd name="connsiteX3" fmla="*/ 4712024 w 5646908"/>
                <a:gd name="connsiteY3" fmla="*/ 5293280 h 6130481"/>
                <a:gd name="connsiteX4" fmla="*/ 2547864 w 5646908"/>
                <a:gd name="connsiteY4" fmla="*/ 6130481 h 6130481"/>
                <a:gd name="connsiteX5" fmla="*/ 263223 w 5646908"/>
                <a:gd name="connsiteY5" fmla="*/ 5212325 h 6130481"/>
                <a:gd name="connsiteX6" fmla="*/ 49974 w 5646908"/>
                <a:gd name="connsiteY6" fmla="*/ 4985345 h 6130481"/>
                <a:gd name="connsiteX7" fmla="*/ 0 w 5646908"/>
                <a:gd name="connsiteY7" fmla="*/ 4920618 h 6130481"/>
                <a:gd name="connsiteX8" fmla="*/ 0 w 5646908"/>
                <a:gd name="connsiteY8" fmla="*/ 3760303 h 6130481"/>
                <a:gd name="connsiteX9" fmla="*/ 80488 w 5646908"/>
                <a:gd name="connsiteY9" fmla="*/ 3974159 h 6130481"/>
                <a:gd name="connsiteX10" fmla="*/ 664748 w 5646908"/>
                <a:gd name="connsiteY10" fmla="*/ 4813600 h 6130481"/>
                <a:gd name="connsiteX11" fmla="*/ 2548087 w 5646908"/>
                <a:gd name="connsiteY11" fmla="*/ 5570406 h 6130481"/>
                <a:gd name="connsiteX12" fmla="*/ 3536561 w 5646908"/>
                <a:gd name="connsiteY12" fmla="*/ 5407153 h 6130481"/>
                <a:gd name="connsiteX13" fmla="*/ 4308035 w 5646908"/>
                <a:gd name="connsiteY13" fmla="*/ 4897241 h 6130481"/>
                <a:gd name="connsiteX14" fmla="*/ 4569038 w 5646908"/>
                <a:gd name="connsiteY14" fmla="*/ 4564802 h 6130481"/>
                <a:gd name="connsiteX15" fmla="*/ 4699147 w 5646908"/>
                <a:gd name="connsiteY15" fmla="*/ 4149952 h 6130481"/>
                <a:gd name="connsiteX16" fmla="*/ 5003034 w 5646908"/>
                <a:gd name="connsiteY16" fmla="*/ 3168421 h 6130481"/>
                <a:gd name="connsiteX17" fmla="*/ 4994189 w 5646908"/>
                <a:gd name="connsiteY17" fmla="*/ 2321590 h 6130481"/>
                <a:gd name="connsiteX18" fmla="*/ 4487860 w 5646908"/>
                <a:gd name="connsiteY18" fmla="*/ 1501856 h 6130481"/>
                <a:gd name="connsiteX19" fmla="*/ 3640469 w 5646908"/>
                <a:gd name="connsiteY19" fmla="*/ 808425 h 6130481"/>
                <a:gd name="connsiteX20" fmla="*/ 2616837 w 5646908"/>
                <a:gd name="connsiteY20" fmla="*/ 559851 h 6130481"/>
                <a:gd name="connsiteX21" fmla="*/ 1762952 w 5646908"/>
                <a:gd name="connsiteY21" fmla="*/ 812008 h 6130481"/>
                <a:gd name="connsiteX22" fmla="*/ 939635 w 5646908"/>
                <a:gd name="connsiteY22" fmla="*/ 1502976 h 6130481"/>
                <a:gd name="connsiteX23" fmla="*/ 585250 w 5646908"/>
                <a:gd name="connsiteY23" fmla="*/ 1831049 h 6130481"/>
                <a:gd name="connsiteX24" fmla="*/ 40403 w 5646908"/>
                <a:gd name="connsiteY24" fmla="*/ 2389556 h 6130481"/>
                <a:gd name="connsiteX25" fmla="*/ 0 w 5646908"/>
                <a:gd name="connsiteY25" fmla="*/ 2456747 h 6130481"/>
                <a:gd name="connsiteX26" fmla="*/ 0 w 5646908"/>
                <a:gd name="connsiteY26" fmla="*/ 1601114 h 6130481"/>
                <a:gd name="connsiteX27" fmla="*/ 93200 w 5646908"/>
                <a:gd name="connsiteY27" fmla="*/ 1513741 h 6130481"/>
                <a:gd name="connsiteX28" fmla="*/ 535423 w 5646908"/>
                <a:gd name="connsiteY28" fmla="*/ 1107273 h 6130481"/>
                <a:gd name="connsiteX29" fmla="*/ 2616837 w 5646908"/>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646908" h="6130481">
                  <a:moveTo>
                    <a:pt x="2616837" y="0"/>
                  </a:moveTo>
                  <a:cubicBezTo>
                    <a:pt x="3596241" y="0"/>
                    <a:pt x="4322479" y="463445"/>
                    <a:pt x="4918721" y="1134258"/>
                  </a:cubicBezTo>
                  <a:cubicBezTo>
                    <a:pt x="5416317" y="1694109"/>
                    <a:pt x="5857703" y="2516643"/>
                    <a:pt x="5539036" y="3362353"/>
                  </a:cubicBezTo>
                  <a:cubicBezTo>
                    <a:pt x="5111758" y="4496612"/>
                    <a:pt x="5300763" y="4716633"/>
                    <a:pt x="4712024" y="5293280"/>
                  </a:cubicBezTo>
                  <a:cubicBezTo>
                    <a:pt x="4123284" y="5869926"/>
                    <a:pt x="3446201" y="6130481"/>
                    <a:pt x="2547864" y="6130481"/>
                  </a:cubicBezTo>
                  <a:cubicBezTo>
                    <a:pt x="1657476" y="6130481"/>
                    <a:pt x="850619" y="5780127"/>
                    <a:pt x="263223" y="5212325"/>
                  </a:cubicBezTo>
                  <a:cubicBezTo>
                    <a:pt x="188497" y="5140091"/>
                    <a:pt x="117321" y="5064339"/>
                    <a:pt x="49974" y="4985345"/>
                  </a:cubicBezTo>
                  <a:lnTo>
                    <a:pt x="0" y="4920618"/>
                  </a:lnTo>
                  <a:lnTo>
                    <a:pt x="0" y="3760303"/>
                  </a:lnTo>
                  <a:lnTo>
                    <a:pt x="80488" y="3974159"/>
                  </a:lnTo>
                  <a:cubicBezTo>
                    <a:pt x="217875" y="4289243"/>
                    <a:pt x="414383" y="4571632"/>
                    <a:pt x="664748" y="4813600"/>
                  </a:cubicBezTo>
                  <a:cubicBezTo>
                    <a:pt x="1169734" y="5301566"/>
                    <a:pt x="1838644" y="5570406"/>
                    <a:pt x="2548087" y="5570406"/>
                  </a:cubicBezTo>
                  <a:cubicBezTo>
                    <a:pt x="2928786" y="5570406"/>
                    <a:pt x="3252156" y="5516996"/>
                    <a:pt x="3536561" y="5407153"/>
                  </a:cubicBezTo>
                  <a:cubicBezTo>
                    <a:pt x="3815366" y="5299438"/>
                    <a:pt x="4067747" y="5132603"/>
                    <a:pt x="4308035" y="4897241"/>
                  </a:cubicBezTo>
                  <a:cubicBezTo>
                    <a:pt x="4475095" y="4733653"/>
                    <a:pt x="4533767" y="4637358"/>
                    <a:pt x="4569038" y="4564802"/>
                  </a:cubicBezTo>
                  <a:cubicBezTo>
                    <a:pt x="4619313" y="4461453"/>
                    <a:pt x="4652792" y="4330784"/>
                    <a:pt x="4699147" y="4149952"/>
                  </a:cubicBezTo>
                  <a:cubicBezTo>
                    <a:pt x="4758491" y="3918846"/>
                    <a:pt x="4839558" y="3602194"/>
                    <a:pt x="5003034" y="3168421"/>
                  </a:cubicBezTo>
                  <a:cubicBezTo>
                    <a:pt x="5103024" y="2902940"/>
                    <a:pt x="5100112" y="2626037"/>
                    <a:pt x="4994189" y="2321590"/>
                  </a:cubicBezTo>
                  <a:cubicBezTo>
                    <a:pt x="4900470" y="2052526"/>
                    <a:pt x="4725460" y="1769129"/>
                    <a:pt x="4487860" y="1501856"/>
                  </a:cubicBezTo>
                  <a:cubicBezTo>
                    <a:pt x="4210285" y="1189683"/>
                    <a:pt x="3933047" y="962832"/>
                    <a:pt x="3640469" y="808425"/>
                  </a:cubicBezTo>
                  <a:cubicBezTo>
                    <a:pt x="3323369" y="641141"/>
                    <a:pt x="2988578" y="559851"/>
                    <a:pt x="2616837" y="559851"/>
                  </a:cubicBezTo>
                  <a:cubicBezTo>
                    <a:pt x="2315413" y="559851"/>
                    <a:pt x="2044110" y="640134"/>
                    <a:pt x="1762952" y="812008"/>
                  </a:cubicBezTo>
                  <a:cubicBezTo>
                    <a:pt x="1472838" y="989593"/>
                    <a:pt x="1197167" y="1250707"/>
                    <a:pt x="939635" y="1502976"/>
                  </a:cubicBezTo>
                  <a:cubicBezTo>
                    <a:pt x="819379" y="1620769"/>
                    <a:pt x="700355" y="1727700"/>
                    <a:pt x="585250" y="1831049"/>
                  </a:cubicBezTo>
                  <a:cubicBezTo>
                    <a:pt x="362317" y="2031140"/>
                    <a:pt x="169840" y="2204022"/>
                    <a:pt x="40403" y="2389556"/>
                  </a:cubicBezTo>
                  <a:lnTo>
                    <a:pt x="0" y="2456747"/>
                  </a:lnTo>
                  <a:lnTo>
                    <a:pt x="0" y="1601114"/>
                  </a:lnTo>
                  <a:lnTo>
                    <a:pt x="93200" y="1513741"/>
                  </a:lnTo>
                  <a:cubicBezTo>
                    <a:pt x="237107" y="1383294"/>
                    <a:pt x="388238" y="1251435"/>
                    <a:pt x="535423" y="1107273"/>
                  </a:cubicBezTo>
                  <a:cubicBezTo>
                    <a:pt x="1124050" y="530627"/>
                    <a:pt x="1718500" y="0"/>
                    <a:pt x="2616837" y="0"/>
                  </a:cubicBezTo>
                  <a:close/>
                </a:path>
              </a:pathLst>
            </a:custGeom>
            <a:gradFill>
              <a:gsLst>
                <a:gs pos="2000">
                  <a:schemeClr val="bg1">
                    <a:alpha val="10000"/>
                  </a:schemeClr>
                </a:gs>
                <a:gs pos="54000">
                  <a:schemeClr val="accent6">
                    <a:alpha val="10000"/>
                  </a:schemeClr>
                </a:gs>
                <a:gs pos="100000">
                  <a:schemeClr val="bg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D1E30050-9FC4-4CC7-8C0B-BF5EFD106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517522" cy="6130481"/>
            </a:xfrm>
            <a:custGeom>
              <a:avLst/>
              <a:gdLst>
                <a:gd name="connsiteX0" fmla="*/ 2549095 w 5517522"/>
                <a:gd name="connsiteY0" fmla="*/ 0 h 6130481"/>
                <a:gd name="connsiteX1" fmla="*/ 4804175 w 5517522"/>
                <a:gd name="connsiteY1" fmla="*/ 1134258 h 6130481"/>
                <a:gd name="connsiteX2" fmla="*/ 5411838 w 5517522"/>
                <a:gd name="connsiteY2" fmla="*/ 3362353 h 6130481"/>
                <a:gd name="connsiteX3" fmla="*/ 4601621 w 5517522"/>
                <a:gd name="connsiteY3" fmla="*/ 5293280 h 6130481"/>
                <a:gd name="connsiteX4" fmla="*/ 2481577 w 5517522"/>
                <a:gd name="connsiteY4" fmla="*/ 6130481 h 6130481"/>
                <a:gd name="connsiteX5" fmla="*/ 243517 w 5517522"/>
                <a:gd name="connsiteY5" fmla="*/ 5212325 h 6130481"/>
                <a:gd name="connsiteX6" fmla="*/ 34587 w 5517522"/>
                <a:gd name="connsiteY6" fmla="*/ 4985345 h 6130481"/>
                <a:gd name="connsiteX7" fmla="*/ 0 w 5517522"/>
                <a:gd name="connsiteY7" fmla="*/ 4939620 h 6130481"/>
                <a:gd name="connsiteX8" fmla="*/ 0 w 5517522"/>
                <a:gd name="connsiteY8" fmla="*/ 3335329 h 6130481"/>
                <a:gd name="connsiteX9" fmla="*/ 17141 w 5517522"/>
                <a:gd name="connsiteY9" fmla="*/ 3448738 h 6130481"/>
                <a:gd name="connsiteX10" fmla="*/ 167489 w 5517522"/>
                <a:gd name="connsiteY10" fmla="*/ 3930490 h 6130481"/>
                <a:gd name="connsiteX11" fmla="*/ 715471 w 5517522"/>
                <a:gd name="connsiteY11" fmla="*/ 4734212 h 6130481"/>
                <a:gd name="connsiteX12" fmla="*/ 2481689 w 5517522"/>
                <a:gd name="connsiteY12" fmla="*/ 5458772 h 6130481"/>
                <a:gd name="connsiteX13" fmla="*/ 4126644 w 5517522"/>
                <a:gd name="connsiteY13" fmla="*/ 4818302 h 6130481"/>
                <a:gd name="connsiteX14" fmla="*/ 4360437 w 5517522"/>
                <a:gd name="connsiteY14" fmla="*/ 4516766 h 6130481"/>
                <a:gd name="connsiteX15" fmla="*/ 4480357 w 5517522"/>
                <a:gd name="connsiteY15" fmla="*/ 4122855 h 6130481"/>
                <a:gd name="connsiteX16" fmla="*/ 4781557 w 5517522"/>
                <a:gd name="connsiteY16" fmla="*/ 3129791 h 6130481"/>
                <a:gd name="connsiteX17" fmla="*/ 4771928 w 5517522"/>
                <a:gd name="connsiteY17" fmla="*/ 2357869 h 6130481"/>
                <a:gd name="connsiteX18" fmla="*/ 4297510 w 5517522"/>
                <a:gd name="connsiteY18" fmla="*/ 1575533 h 6130481"/>
                <a:gd name="connsiteX19" fmla="*/ 3498715 w 5517522"/>
                <a:gd name="connsiteY19" fmla="*/ 907071 h 6130481"/>
                <a:gd name="connsiteX20" fmla="*/ 2549095 w 5517522"/>
                <a:gd name="connsiteY20" fmla="*/ 671821 h 6130481"/>
                <a:gd name="connsiteX21" fmla="*/ 985319 w 5517522"/>
                <a:gd name="connsiteY21" fmla="*/ 1582475 h 6130481"/>
                <a:gd name="connsiteX22" fmla="*/ 634628 w 5517522"/>
                <a:gd name="connsiteY22" fmla="*/ 1913907 h 6130481"/>
                <a:gd name="connsiteX23" fmla="*/ 117662 w 5517522"/>
                <a:gd name="connsiteY23" fmla="*/ 2453044 h 6130481"/>
                <a:gd name="connsiteX24" fmla="*/ 2515 w 5517522"/>
                <a:gd name="connsiteY24" fmla="*/ 2685494 h 6130481"/>
                <a:gd name="connsiteX25" fmla="*/ 0 w 5517522"/>
                <a:gd name="connsiteY25" fmla="*/ 2696965 h 6130481"/>
                <a:gd name="connsiteX26" fmla="*/ 0 w 5517522"/>
                <a:gd name="connsiteY26" fmla="*/ 1587383 h 6130481"/>
                <a:gd name="connsiteX27" fmla="*/ 76951 w 5517522"/>
                <a:gd name="connsiteY27" fmla="*/ 1513741 h 6130481"/>
                <a:gd name="connsiteX28" fmla="*/ 510118 w 5517522"/>
                <a:gd name="connsiteY28" fmla="*/ 1107273 h 6130481"/>
                <a:gd name="connsiteX29" fmla="*/ 2549095 w 5517522"/>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522" h="6130481">
                  <a:moveTo>
                    <a:pt x="2549095" y="0"/>
                  </a:moveTo>
                  <a:cubicBezTo>
                    <a:pt x="3508568" y="0"/>
                    <a:pt x="4219915" y="463445"/>
                    <a:pt x="4804175" y="1134258"/>
                  </a:cubicBezTo>
                  <a:cubicBezTo>
                    <a:pt x="5291694" y="1694109"/>
                    <a:pt x="5724011"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335329"/>
                  </a:lnTo>
                  <a:lnTo>
                    <a:pt x="17141" y="3448738"/>
                  </a:lnTo>
                  <a:cubicBezTo>
                    <a:pt x="50676" y="3613558"/>
                    <a:pt x="100867" y="3774516"/>
                    <a:pt x="167489" y="3930490"/>
                  </a:cubicBezTo>
                  <a:cubicBezTo>
                    <a:pt x="296255" y="4232138"/>
                    <a:pt x="480670" y="4502546"/>
                    <a:pt x="715471" y="4734212"/>
                  </a:cubicBezTo>
                  <a:cubicBezTo>
                    <a:pt x="1188993" y="5201464"/>
                    <a:pt x="1816250" y="5458772"/>
                    <a:pt x="2481689" y="5458772"/>
                  </a:cubicBezTo>
                  <a:cubicBezTo>
                    <a:pt x="3185758" y="5458772"/>
                    <a:pt x="3677755" y="5267191"/>
                    <a:pt x="4126644" y="4818302"/>
                  </a:cubicBezTo>
                  <a:cubicBezTo>
                    <a:pt x="4278363" y="4666583"/>
                    <a:pt x="4329982" y="4580701"/>
                    <a:pt x="4360437" y="4516766"/>
                  </a:cubicBezTo>
                  <a:cubicBezTo>
                    <a:pt x="4404890" y="4423495"/>
                    <a:pt x="4436577" y="4297417"/>
                    <a:pt x="4480357" y="4122855"/>
                  </a:cubicBezTo>
                  <a:cubicBezTo>
                    <a:pt x="4539030" y="3889285"/>
                    <a:pt x="4619425" y="3569275"/>
                    <a:pt x="4781557" y="3129791"/>
                  </a:cubicBezTo>
                  <a:cubicBezTo>
                    <a:pt x="4870238" y="2889503"/>
                    <a:pt x="4867103" y="2637010"/>
                    <a:pt x="4771928" y="2357869"/>
                  </a:cubicBezTo>
                  <a:cubicBezTo>
                    <a:pt x="4684815" y="2102465"/>
                    <a:pt x="4520779" y="1831945"/>
                    <a:pt x="4297510" y="1575533"/>
                  </a:cubicBezTo>
                  <a:cubicBezTo>
                    <a:pt x="4034492" y="1273549"/>
                    <a:pt x="3773266" y="1054983"/>
                    <a:pt x="3498715" y="907071"/>
                  </a:cubicBezTo>
                  <a:cubicBezTo>
                    <a:pt x="3204905" y="748745"/>
                    <a:pt x="2894187" y="671821"/>
                    <a:pt x="2549095" y="671821"/>
                  </a:cubicBezTo>
                  <a:cubicBezTo>
                    <a:pt x="1942553" y="671821"/>
                    <a:pt x="1518298" y="1049273"/>
                    <a:pt x="985319" y="1582475"/>
                  </a:cubicBezTo>
                  <a:cubicBezTo>
                    <a:pt x="865735" y="1702059"/>
                    <a:pt x="748278" y="1809774"/>
                    <a:pt x="634628" y="1913907"/>
                  </a:cubicBezTo>
                  <a:cubicBezTo>
                    <a:pt x="421325" y="2109407"/>
                    <a:pt x="237134" y="2278146"/>
                    <a:pt x="117662" y="2453044"/>
                  </a:cubicBezTo>
                  <a:cubicBezTo>
                    <a:pt x="64756" y="2530415"/>
                    <a:pt x="27022" y="2605799"/>
                    <a:pt x="2515" y="2685494"/>
                  </a:cubicBezTo>
                  <a:lnTo>
                    <a:pt x="0" y="2696965"/>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E7E03733-50FD-49A6-B226-40F6A0AD45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76241"/>
              <a:ext cx="5517475" cy="6130481"/>
            </a:xfrm>
            <a:custGeom>
              <a:avLst/>
              <a:gdLst>
                <a:gd name="connsiteX0" fmla="*/ 2549095 w 5517475"/>
                <a:gd name="connsiteY0" fmla="*/ 0 h 6130481"/>
                <a:gd name="connsiteX1" fmla="*/ 4804175 w 5517475"/>
                <a:gd name="connsiteY1" fmla="*/ 1134258 h 6130481"/>
                <a:gd name="connsiteX2" fmla="*/ 5411838 w 5517475"/>
                <a:gd name="connsiteY2" fmla="*/ 3362353 h 6130481"/>
                <a:gd name="connsiteX3" fmla="*/ 4601621 w 5517475"/>
                <a:gd name="connsiteY3" fmla="*/ 5293280 h 6130481"/>
                <a:gd name="connsiteX4" fmla="*/ 2481577 w 5517475"/>
                <a:gd name="connsiteY4" fmla="*/ 6130481 h 6130481"/>
                <a:gd name="connsiteX5" fmla="*/ 243517 w 5517475"/>
                <a:gd name="connsiteY5" fmla="*/ 5212325 h 6130481"/>
                <a:gd name="connsiteX6" fmla="*/ 34587 w 5517475"/>
                <a:gd name="connsiteY6" fmla="*/ 4985345 h 6130481"/>
                <a:gd name="connsiteX7" fmla="*/ 0 w 5517475"/>
                <a:gd name="connsiteY7" fmla="*/ 4939620 h 6130481"/>
                <a:gd name="connsiteX8" fmla="*/ 0 w 5517475"/>
                <a:gd name="connsiteY8" fmla="*/ 3799573 h 6130481"/>
                <a:gd name="connsiteX9" fmla="*/ 64364 w 5517475"/>
                <a:gd name="connsiteY9" fmla="*/ 3974159 h 6130481"/>
                <a:gd name="connsiteX10" fmla="*/ 636644 w 5517475"/>
                <a:gd name="connsiteY10" fmla="*/ 4813600 h 6130481"/>
                <a:gd name="connsiteX11" fmla="*/ 2481577 w 5517475"/>
                <a:gd name="connsiteY11" fmla="*/ 5570406 h 6130481"/>
                <a:gd name="connsiteX12" fmla="*/ 3449896 w 5517475"/>
                <a:gd name="connsiteY12" fmla="*/ 5407153 h 6130481"/>
                <a:gd name="connsiteX13" fmla="*/ 4205695 w 5517475"/>
                <a:gd name="connsiteY13" fmla="*/ 4897241 h 6130481"/>
                <a:gd name="connsiteX14" fmla="*/ 4461434 w 5517475"/>
                <a:gd name="connsiteY14" fmla="*/ 4564802 h 6130481"/>
                <a:gd name="connsiteX15" fmla="*/ 4588969 w 5517475"/>
                <a:gd name="connsiteY15" fmla="*/ 4149952 h 6130481"/>
                <a:gd name="connsiteX16" fmla="*/ 4886585 w 5517475"/>
                <a:gd name="connsiteY16" fmla="*/ 3168421 h 6130481"/>
                <a:gd name="connsiteX17" fmla="*/ 4877964 w 5517475"/>
                <a:gd name="connsiteY17" fmla="*/ 2321590 h 6130481"/>
                <a:gd name="connsiteX18" fmla="*/ 4382048 w 5517475"/>
                <a:gd name="connsiteY18" fmla="*/ 1501856 h 6130481"/>
                <a:gd name="connsiteX19" fmla="*/ 3551900 w 5517475"/>
                <a:gd name="connsiteY19" fmla="*/ 808425 h 6130481"/>
                <a:gd name="connsiteX20" fmla="*/ 2549095 w 5517475"/>
                <a:gd name="connsiteY20" fmla="*/ 559851 h 6130481"/>
                <a:gd name="connsiteX21" fmla="*/ 1712566 w 5517475"/>
                <a:gd name="connsiteY21" fmla="*/ 812008 h 6130481"/>
                <a:gd name="connsiteX22" fmla="*/ 906044 w 5517475"/>
                <a:gd name="connsiteY22" fmla="*/ 1502976 h 6130481"/>
                <a:gd name="connsiteX23" fmla="*/ 558825 w 5517475"/>
                <a:gd name="connsiteY23" fmla="*/ 1831049 h 6130481"/>
                <a:gd name="connsiteX24" fmla="*/ 25063 w 5517475"/>
                <a:gd name="connsiteY24" fmla="*/ 2389556 h 6130481"/>
                <a:gd name="connsiteX25" fmla="*/ 0 w 5517475"/>
                <a:gd name="connsiteY25" fmla="*/ 2432109 h 6130481"/>
                <a:gd name="connsiteX26" fmla="*/ 0 w 5517475"/>
                <a:gd name="connsiteY26" fmla="*/ 1587383 h 6130481"/>
                <a:gd name="connsiteX27" fmla="*/ 76951 w 5517475"/>
                <a:gd name="connsiteY27" fmla="*/ 1513741 h 6130481"/>
                <a:gd name="connsiteX28" fmla="*/ 510118 w 5517475"/>
                <a:gd name="connsiteY28" fmla="*/ 1107273 h 6130481"/>
                <a:gd name="connsiteX29" fmla="*/ 2549095 w 5517475"/>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475" h="6130481">
                  <a:moveTo>
                    <a:pt x="2549095" y="0"/>
                  </a:moveTo>
                  <a:cubicBezTo>
                    <a:pt x="3508568" y="0"/>
                    <a:pt x="4219915" y="463445"/>
                    <a:pt x="4804175" y="1134258"/>
                  </a:cubicBezTo>
                  <a:cubicBezTo>
                    <a:pt x="5291694" y="1694109"/>
                    <a:pt x="5723899"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799573"/>
                  </a:lnTo>
                  <a:lnTo>
                    <a:pt x="64364" y="3974159"/>
                  </a:lnTo>
                  <a:cubicBezTo>
                    <a:pt x="198841" y="4289243"/>
                    <a:pt x="391429" y="4571632"/>
                    <a:pt x="636644" y="4813600"/>
                  </a:cubicBezTo>
                  <a:cubicBezTo>
                    <a:pt x="1131328" y="5301566"/>
                    <a:pt x="1786578" y="5570406"/>
                    <a:pt x="2481577" y="5570406"/>
                  </a:cubicBezTo>
                  <a:cubicBezTo>
                    <a:pt x="2854550" y="5570406"/>
                    <a:pt x="3171314" y="5516996"/>
                    <a:pt x="3449896" y="5407153"/>
                  </a:cubicBezTo>
                  <a:cubicBezTo>
                    <a:pt x="3723103" y="5299438"/>
                    <a:pt x="3970333" y="5132603"/>
                    <a:pt x="4205695" y="4897241"/>
                  </a:cubicBezTo>
                  <a:cubicBezTo>
                    <a:pt x="4369395" y="4733653"/>
                    <a:pt x="4426836" y="4637358"/>
                    <a:pt x="4461434" y="4564802"/>
                  </a:cubicBezTo>
                  <a:cubicBezTo>
                    <a:pt x="4510701" y="4461453"/>
                    <a:pt x="4543509" y="4330784"/>
                    <a:pt x="4588969" y="4149952"/>
                  </a:cubicBezTo>
                  <a:cubicBezTo>
                    <a:pt x="4646969" y="3918846"/>
                    <a:pt x="4726468" y="3602194"/>
                    <a:pt x="4886585" y="3168421"/>
                  </a:cubicBezTo>
                  <a:cubicBezTo>
                    <a:pt x="4984560" y="2902940"/>
                    <a:pt x="4981760" y="2626037"/>
                    <a:pt x="4877964" y="2321590"/>
                  </a:cubicBezTo>
                  <a:cubicBezTo>
                    <a:pt x="4786260" y="2052526"/>
                    <a:pt x="4614834" y="1769129"/>
                    <a:pt x="4382048" y="1501856"/>
                  </a:cubicBezTo>
                  <a:cubicBezTo>
                    <a:pt x="4110072" y="1189683"/>
                    <a:pt x="3838544" y="962832"/>
                    <a:pt x="3551900" y="808425"/>
                  </a:cubicBezTo>
                  <a:cubicBezTo>
                    <a:pt x="3241183" y="641141"/>
                    <a:pt x="2913222" y="559851"/>
                    <a:pt x="2549095" y="559851"/>
                  </a:cubicBezTo>
                  <a:cubicBezTo>
                    <a:pt x="2253830" y="559851"/>
                    <a:pt x="1988013" y="640134"/>
                    <a:pt x="1712566" y="812008"/>
                  </a:cubicBezTo>
                  <a:cubicBezTo>
                    <a:pt x="1428385" y="989593"/>
                    <a:pt x="1158313" y="1250707"/>
                    <a:pt x="906044" y="1502976"/>
                  </a:cubicBezTo>
                  <a:cubicBezTo>
                    <a:pt x="788140" y="1620769"/>
                    <a:pt x="671579" y="1727700"/>
                    <a:pt x="558825" y="1831049"/>
                  </a:cubicBezTo>
                  <a:cubicBezTo>
                    <a:pt x="340371" y="2031140"/>
                    <a:pt x="151813" y="2204022"/>
                    <a:pt x="25063" y="2389556"/>
                  </a:cubicBezTo>
                  <a:lnTo>
                    <a:pt x="0" y="2432109"/>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8A614510-A9F4-41B6-B78E-F49E390C7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0"/>
              <a:ext cx="5646974" cy="6483075"/>
            </a:xfrm>
            <a:custGeom>
              <a:avLst/>
              <a:gdLst>
                <a:gd name="connsiteX0" fmla="*/ 2405773 w 5646974"/>
                <a:gd name="connsiteY0" fmla="*/ 0 h 6483075"/>
                <a:gd name="connsiteX1" fmla="*/ 5646974 w 5646974"/>
                <a:gd name="connsiteY1" fmla="*/ 3241538 h 6483075"/>
                <a:gd name="connsiteX2" fmla="*/ 2405773 w 5646974"/>
                <a:gd name="connsiteY2" fmla="*/ 6483075 h 6483075"/>
                <a:gd name="connsiteX3" fmla="*/ 113897 w 5646974"/>
                <a:gd name="connsiteY3" fmla="*/ 5533666 h 6483075"/>
                <a:gd name="connsiteX4" fmla="*/ 0 w 5646974"/>
                <a:gd name="connsiteY4" fmla="*/ 5408336 h 6483075"/>
                <a:gd name="connsiteX5" fmla="*/ 0 w 5646974"/>
                <a:gd name="connsiteY5" fmla="*/ 4983659 h 6483075"/>
                <a:gd name="connsiteX6" fmla="*/ 155731 w 5646974"/>
                <a:gd name="connsiteY6" fmla="*/ 5176047 h 6483075"/>
                <a:gd name="connsiteX7" fmla="*/ 1093706 w 5646974"/>
                <a:gd name="connsiteY7" fmla="*/ 5866903 h 6483075"/>
                <a:gd name="connsiteX8" fmla="*/ 1639673 w 5646974"/>
                <a:gd name="connsiteY8" fmla="*/ 6059940 h 6483075"/>
                <a:gd name="connsiteX9" fmla="*/ 1709990 w 5646974"/>
                <a:gd name="connsiteY9" fmla="*/ 6076287 h 6483075"/>
                <a:gd name="connsiteX10" fmla="*/ 1780307 w 5646974"/>
                <a:gd name="connsiteY10" fmla="*/ 6091963 h 6483075"/>
                <a:gd name="connsiteX11" fmla="*/ 1851072 w 5646974"/>
                <a:gd name="connsiteY11" fmla="*/ 6105176 h 6483075"/>
                <a:gd name="connsiteX12" fmla="*/ 1886455 w 5646974"/>
                <a:gd name="connsiteY12" fmla="*/ 6111782 h 6483075"/>
                <a:gd name="connsiteX13" fmla="*/ 1921949 w 5646974"/>
                <a:gd name="connsiteY13" fmla="*/ 6117716 h 6483075"/>
                <a:gd name="connsiteX14" fmla="*/ 2064152 w 5646974"/>
                <a:gd name="connsiteY14" fmla="*/ 6137647 h 6483075"/>
                <a:gd name="connsiteX15" fmla="*/ 2206914 w 5646974"/>
                <a:gd name="connsiteY15" fmla="*/ 6151195 h 6483075"/>
                <a:gd name="connsiteX16" fmla="*/ 2350011 w 5646974"/>
                <a:gd name="connsiteY16" fmla="*/ 6158250 h 6483075"/>
                <a:gd name="connsiteX17" fmla="*/ 2493109 w 5646974"/>
                <a:gd name="connsiteY17" fmla="*/ 6159705 h 6483075"/>
                <a:gd name="connsiteX18" fmla="*/ 2781321 w 5646974"/>
                <a:gd name="connsiteY18" fmla="*/ 6147277 h 6483075"/>
                <a:gd name="connsiteX19" fmla="*/ 3345091 w 5646974"/>
                <a:gd name="connsiteY19" fmla="*/ 6060276 h 6483075"/>
                <a:gd name="connsiteX20" fmla="*/ 3878853 w 5646974"/>
                <a:gd name="connsiteY20" fmla="*/ 5871718 h 6483075"/>
                <a:gd name="connsiteX21" fmla="*/ 4367267 w 5646974"/>
                <a:gd name="connsiteY21" fmla="*/ 5573093 h 6483075"/>
                <a:gd name="connsiteX22" fmla="*/ 4424484 w 5646974"/>
                <a:gd name="connsiteY22" fmla="*/ 5528529 h 6483075"/>
                <a:gd name="connsiteX23" fmla="*/ 4481252 w 5646974"/>
                <a:gd name="connsiteY23" fmla="*/ 5483069 h 6483075"/>
                <a:gd name="connsiteX24" fmla="*/ 4536790 w 5646974"/>
                <a:gd name="connsiteY24" fmla="*/ 5435818 h 6483075"/>
                <a:gd name="connsiteX25" fmla="*/ 4591543 w 5646974"/>
                <a:gd name="connsiteY25" fmla="*/ 5387671 h 6483075"/>
                <a:gd name="connsiteX26" fmla="*/ 4794209 w 5646974"/>
                <a:gd name="connsiteY26" fmla="*/ 5181198 h 6483075"/>
                <a:gd name="connsiteX27" fmla="*/ 4956678 w 5646974"/>
                <a:gd name="connsiteY27" fmla="*/ 4945836 h 6483075"/>
                <a:gd name="connsiteX28" fmla="*/ 4989262 w 5646974"/>
                <a:gd name="connsiteY28" fmla="*/ 4881453 h 6483075"/>
                <a:gd name="connsiteX29" fmla="*/ 5017814 w 5646974"/>
                <a:gd name="connsiteY29" fmla="*/ 4814607 h 6483075"/>
                <a:gd name="connsiteX30" fmla="*/ 5044127 w 5646974"/>
                <a:gd name="connsiteY30" fmla="*/ 4746193 h 6483075"/>
                <a:gd name="connsiteX31" fmla="*/ 5068425 w 5646974"/>
                <a:gd name="connsiteY31" fmla="*/ 4676436 h 6483075"/>
                <a:gd name="connsiteX32" fmla="*/ 5154641 w 5646974"/>
                <a:gd name="connsiteY32" fmla="*/ 4390352 h 6483075"/>
                <a:gd name="connsiteX33" fmla="*/ 5196854 w 5646974"/>
                <a:gd name="connsiteY33" fmla="*/ 4246134 h 6483075"/>
                <a:gd name="connsiteX34" fmla="*/ 5240299 w 5646974"/>
                <a:gd name="connsiteY34" fmla="*/ 4102140 h 6483075"/>
                <a:gd name="connsiteX35" fmla="*/ 5432440 w 5646974"/>
                <a:gd name="connsiteY35" fmla="*/ 3532884 h 6483075"/>
                <a:gd name="connsiteX36" fmla="*/ 5528846 w 5646974"/>
                <a:gd name="connsiteY36" fmla="*/ 2951647 h 6483075"/>
                <a:gd name="connsiteX37" fmla="*/ 5495927 w 5646974"/>
                <a:gd name="connsiteY37" fmla="*/ 2658733 h 6483075"/>
                <a:gd name="connsiteX38" fmla="*/ 5480027 w 5646974"/>
                <a:gd name="connsiteY38" fmla="*/ 2586848 h 6483075"/>
                <a:gd name="connsiteX39" fmla="*/ 5461328 w 5646974"/>
                <a:gd name="connsiteY39" fmla="*/ 2515635 h 6483075"/>
                <a:gd name="connsiteX40" fmla="*/ 5439605 w 5646974"/>
                <a:gd name="connsiteY40" fmla="*/ 2445317 h 6483075"/>
                <a:gd name="connsiteX41" fmla="*/ 5415532 w 5646974"/>
                <a:gd name="connsiteY41" fmla="*/ 2375896 h 6483075"/>
                <a:gd name="connsiteX42" fmla="*/ 5144564 w 5646974"/>
                <a:gd name="connsiteY42" fmla="*/ 1857138 h 6483075"/>
                <a:gd name="connsiteX43" fmla="*/ 4774838 w 5646974"/>
                <a:gd name="connsiteY43" fmla="*/ 1405450 h 6483075"/>
                <a:gd name="connsiteX44" fmla="*/ 4345769 w 5646974"/>
                <a:gd name="connsiteY44" fmla="*/ 1012323 h 6483075"/>
                <a:gd name="connsiteX45" fmla="*/ 4115334 w 5646974"/>
                <a:gd name="connsiteY45" fmla="*/ 841344 h 6483075"/>
                <a:gd name="connsiteX46" fmla="*/ 3874038 w 5646974"/>
                <a:gd name="connsiteY46" fmla="*/ 691528 h 6483075"/>
                <a:gd name="connsiteX47" fmla="*/ 3359535 w 5646974"/>
                <a:gd name="connsiteY47" fmla="*/ 468819 h 6483075"/>
                <a:gd name="connsiteX48" fmla="*/ 2811105 w 5646974"/>
                <a:gd name="connsiteY48" fmla="*/ 366031 h 6483075"/>
                <a:gd name="connsiteX49" fmla="*/ 2741124 w 5646974"/>
                <a:gd name="connsiteY49" fmla="*/ 361440 h 6483075"/>
                <a:gd name="connsiteX50" fmla="*/ 2671030 w 5646974"/>
                <a:gd name="connsiteY50" fmla="*/ 358417 h 6483075"/>
                <a:gd name="connsiteX51" fmla="*/ 2600713 w 5646974"/>
                <a:gd name="connsiteY51" fmla="*/ 357521 h 6483075"/>
                <a:gd name="connsiteX52" fmla="*/ 2531739 w 5646974"/>
                <a:gd name="connsiteY52" fmla="*/ 358529 h 6483075"/>
                <a:gd name="connsiteX53" fmla="*/ 2259988 w 5646974"/>
                <a:gd name="connsiteY53" fmla="*/ 385289 h 6483075"/>
                <a:gd name="connsiteX54" fmla="*/ 1740670 w 5646974"/>
                <a:gd name="connsiteY54" fmla="*/ 553917 h 6483075"/>
                <a:gd name="connsiteX55" fmla="*/ 1264124 w 5646974"/>
                <a:gd name="connsiteY55" fmla="*/ 853549 h 6483075"/>
                <a:gd name="connsiteX56" fmla="*/ 823074 w 5646974"/>
                <a:gd name="connsiteY56" fmla="*/ 1234136 h 6483075"/>
                <a:gd name="connsiteX57" fmla="*/ 715694 w 5646974"/>
                <a:gd name="connsiteY57" fmla="*/ 1336252 h 6483075"/>
                <a:gd name="connsiteX58" fmla="*/ 606859 w 5646974"/>
                <a:gd name="connsiteY58" fmla="*/ 1440945 h 6483075"/>
                <a:gd name="connsiteX59" fmla="*/ 382023 w 5646974"/>
                <a:gd name="connsiteY59" fmla="*/ 1646074 h 6483075"/>
                <a:gd name="connsiteX60" fmla="*/ 158531 w 5646974"/>
                <a:gd name="connsiteY60" fmla="*/ 1843813 h 6483075"/>
                <a:gd name="connsiteX61" fmla="*/ 0 w 5646974"/>
                <a:gd name="connsiteY61" fmla="*/ 1991775 h 6483075"/>
                <a:gd name="connsiteX62" fmla="*/ 0 w 5646974"/>
                <a:gd name="connsiteY62" fmla="*/ 1074740 h 6483075"/>
                <a:gd name="connsiteX63" fmla="*/ 113897 w 5646974"/>
                <a:gd name="connsiteY63" fmla="*/ 949410 h 6483075"/>
                <a:gd name="connsiteX64" fmla="*/ 2405773 w 5646974"/>
                <a:gd name="connsiteY64" fmla="*/ 0 h 64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646974" h="6483075">
                  <a:moveTo>
                    <a:pt x="2405773" y="0"/>
                  </a:moveTo>
                  <a:cubicBezTo>
                    <a:pt x="4195841" y="0"/>
                    <a:pt x="5646974" y="1451246"/>
                    <a:pt x="5646974" y="3241538"/>
                  </a:cubicBezTo>
                  <a:cubicBezTo>
                    <a:pt x="5646974" y="5031830"/>
                    <a:pt x="4195841" y="6483075"/>
                    <a:pt x="2405773" y="6483075"/>
                  </a:cubicBezTo>
                  <a:cubicBezTo>
                    <a:pt x="1510739" y="6483075"/>
                    <a:pt x="700439" y="6120264"/>
                    <a:pt x="113897" y="5533666"/>
                  </a:cubicBezTo>
                  <a:lnTo>
                    <a:pt x="0" y="5408336"/>
                  </a:lnTo>
                  <a:lnTo>
                    <a:pt x="0" y="4983659"/>
                  </a:lnTo>
                  <a:lnTo>
                    <a:pt x="155731" y="5176047"/>
                  </a:lnTo>
                  <a:cubicBezTo>
                    <a:pt x="417742" y="5469073"/>
                    <a:pt x="741224" y="5704211"/>
                    <a:pt x="1093706" y="5866903"/>
                  </a:cubicBezTo>
                  <a:cubicBezTo>
                    <a:pt x="1269947" y="5948418"/>
                    <a:pt x="1453018" y="6013137"/>
                    <a:pt x="1639673" y="6059940"/>
                  </a:cubicBezTo>
                  <a:lnTo>
                    <a:pt x="1709990" y="6076287"/>
                  </a:lnTo>
                  <a:cubicBezTo>
                    <a:pt x="1733504" y="6081550"/>
                    <a:pt x="1756570" y="6088156"/>
                    <a:pt x="1780307" y="6091963"/>
                  </a:cubicBezTo>
                  <a:lnTo>
                    <a:pt x="1851072" y="6105176"/>
                  </a:lnTo>
                  <a:lnTo>
                    <a:pt x="1886455" y="6111782"/>
                  </a:lnTo>
                  <a:cubicBezTo>
                    <a:pt x="1898212" y="6114021"/>
                    <a:pt x="1909969" y="6116373"/>
                    <a:pt x="1921949" y="6117716"/>
                  </a:cubicBezTo>
                  <a:cubicBezTo>
                    <a:pt x="1969425" y="6124323"/>
                    <a:pt x="2016676" y="6131489"/>
                    <a:pt x="2064152" y="6137647"/>
                  </a:cubicBezTo>
                  <a:cubicBezTo>
                    <a:pt x="2111851" y="6141790"/>
                    <a:pt x="2159438" y="6146381"/>
                    <a:pt x="2206914" y="6151195"/>
                  </a:cubicBezTo>
                  <a:lnTo>
                    <a:pt x="2350011" y="6158250"/>
                  </a:lnTo>
                  <a:cubicBezTo>
                    <a:pt x="2397711" y="6159593"/>
                    <a:pt x="2445410" y="6159146"/>
                    <a:pt x="2493109" y="6159705"/>
                  </a:cubicBezTo>
                  <a:cubicBezTo>
                    <a:pt x="2589068" y="6158137"/>
                    <a:pt x="2685922" y="6154666"/>
                    <a:pt x="2781321" y="6147277"/>
                  </a:cubicBezTo>
                  <a:cubicBezTo>
                    <a:pt x="2972566" y="6132944"/>
                    <a:pt x="3161348" y="6105288"/>
                    <a:pt x="3345091" y="6060276"/>
                  </a:cubicBezTo>
                  <a:cubicBezTo>
                    <a:pt x="3528834" y="6015375"/>
                    <a:pt x="3707539" y="5952785"/>
                    <a:pt x="3878853" y="5871718"/>
                  </a:cubicBezTo>
                  <a:cubicBezTo>
                    <a:pt x="4050167" y="5790428"/>
                    <a:pt x="4213084" y="5689318"/>
                    <a:pt x="4367267" y="5573093"/>
                  </a:cubicBezTo>
                  <a:lnTo>
                    <a:pt x="4424484" y="5528529"/>
                  </a:lnTo>
                  <a:cubicBezTo>
                    <a:pt x="4443631" y="5513637"/>
                    <a:pt x="4463113" y="5499193"/>
                    <a:pt x="4481252" y="5483069"/>
                  </a:cubicBezTo>
                  <a:lnTo>
                    <a:pt x="4536790" y="5435818"/>
                  </a:lnTo>
                  <a:cubicBezTo>
                    <a:pt x="4555265" y="5419918"/>
                    <a:pt x="4574188" y="5404466"/>
                    <a:pt x="4591543" y="5387671"/>
                  </a:cubicBezTo>
                  <a:cubicBezTo>
                    <a:pt x="4662980" y="5321944"/>
                    <a:pt x="4733074" y="5254650"/>
                    <a:pt x="4794209" y="5181198"/>
                  </a:cubicBezTo>
                  <a:cubicBezTo>
                    <a:pt x="4857808" y="5109089"/>
                    <a:pt x="4910434" y="5029926"/>
                    <a:pt x="4956678" y="4945836"/>
                  </a:cubicBezTo>
                  <a:cubicBezTo>
                    <a:pt x="4967651" y="4924450"/>
                    <a:pt x="4978624" y="4903064"/>
                    <a:pt x="4989262" y="4881453"/>
                  </a:cubicBezTo>
                  <a:lnTo>
                    <a:pt x="5017814" y="4814607"/>
                  </a:lnTo>
                  <a:cubicBezTo>
                    <a:pt x="5027891" y="4792549"/>
                    <a:pt x="5035393" y="4769035"/>
                    <a:pt x="5044127" y="4746193"/>
                  </a:cubicBezTo>
                  <a:cubicBezTo>
                    <a:pt x="5052636" y="4723128"/>
                    <a:pt x="5061146" y="4700174"/>
                    <a:pt x="5068425" y="4676436"/>
                  </a:cubicBezTo>
                  <a:cubicBezTo>
                    <a:pt x="5099552" y="4582717"/>
                    <a:pt x="5126985" y="4486422"/>
                    <a:pt x="5154641" y="4390352"/>
                  </a:cubicBezTo>
                  <a:lnTo>
                    <a:pt x="5196854" y="4246134"/>
                  </a:lnTo>
                  <a:lnTo>
                    <a:pt x="5240299" y="4102140"/>
                  </a:lnTo>
                  <a:cubicBezTo>
                    <a:pt x="5299195" y="3910560"/>
                    <a:pt x="5364697" y="3721330"/>
                    <a:pt x="5432440" y="3532884"/>
                  </a:cubicBezTo>
                  <a:cubicBezTo>
                    <a:pt x="5500294" y="3346902"/>
                    <a:pt x="5533549" y="3148714"/>
                    <a:pt x="5528846" y="2951647"/>
                  </a:cubicBezTo>
                  <a:cubicBezTo>
                    <a:pt x="5526831" y="2853113"/>
                    <a:pt x="5515409" y="2755027"/>
                    <a:pt x="5495927" y="2658733"/>
                  </a:cubicBezTo>
                  <a:cubicBezTo>
                    <a:pt x="5491112" y="2634659"/>
                    <a:pt x="5486297" y="2610585"/>
                    <a:pt x="5480027" y="2586848"/>
                  </a:cubicBezTo>
                  <a:cubicBezTo>
                    <a:pt x="5474205" y="2562998"/>
                    <a:pt x="5468718" y="2539036"/>
                    <a:pt x="5461328" y="2515635"/>
                  </a:cubicBezTo>
                  <a:cubicBezTo>
                    <a:pt x="5454386" y="2492009"/>
                    <a:pt x="5447668" y="2468495"/>
                    <a:pt x="5439605" y="2445317"/>
                  </a:cubicBezTo>
                  <a:cubicBezTo>
                    <a:pt x="5431879" y="2422028"/>
                    <a:pt x="5424378" y="2398738"/>
                    <a:pt x="5415532" y="2375896"/>
                  </a:cubicBezTo>
                  <a:cubicBezTo>
                    <a:pt x="5347790" y="2191817"/>
                    <a:pt x="5254071" y="2018599"/>
                    <a:pt x="5144564" y="1857138"/>
                  </a:cubicBezTo>
                  <a:cubicBezTo>
                    <a:pt x="5034946" y="1695565"/>
                    <a:pt x="4909762" y="1545301"/>
                    <a:pt x="4774838" y="1405450"/>
                  </a:cubicBezTo>
                  <a:cubicBezTo>
                    <a:pt x="4638907" y="1265040"/>
                    <a:pt x="4496145" y="1132131"/>
                    <a:pt x="4345769" y="1012323"/>
                  </a:cubicBezTo>
                  <a:cubicBezTo>
                    <a:pt x="4270749" y="952195"/>
                    <a:pt x="4194273" y="894642"/>
                    <a:pt x="4115334" y="841344"/>
                  </a:cubicBezTo>
                  <a:cubicBezTo>
                    <a:pt x="4037067" y="787263"/>
                    <a:pt x="3956336" y="737548"/>
                    <a:pt x="3874038" y="691528"/>
                  </a:cubicBezTo>
                  <a:cubicBezTo>
                    <a:pt x="3709554" y="599712"/>
                    <a:pt x="3537792" y="523349"/>
                    <a:pt x="3359535" y="468819"/>
                  </a:cubicBezTo>
                  <a:cubicBezTo>
                    <a:pt x="3181278" y="414514"/>
                    <a:pt x="2997311" y="380699"/>
                    <a:pt x="2811105" y="366031"/>
                  </a:cubicBezTo>
                  <a:cubicBezTo>
                    <a:pt x="2787703" y="364575"/>
                    <a:pt x="2764525" y="362448"/>
                    <a:pt x="2741124" y="361440"/>
                  </a:cubicBezTo>
                  <a:lnTo>
                    <a:pt x="2671030" y="358417"/>
                  </a:lnTo>
                  <a:lnTo>
                    <a:pt x="2600713" y="357521"/>
                  </a:lnTo>
                  <a:cubicBezTo>
                    <a:pt x="2577087" y="356961"/>
                    <a:pt x="2554805" y="358305"/>
                    <a:pt x="2531739" y="358529"/>
                  </a:cubicBezTo>
                  <a:cubicBezTo>
                    <a:pt x="2440259" y="360992"/>
                    <a:pt x="2349564" y="370285"/>
                    <a:pt x="2259988" y="385289"/>
                  </a:cubicBezTo>
                  <a:cubicBezTo>
                    <a:pt x="2080723" y="415521"/>
                    <a:pt x="1906945" y="473634"/>
                    <a:pt x="1740670" y="553917"/>
                  </a:cubicBezTo>
                  <a:cubicBezTo>
                    <a:pt x="1574506" y="634647"/>
                    <a:pt x="1415844" y="737100"/>
                    <a:pt x="1264124" y="853549"/>
                  </a:cubicBezTo>
                  <a:cubicBezTo>
                    <a:pt x="1112181" y="969886"/>
                    <a:pt x="966508" y="1099212"/>
                    <a:pt x="823074" y="1234136"/>
                  </a:cubicBezTo>
                  <a:cubicBezTo>
                    <a:pt x="787131" y="1267951"/>
                    <a:pt x="751413" y="1301990"/>
                    <a:pt x="715694" y="1336252"/>
                  </a:cubicBezTo>
                  <a:lnTo>
                    <a:pt x="606859" y="1440945"/>
                  </a:lnTo>
                  <a:cubicBezTo>
                    <a:pt x="532623" y="1511374"/>
                    <a:pt x="457267" y="1579452"/>
                    <a:pt x="382023" y="1646074"/>
                  </a:cubicBezTo>
                  <a:lnTo>
                    <a:pt x="158531" y="1843813"/>
                  </a:lnTo>
                  <a:lnTo>
                    <a:pt x="0" y="1991775"/>
                  </a:lnTo>
                  <a:lnTo>
                    <a:pt x="0" y="1074740"/>
                  </a:lnTo>
                  <a:lnTo>
                    <a:pt x="113897" y="949410"/>
                  </a:lnTo>
                  <a:cubicBezTo>
                    <a:pt x="700439" y="362812"/>
                    <a:pt x="1510739" y="0"/>
                    <a:pt x="2405773" y="0"/>
                  </a:cubicBezTo>
                  <a:close/>
                </a:path>
              </a:pathLst>
            </a:custGeom>
            <a:gradFill>
              <a:gsLst>
                <a:gs pos="2000">
                  <a:schemeClr val="bg1">
                    <a:alpha val="10000"/>
                  </a:schemeClr>
                </a:gs>
                <a:gs pos="16000">
                  <a:schemeClr val="accent6">
                    <a:alpha val="10000"/>
                  </a:schemeClr>
                </a:gs>
                <a:gs pos="100000">
                  <a:schemeClr val="bg1">
                    <a:alpha val="10000"/>
                  </a:schemeClr>
                </a:gs>
                <a:gs pos="74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6CA94F4A-D5E2-B4FC-4B96-F4B5D61FAEC9}"/>
              </a:ext>
            </a:extLst>
          </p:cNvPr>
          <p:cNvSpPr>
            <a:spLocks noGrp="1"/>
          </p:cNvSpPr>
          <p:nvPr>
            <p:ph type="title"/>
          </p:nvPr>
        </p:nvSpPr>
        <p:spPr>
          <a:xfrm>
            <a:off x="804672" y="2053641"/>
            <a:ext cx="3669161" cy="2760098"/>
          </a:xfrm>
        </p:spPr>
        <p:txBody>
          <a:bodyPr>
            <a:normAutofit/>
          </a:bodyPr>
          <a:lstStyle/>
          <a:p>
            <a:r>
              <a:rPr lang="en-US" sz="4000">
                <a:solidFill>
                  <a:schemeClr val="tx2"/>
                </a:solidFill>
              </a:rPr>
              <a:t>Capstone Project</a:t>
            </a:r>
          </a:p>
        </p:txBody>
      </p:sp>
      <p:sp>
        <p:nvSpPr>
          <p:cNvPr id="3" name="Content Placeholder 2">
            <a:extLst>
              <a:ext uri="{FF2B5EF4-FFF2-40B4-BE49-F238E27FC236}">
                <a16:creationId xmlns:a16="http://schemas.microsoft.com/office/drawing/2014/main" id="{7B9B411C-B8F5-B538-3486-BD81051E6B1C}"/>
              </a:ext>
            </a:extLst>
          </p:cNvPr>
          <p:cNvSpPr>
            <a:spLocks noGrp="1"/>
          </p:cNvSpPr>
          <p:nvPr>
            <p:ph idx="1"/>
          </p:nvPr>
        </p:nvSpPr>
        <p:spPr>
          <a:xfrm>
            <a:off x="6090574" y="424543"/>
            <a:ext cx="5306084" cy="6058532"/>
          </a:xfrm>
          <a:noFill/>
          <a:ln>
            <a:noFill/>
          </a:ln>
        </p:spPr>
        <p:txBody>
          <a:bodyPr anchor="ctr">
            <a:normAutofit lnSpcReduction="10000"/>
          </a:bodyPr>
          <a:lstStyle/>
          <a:p>
            <a:r>
              <a:rPr lang="en-US" sz="2400" dirty="0">
                <a:solidFill>
                  <a:schemeClr val="tx2"/>
                </a:solidFill>
              </a:rPr>
              <a:t>This course is the first in a two-course sequence in which you will complete an applied capstone research project</a:t>
            </a:r>
          </a:p>
          <a:p>
            <a:r>
              <a:rPr lang="en-US" sz="2400" dirty="0">
                <a:solidFill>
                  <a:schemeClr val="tx2"/>
                </a:solidFill>
              </a:rPr>
              <a:t>In this course, you will develop a research proposal which you will carry out and complete in the next course (ANLY 699)</a:t>
            </a:r>
          </a:p>
          <a:p>
            <a:r>
              <a:rPr lang="en-US" sz="2400" dirty="0">
                <a:solidFill>
                  <a:schemeClr val="tx2"/>
                </a:solidFill>
              </a:rPr>
              <a:t>By the end of this course, you will write a ~6-10 page research proposal (with an introduction, literature review, and methods section) on an analytics problem you can solve or a question you can answer with data.</a:t>
            </a:r>
          </a:p>
          <a:p>
            <a:r>
              <a:rPr lang="en-US" sz="2400" dirty="0">
                <a:solidFill>
                  <a:schemeClr val="tx2"/>
                </a:solidFill>
              </a:rPr>
              <a:t>In the next course, you will actually conduct the research in your proposal to complete a ~12-15 page research report</a:t>
            </a:r>
          </a:p>
        </p:txBody>
      </p:sp>
    </p:spTree>
    <p:extLst>
      <p:ext uri="{BB962C8B-B14F-4D97-AF65-F5344CB8AC3E}">
        <p14:creationId xmlns:p14="http://schemas.microsoft.com/office/powerpoint/2010/main" val="10997514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4EBADA1A-F7EE-7486-296F-3E14437208C2}"/>
              </a:ext>
            </a:extLst>
          </p:cNvPr>
          <p:cNvSpPr>
            <a:spLocks noGrp="1"/>
          </p:cNvSpPr>
          <p:nvPr>
            <p:ph type="title"/>
          </p:nvPr>
        </p:nvSpPr>
        <p:spPr>
          <a:xfrm>
            <a:off x="640080" y="1243013"/>
            <a:ext cx="3855720" cy="4371974"/>
          </a:xfrm>
        </p:spPr>
        <p:txBody>
          <a:bodyPr>
            <a:normAutofit/>
          </a:bodyPr>
          <a:lstStyle/>
          <a:p>
            <a:r>
              <a:rPr lang="en-US" sz="3600">
                <a:solidFill>
                  <a:schemeClr val="tx2"/>
                </a:solidFill>
              </a:rPr>
              <a:t>Expectations for Proposed Research</a:t>
            </a:r>
          </a:p>
        </p:txBody>
      </p:sp>
      <p:sp>
        <p:nvSpPr>
          <p:cNvPr id="3" name="Content Placeholder 2">
            <a:extLst>
              <a:ext uri="{FF2B5EF4-FFF2-40B4-BE49-F238E27FC236}">
                <a16:creationId xmlns:a16="http://schemas.microsoft.com/office/drawing/2014/main" id="{8DA16D22-9F67-5779-637A-22564A578122}"/>
              </a:ext>
            </a:extLst>
          </p:cNvPr>
          <p:cNvSpPr>
            <a:spLocks noGrp="1"/>
          </p:cNvSpPr>
          <p:nvPr>
            <p:ph idx="1"/>
          </p:nvPr>
        </p:nvSpPr>
        <p:spPr>
          <a:xfrm>
            <a:off x="5529943" y="174171"/>
            <a:ext cx="5863481" cy="6488311"/>
          </a:xfrm>
        </p:spPr>
        <p:txBody>
          <a:bodyPr anchor="ctr">
            <a:normAutofit/>
          </a:bodyPr>
          <a:lstStyle/>
          <a:p>
            <a:r>
              <a:rPr lang="en-US" sz="2000" dirty="0">
                <a:solidFill>
                  <a:schemeClr val="tx2"/>
                </a:solidFill>
              </a:rPr>
              <a:t>Topic must be relevant to Data Analytics</a:t>
            </a:r>
          </a:p>
          <a:p>
            <a:pPr lvl="1"/>
            <a:r>
              <a:rPr lang="en-US" sz="2000" dirty="0">
                <a:solidFill>
                  <a:schemeClr val="tx2"/>
                </a:solidFill>
              </a:rPr>
              <a:t>Must involve some sort of data and analytics (cannot be a literature review or survey paper)</a:t>
            </a:r>
          </a:p>
          <a:p>
            <a:pPr lvl="1"/>
            <a:r>
              <a:rPr lang="en-US" sz="2000" dirty="0">
                <a:solidFill>
                  <a:schemeClr val="tx2"/>
                </a:solidFill>
              </a:rPr>
              <a:t>Must be feasible given the time and resources for the course </a:t>
            </a:r>
          </a:p>
          <a:p>
            <a:r>
              <a:rPr lang="en-US" sz="2000" dirty="0">
                <a:solidFill>
                  <a:schemeClr val="tx2"/>
                </a:solidFill>
              </a:rPr>
              <a:t>The use of public datasets, secondary sources, or simulated is acceptable (even recommended) as long sufficient documentation is given and the research design appropriate/logical</a:t>
            </a:r>
          </a:p>
          <a:p>
            <a:pPr lvl="1"/>
            <a:r>
              <a:rPr lang="en-US" sz="2000" dirty="0">
                <a:solidFill>
                  <a:schemeClr val="tx2"/>
                </a:solidFill>
              </a:rPr>
              <a:t>Can be a replication of existing work as long as some extension/change is made, or new information is added</a:t>
            </a:r>
          </a:p>
          <a:p>
            <a:r>
              <a:rPr lang="en-US" sz="2000" dirty="0">
                <a:solidFill>
                  <a:schemeClr val="tx2"/>
                </a:solidFill>
              </a:rPr>
              <a:t>Research topic as well as each section of the proposal must be approved by the instructor to successfully pass the course</a:t>
            </a:r>
          </a:p>
          <a:p>
            <a:pPr lvl="1"/>
            <a:r>
              <a:rPr lang="en-US" sz="2000" dirty="0">
                <a:solidFill>
                  <a:schemeClr val="tx2"/>
                </a:solidFill>
              </a:rPr>
              <a:t>Feedback on proposal will be given throughout the semester, and revisions based on feedback is required at each step of the process</a:t>
            </a:r>
          </a:p>
        </p:txBody>
      </p:sp>
    </p:spTree>
    <p:extLst>
      <p:ext uri="{BB962C8B-B14F-4D97-AF65-F5344CB8AC3E}">
        <p14:creationId xmlns:p14="http://schemas.microsoft.com/office/powerpoint/2010/main" val="32354596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7BF42CA-AD55-48B4-8949-C4DCA60A6A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6AE1D3D-3106-4CB2-AA7C-0C1642AC0F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A31B6AF-B711-4CDB-8C2B-16E963DDC4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37" y="0"/>
            <a:ext cx="5646974" cy="6483075"/>
            <a:chOff x="-19221" y="0"/>
            <a:chExt cx="5646974" cy="6483075"/>
          </a:xfrm>
        </p:grpSpPr>
        <p:sp>
          <p:nvSpPr>
            <p:cNvPr id="13" name="Freeform: Shape 12">
              <a:extLst>
                <a:ext uri="{FF2B5EF4-FFF2-40B4-BE49-F238E27FC236}">
                  <a16:creationId xmlns:a16="http://schemas.microsoft.com/office/drawing/2014/main" id="{CA818331-E13C-49C6-B98D-A60AD0E85A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16610"/>
              <a:ext cx="5535001" cy="6250127"/>
            </a:xfrm>
            <a:custGeom>
              <a:avLst/>
              <a:gdLst>
                <a:gd name="connsiteX0" fmla="*/ 2510242 w 5535001"/>
                <a:gd name="connsiteY0" fmla="*/ 174 h 6250127"/>
                <a:gd name="connsiteX1" fmla="*/ 2550551 w 5535001"/>
                <a:gd name="connsiteY1" fmla="*/ 510 h 6250127"/>
                <a:gd name="connsiteX2" fmla="*/ 2629490 w 5535001"/>
                <a:gd name="connsiteY2" fmla="*/ 3757 h 6250127"/>
                <a:gd name="connsiteX3" fmla="*/ 2708317 w 5535001"/>
                <a:gd name="connsiteY3" fmla="*/ 7229 h 6250127"/>
                <a:gd name="connsiteX4" fmla="*/ 2787256 w 5535001"/>
                <a:gd name="connsiteY4" fmla="*/ 14619 h 6250127"/>
                <a:gd name="connsiteX5" fmla="*/ 3408467 w 5535001"/>
                <a:gd name="connsiteY5" fmla="*/ 145064 h 6250127"/>
                <a:gd name="connsiteX6" fmla="*/ 3557723 w 5535001"/>
                <a:gd name="connsiteY6" fmla="*/ 199593 h 6250127"/>
                <a:gd name="connsiteX7" fmla="*/ 3594337 w 5535001"/>
                <a:gd name="connsiteY7" fmla="*/ 214597 h 6250127"/>
                <a:gd name="connsiteX8" fmla="*/ 3630616 w 5535001"/>
                <a:gd name="connsiteY8" fmla="*/ 230385 h 6250127"/>
                <a:gd name="connsiteX9" fmla="*/ 3703172 w 5535001"/>
                <a:gd name="connsiteY9" fmla="*/ 262073 h 6250127"/>
                <a:gd name="connsiteX10" fmla="*/ 3739003 w 5535001"/>
                <a:gd name="connsiteY10" fmla="*/ 278756 h 6250127"/>
                <a:gd name="connsiteX11" fmla="*/ 3756806 w 5535001"/>
                <a:gd name="connsiteY11" fmla="*/ 287266 h 6250127"/>
                <a:gd name="connsiteX12" fmla="*/ 3773714 w 5535001"/>
                <a:gd name="connsiteY12" fmla="*/ 297567 h 6250127"/>
                <a:gd name="connsiteX13" fmla="*/ 3840784 w 5535001"/>
                <a:gd name="connsiteY13" fmla="*/ 339332 h 6250127"/>
                <a:gd name="connsiteX14" fmla="*/ 3873927 w 5535001"/>
                <a:gd name="connsiteY14" fmla="*/ 360495 h 6250127"/>
                <a:gd name="connsiteX15" fmla="*/ 3906062 w 5535001"/>
                <a:gd name="connsiteY15" fmla="*/ 383001 h 6250127"/>
                <a:gd name="connsiteX16" fmla="*/ 3969662 w 5535001"/>
                <a:gd name="connsiteY16" fmla="*/ 428572 h 6250127"/>
                <a:gd name="connsiteX17" fmla="*/ 4423029 w 5535001"/>
                <a:gd name="connsiteY17" fmla="*/ 837600 h 6250127"/>
                <a:gd name="connsiteX18" fmla="*/ 4474647 w 5535001"/>
                <a:gd name="connsiteY18" fmla="*/ 891569 h 6250127"/>
                <a:gd name="connsiteX19" fmla="*/ 4524250 w 5535001"/>
                <a:gd name="connsiteY19" fmla="*/ 946883 h 6250127"/>
                <a:gd name="connsiteX20" fmla="*/ 4573965 w 5535001"/>
                <a:gd name="connsiteY20" fmla="*/ 1001748 h 6250127"/>
                <a:gd name="connsiteX21" fmla="*/ 4622224 w 5535001"/>
                <a:gd name="connsiteY21" fmla="*/ 1057509 h 6250127"/>
                <a:gd name="connsiteX22" fmla="*/ 4717510 w 5535001"/>
                <a:gd name="connsiteY22" fmla="*/ 1169143 h 6250127"/>
                <a:gd name="connsiteX23" fmla="*/ 4764986 w 5535001"/>
                <a:gd name="connsiteY23" fmla="*/ 1224681 h 6250127"/>
                <a:gd name="connsiteX24" fmla="*/ 4813021 w 5535001"/>
                <a:gd name="connsiteY24" fmla="*/ 1279994 h 6250127"/>
                <a:gd name="connsiteX25" fmla="*/ 5001915 w 5535001"/>
                <a:gd name="connsiteY25" fmla="*/ 1506846 h 6250127"/>
                <a:gd name="connsiteX26" fmla="*/ 5170542 w 5535001"/>
                <a:gd name="connsiteY26" fmla="*/ 1751165 h 6250127"/>
                <a:gd name="connsiteX27" fmla="*/ 5428969 w 5535001"/>
                <a:gd name="connsiteY27" fmla="*/ 2293660 h 6250127"/>
                <a:gd name="connsiteX28" fmla="*/ 5534893 w 5535001"/>
                <a:gd name="connsiteY28" fmla="*/ 2899307 h 6250127"/>
                <a:gd name="connsiteX29" fmla="*/ 5508804 w 5535001"/>
                <a:gd name="connsiteY29" fmla="*/ 3211144 h 6250127"/>
                <a:gd name="connsiteX30" fmla="*/ 5426282 w 5535001"/>
                <a:gd name="connsiteY30" fmla="*/ 3513352 h 6250127"/>
                <a:gd name="connsiteX31" fmla="*/ 5248250 w 5535001"/>
                <a:gd name="connsiteY31" fmla="*/ 4030542 h 6250127"/>
                <a:gd name="connsiteX32" fmla="*/ 5208612 w 5535001"/>
                <a:gd name="connsiteY32" fmla="*/ 4161771 h 6250127"/>
                <a:gd name="connsiteX33" fmla="*/ 5170318 w 5535001"/>
                <a:gd name="connsiteY33" fmla="*/ 4294680 h 6250127"/>
                <a:gd name="connsiteX34" fmla="*/ 5132248 w 5535001"/>
                <a:gd name="connsiteY34" fmla="*/ 4430164 h 6250127"/>
                <a:gd name="connsiteX35" fmla="*/ 5112765 w 5535001"/>
                <a:gd name="connsiteY35" fmla="*/ 4498914 h 6250127"/>
                <a:gd name="connsiteX36" fmla="*/ 5091715 w 5535001"/>
                <a:gd name="connsiteY36" fmla="*/ 4569119 h 6250127"/>
                <a:gd name="connsiteX37" fmla="*/ 5068985 w 5535001"/>
                <a:gd name="connsiteY37" fmla="*/ 4640220 h 6250127"/>
                <a:gd name="connsiteX38" fmla="*/ 5043904 w 5535001"/>
                <a:gd name="connsiteY38" fmla="*/ 4712105 h 6250127"/>
                <a:gd name="connsiteX39" fmla="*/ 5015799 w 5535001"/>
                <a:gd name="connsiteY39" fmla="*/ 4784438 h 6250127"/>
                <a:gd name="connsiteX40" fmla="*/ 4982880 w 5535001"/>
                <a:gd name="connsiteY40" fmla="*/ 4856435 h 6250127"/>
                <a:gd name="connsiteX41" fmla="*/ 4817276 w 5535001"/>
                <a:gd name="connsiteY41" fmla="*/ 5125275 h 6250127"/>
                <a:gd name="connsiteX42" fmla="*/ 4618753 w 5535001"/>
                <a:gd name="connsiteY42" fmla="*/ 5355374 h 6250127"/>
                <a:gd name="connsiteX43" fmla="*/ 4566575 w 5535001"/>
                <a:gd name="connsiteY43" fmla="*/ 5408560 h 6250127"/>
                <a:gd name="connsiteX44" fmla="*/ 4513837 w 5535001"/>
                <a:gd name="connsiteY44" fmla="*/ 5461186 h 6250127"/>
                <a:gd name="connsiteX45" fmla="*/ 4459531 w 5535001"/>
                <a:gd name="connsiteY45" fmla="*/ 5512580 h 6250127"/>
                <a:gd name="connsiteX46" fmla="*/ 4404554 w 5535001"/>
                <a:gd name="connsiteY46" fmla="*/ 5563526 h 6250127"/>
                <a:gd name="connsiteX47" fmla="*/ 4348009 w 5535001"/>
                <a:gd name="connsiteY47" fmla="*/ 5613017 h 6250127"/>
                <a:gd name="connsiteX48" fmla="*/ 4290568 w 5535001"/>
                <a:gd name="connsiteY48" fmla="*/ 5661948 h 6250127"/>
                <a:gd name="connsiteX49" fmla="*/ 4276124 w 5535001"/>
                <a:gd name="connsiteY49" fmla="*/ 5674153 h 6250127"/>
                <a:gd name="connsiteX50" fmla="*/ 4261120 w 5535001"/>
                <a:gd name="connsiteY50" fmla="*/ 5685798 h 6250127"/>
                <a:gd name="connsiteX51" fmla="*/ 4231112 w 5535001"/>
                <a:gd name="connsiteY51" fmla="*/ 5708976 h 6250127"/>
                <a:gd name="connsiteX52" fmla="*/ 4170984 w 5535001"/>
                <a:gd name="connsiteY52" fmla="*/ 5755443 h 6250127"/>
                <a:gd name="connsiteX53" fmla="*/ 4046025 w 5535001"/>
                <a:gd name="connsiteY53" fmla="*/ 5843228 h 6250127"/>
                <a:gd name="connsiteX54" fmla="*/ 3915356 w 5535001"/>
                <a:gd name="connsiteY54" fmla="*/ 5923735 h 6250127"/>
                <a:gd name="connsiteX55" fmla="*/ 3346323 w 5535001"/>
                <a:gd name="connsiteY55" fmla="*/ 6158872 h 6250127"/>
                <a:gd name="connsiteX56" fmla="*/ 2743476 w 5535001"/>
                <a:gd name="connsiteY56" fmla="*/ 6247328 h 6250127"/>
                <a:gd name="connsiteX57" fmla="*/ 2668120 w 5535001"/>
                <a:gd name="connsiteY57" fmla="*/ 6249344 h 6250127"/>
                <a:gd name="connsiteX58" fmla="*/ 2630498 w 5535001"/>
                <a:gd name="connsiteY58" fmla="*/ 6250127 h 6250127"/>
                <a:gd name="connsiteX59" fmla="*/ 2592988 w 5535001"/>
                <a:gd name="connsiteY59" fmla="*/ 6249568 h 6250127"/>
                <a:gd name="connsiteX60" fmla="*/ 2518080 w 5535001"/>
                <a:gd name="connsiteY60" fmla="*/ 6247777 h 6250127"/>
                <a:gd name="connsiteX61" fmla="*/ 2442948 w 5535001"/>
                <a:gd name="connsiteY61" fmla="*/ 6244529 h 6250127"/>
                <a:gd name="connsiteX62" fmla="*/ 2291676 w 5535001"/>
                <a:gd name="connsiteY62" fmla="*/ 6232213 h 6250127"/>
                <a:gd name="connsiteX63" fmla="*/ 2141412 w 5535001"/>
                <a:gd name="connsiteY63" fmla="*/ 6212394 h 6250127"/>
                <a:gd name="connsiteX64" fmla="*/ 1992715 w 5535001"/>
                <a:gd name="connsiteY64" fmla="*/ 6184961 h 6250127"/>
                <a:gd name="connsiteX65" fmla="*/ 1845811 w 5535001"/>
                <a:gd name="connsiteY65" fmla="*/ 6151034 h 6250127"/>
                <a:gd name="connsiteX66" fmla="*/ 1701033 w 5535001"/>
                <a:gd name="connsiteY66" fmla="*/ 6110724 h 6250127"/>
                <a:gd name="connsiteX67" fmla="*/ 1629484 w 5535001"/>
                <a:gd name="connsiteY67" fmla="*/ 6088219 h 6250127"/>
                <a:gd name="connsiteX68" fmla="*/ 1558383 w 5535001"/>
                <a:gd name="connsiteY68" fmla="*/ 6064929 h 6250127"/>
                <a:gd name="connsiteX69" fmla="*/ 1011968 w 5535001"/>
                <a:gd name="connsiteY69" fmla="*/ 5828896 h 6250127"/>
                <a:gd name="connsiteX70" fmla="*/ 511237 w 5535001"/>
                <a:gd name="connsiteY70" fmla="*/ 5512356 h 6250127"/>
                <a:gd name="connsiteX71" fmla="*/ 395572 w 5535001"/>
                <a:gd name="connsiteY71" fmla="*/ 5419757 h 6250127"/>
                <a:gd name="connsiteX72" fmla="*/ 284722 w 5535001"/>
                <a:gd name="connsiteY72" fmla="*/ 5321559 h 6250127"/>
                <a:gd name="connsiteX73" fmla="*/ 257513 w 5535001"/>
                <a:gd name="connsiteY73" fmla="*/ 5296477 h 6250127"/>
                <a:gd name="connsiteX74" fmla="*/ 243853 w 5535001"/>
                <a:gd name="connsiteY74" fmla="*/ 5283937 h 6250127"/>
                <a:gd name="connsiteX75" fmla="*/ 230752 w 5535001"/>
                <a:gd name="connsiteY75" fmla="*/ 5270836 h 6250127"/>
                <a:gd name="connsiteX76" fmla="*/ 178574 w 5535001"/>
                <a:gd name="connsiteY76" fmla="*/ 5218322 h 6250127"/>
                <a:gd name="connsiteX77" fmla="*/ 126508 w 5535001"/>
                <a:gd name="connsiteY77" fmla="*/ 5165584 h 6250127"/>
                <a:gd name="connsiteX78" fmla="*/ 76345 w 5535001"/>
                <a:gd name="connsiteY78" fmla="*/ 5111167 h 6250127"/>
                <a:gd name="connsiteX79" fmla="*/ 26407 w 5535001"/>
                <a:gd name="connsiteY79" fmla="*/ 5056413 h 6250127"/>
                <a:gd name="connsiteX80" fmla="*/ 0 w 5535001"/>
                <a:gd name="connsiteY80" fmla="*/ 5024776 h 6250127"/>
                <a:gd name="connsiteX81" fmla="*/ 0 w 5535001"/>
                <a:gd name="connsiteY81" fmla="*/ 4492798 h 6250127"/>
                <a:gd name="connsiteX82" fmla="*/ 28534 w 5535001"/>
                <a:gd name="connsiteY82" fmla="*/ 4537879 h 6250127"/>
                <a:gd name="connsiteX83" fmla="*/ 66604 w 5535001"/>
                <a:gd name="connsiteY83" fmla="*/ 4592745 h 6250127"/>
                <a:gd name="connsiteX84" fmla="*/ 104114 w 5535001"/>
                <a:gd name="connsiteY84" fmla="*/ 4647834 h 6250127"/>
                <a:gd name="connsiteX85" fmla="*/ 143751 w 5535001"/>
                <a:gd name="connsiteY85" fmla="*/ 4701580 h 6250127"/>
                <a:gd name="connsiteX86" fmla="*/ 182717 w 5535001"/>
                <a:gd name="connsiteY86" fmla="*/ 4755773 h 6250127"/>
                <a:gd name="connsiteX87" fmla="*/ 223810 w 5535001"/>
                <a:gd name="connsiteY87" fmla="*/ 4808399 h 6250127"/>
                <a:gd name="connsiteX88" fmla="*/ 264679 w 5535001"/>
                <a:gd name="connsiteY88" fmla="*/ 4861249 h 6250127"/>
                <a:gd name="connsiteX89" fmla="*/ 307788 w 5535001"/>
                <a:gd name="connsiteY89" fmla="*/ 4912420 h 6250127"/>
                <a:gd name="connsiteX90" fmla="*/ 351232 w 5535001"/>
                <a:gd name="connsiteY90" fmla="*/ 4963254 h 6250127"/>
                <a:gd name="connsiteX91" fmla="*/ 397028 w 5535001"/>
                <a:gd name="connsiteY91" fmla="*/ 5012185 h 6250127"/>
                <a:gd name="connsiteX92" fmla="*/ 443496 w 5535001"/>
                <a:gd name="connsiteY92" fmla="*/ 5060444 h 6250127"/>
                <a:gd name="connsiteX93" fmla="*/ 455140 w 5535001"/>
                <a:gd name="connsiteY93" fmla="*/ 5072537 h 6250127"/>
                <a:gd name="connsiteX94" fmla="*/ 467345 w 5535001"/>
                <a:gd name="connsiteY94" fmla="*/ 5083958 h 6250127"/>
                <a:gd name="connsiteX95" fmla="*/ 491755 w 5535001"/>
                <a:gd name="connsiteY95" fmla="*/ 5106912 h 6250127"/>
                <a:gd name="connsiteX96" fmla="*/ 540686 w 5535001"/>
                <a:gd name="connsiteY96" fmla="*/ 5152819 h 6250127"/>
                <a:gd name="connsiteX97" fmla="*/ 552890 w 5535001"/>
                <a:gd name="connsiteY97" fmla="*/ 5164353 h 6250127"/>
                <a:gd name="connsiteX98" fmla="*/ 565655 w 5535001"/>
                <a:gd name="connsiteY98" fmla="*/ 5175214 h 6250127"/>
                <a:gd name="connsiteX99" fmla="*/ 591072 w 5535001"/>
                <a:gd name="connsiteY99" fmla="*/ 5197048 h 6250127"/>
                <a:gd name="connsiteX100" fmla="*/ 694197 w 5535001"/>
                <a:gd name="connsiteY100" fmla="*/ 5283041 h 6250127"/>
                <a:gd name="connsiteX101" fmla="*/ 1146221 w 5535001"/>
                <a:gd name="connsiteY101" fmla="*/ 5573716 h 6250127"/>
                <a:gd name="connsiteX102" fmla="*/ 1650982 w 5535001"/>
                <a:gd name="connsiteY102" fmla="*/ 5758130 h 6250127"/>
                <a:gd name="connsiteX103" fmla="*/ 1716485 w 5535001"/>
                <a:gd name="connsiteY103" fmla="*/ 5772798 h 6250127"/>
                <a:gd name="connsiteX104" fmla="*/ 1782211 w 5535001"/>
                <a:gd name="connsiteY104" fmla="*/ 5786235 h 6250127"/>
                <a:gd name="connsiteX105" fmla="*/ 1848386 w 5535001"/>
                <a:gd name="connsiteY105" fmla="*/ 5796984 h 6250127"/>
                <a:gd name="connsiteX106" fmla="*/ 1881417 w 5535001"/>
                <a:gd name="connsiteY106" fmla="*/ 5802359 h 6250127"/>
                <a:gd name="connsiteX107" fmla="*/ 1914560 w 5535001"/>
                <a:gd name="connsiteY107" fmla="*/ 5807061 h 6250127"/>
                <a:gd name="connsiteX108" fmla="*/ 2047469 w 5535001"/>
                <a:gd name="connsiteY108" fmla="*/ 5821282 h 6250127"/>
                <a:gd name="connsiteX109" fmla="*/ 2180601 w 5535001"/>
                <a:gd name="connsiteY109" fmla="*/ 5828896 h 6250127"/>
                <a:gd name="connsiteX110" fmla="*/ 2313622 w 5535001"/>
                <a:gd name="connsiteY110" fmla="*/ 5830463 h 6250127"/>
                <a:gd name="connsiteX111" fmla="*/ 2380021 w 5535001"/>
                <a:gd name="connsiteY111" fmla="*/ 5828448 h 6250127"/>
                <a:gd name="connsiteX112" fmla="*/ 2446195 w 5535001"/>
                <a:gd name="connsiteY112" fmla="*/ 5826433 h 6250127"/>
                <a:gd name="connsiteX113" fmla="*/ 2513041 w 5535001"/>
                <a:gd name="connsiteY113" fmla="*/ 5822737 h 6250127"/>
                <a:gd name="connsiteX114" fmla="*/ 2580111 w 5535001"/>
                <a:gd name="connsiteY114" fmla="*/ 5818258 h 6250127"/>
                <a:gd name="connsiteX115" fmla="*/ 2613590 w 5535001"/>
                <a:gd name="connsiteY115" fmla="*/ 5816355 h 6250127"/>
                <a:gd name="connsiteX116" fmla="*/ 2646845 w 5535001"/>
                <a:gd name="connsiteY116" fmla="*/ 5813108 h 6250127"/>
                <a:gd name="connsiteX117" fmla="*/ 2713244 w 5535001"/>
                <a:gd name="connsiteY117" fmla="*/ 5806838 h 6250127"/>
                <a:gd name="connsiteX118" fmla="*/ 3230882 w 5535001"/>
                <a:gd name="connsiteY118" fmla="*/ 5721292 h 6250127"/>
                <a:gd name="connsiteX119" fmla="*/ 3720416 w 5535001"/>
                <a:gd name="connsiteY119" fmla="*/ 5556472 h 6250127"/>
                <a:gd name="connsiteX120" fmla="*/ 3837425 w 5535001"/>
                <a:gd name="connsiteY120" fmla="*/ 5499927 h 6250127"/>
                <a:gd name="connsiteX121" fmla="*/ 3951634 w 5535001"/>
                <a:gd name="connsiteY121" fmla="*/ 5436552 h 6250127"/>
                <a:gd name="connsiteX122" fmla="*/ 4007284 w 5535001"/>
                <a:gd name="connsiteY122" fmla="*/ 5401841 h 6250127"/>
                <a:gd name="connsiteX123" fmla="*/ 4035164 w 5535001"/>
                <a:gd name="connsiteY123" fmla="*/ 5384374 h 6250127"/>
                <a:gd name="connsiteX124" fmla="*/ 4049049 w 5535001"/>
                <a:gd name="connsiteY124" fmla="*/ 5375640 h 6250127"/>
                <a:gd name="connsiteX125" fmla="*/ 4062485 w 5535001"/>
                <a:gd name="connsiteY125" fmla="*/ 5366123 h 6250127"/>
                <a:gd name="connsiteX126" fmla="*/ 4116567 w 5535001"/>
                <a:gd name="connsiteY126" fmla="*/ 5328277 h 6250127"/>
                <a:gd name="connsiteX127" fmla="*/ 4169976 w 5535001"/>
                <a:gd name="connsiteY127" fmla="*/ 5289199 h 6250127"/>
                <a:gd name="connsiteX128" fmla="*/ 4222042 w 5535001"/>
                <a:gd name="connsiteY128" fmla="*/ 5247994 h 6250127"/>
                <a:gd name="connsiteX129" fmla="*/ 4273213 w 5535001"/>
                <a:gd name="connsiteY129" fmla="*/ 5205558 h 6250127"/>
                <a:gd name="connsiteX130" fmla="*/ 4323151 w 5535001"/>
                <a:gd name="connsiteY130" fmla="*/ 5161329 h 6250127"/>
                <a:gd name="connsiteX131" fmla="*/ 4371971 w 5535001"/>
                <a:gd name="connsiteY131" fmla="*/ 5116093 h 6250127"/>
                <a:gd name="connsiteX132" fmla="*/ 4546868 w 5535001"/>
                <a:gd name="connsiteY132" fmla="*/ 4924400 h 6250127"/>
                <a:gd name="connsiteX133" fmla="*/ 4675634 w 5535001"/>
                <a:gd name="connsiteY133" fmla="*/ 4715352 h 6250127"/>
                <a:gd name="connsiteX134" fmla="*/ 4700155 w 5535001"/>
                <a:gd name="connsiteY134" fmla="*/ 4659255 h 6250127"/>
                <a:gd name="connsiteX135" fmla="*/ 4721206 w 5535001"/>
                <a:gd name="connsiteY135" fmla="*/ 4600135 h 6250127"/>
                <a:gd name="connsiteX136" fmla="*/ 4740465 w 5535001"/>
                <a:gd name="connsiteY136" fmla="*/ 4538887 h 6250127"/>
                <a:gd name="connsiteX137" fmla="*/ 4758492 w 5535001"/>
                <a:gd name="connsiteY137" fmla="*/ 4475848 h 6250127"/>
                <a:gd name="connsiteX138" fmla="*/ 4891288 w 5535001"/>
                <a:gd name="connsiteY138" fmla="*/ 3930329 h 6250127"/>
                <a:gd name="connsiteX139" fmla="*/ 5066298 w 5535001"/>
                <a:gd name="connsiteY139" fmla="*/ 3382235 h 6250127"/>
                <a:gd name="connsiteX140" fmla="*/ 5156994 w 5535001"/>
                <a:gd name="connsiteY140" fmla="*/ 2898635 h 6250127"/>
                <a:gd name="connsiteX141" fmla="*/ 5083317 w 5535001"/>
                <a:gd name="connsiteY141" fmla="*/ 2402047 h 6250127"/>
                <a:gd name="connsiteX142" fmla="*/ 4871022 w 5535001"/>
                <a:gd name="connsiteY142" fmla="*/ 1926958 h 6250127"/>
                <a:gd name="connsiteX143" fmla="*/ 4727028 w 5535001"/>
                <a:gd name="connsiteY143" fmla="*/ 1703577 h 6250127"/>
                <a:gd name="connsiteX144" fmla="*/ 4563776 w 5535001"/>
                <a:gd name="connsiteY144" fmla="*/ 1490834 h 6250127"/>
                <a:gd name="connsiteX145" fmla="*/ 4370291 w 5535001"/>
                <a:gd name="connsiteY145" fmla="*/ 1300596 h 6250127"/>
                <a:gd name="connsiteX146" fmla="*/ 4266046 w 5535001"/>
                <a:gd name="connsiteY146" fmla="*/ 1214491 h 6250127"/>
                <a:gd name="connsiteX147" fmla="*/ 4212973 w 5535001"/>
                <a:gd name="connsiteY147" fmla="*/ 1173062 h 6250127"/>
                <a:gd name="connsiteX148" fmla="*/ 4157995 w 5535001"/>
                <a:gd name="connsiteY148" fmla="*/ 1134545 h 6250127"/>
                <a:gd name="connsiteX149" fmla="*/ 3697126 w 5535001"/>
                <a:gd name="connsiteY149" fmla="*/ 881044 h 6250127"/>
                <a:gd name="connsiteX150" fmla="*/ 3637670 w 5535001"/>
                <a:gd name="connsiteY150" fmla="*/ 856747 h 6250127"/>
                <a:gd name="connsiteX151" fmla="*/ 3608222 w 5535001"/>
                <a:gd name="connsiteY151" fmla="*/ 844318 h 6250127"/>
                <a:gd name="connsiteX152" fmla="*/ 3578214 w 5535001"/>
                <a:gd name="connsiteY152" fmla="*/ 833457 h 6250127"/>
                <a:gd name="connsiteX153" fmla="*/ 3518309 w 5535001"/>
                <a:gd name="connsiteY153" fmla="*/ 812294 h 6250127"/>
                <a:gd name="connsiteX154" fmla="*/ 3503417 w 5535001"/>
                <a:gd name="connsiteY154" fmla="*/ 806920 h 6250127"/>
                <a:gd name="connsiteX155" fmla="*/ 3489533 w 5535001"/>
                <a:gd name="connsiteY155" fmla="*/ 799642 h 6250127"/>
                <a:gd name="connsiteX156" fmla="*/ 3460869 w 5535001"/>
                <a:gd name="connsiteY156" fmla="*/ 787101 h 6250127"/>
                <a:gd name="connsiteX157" fmla="*/ 3402980 w 5535001"/>
                <a:gd name="connsiteY157" fmla="*/ 763475 h 6250127"/>
                <a:gd name="connsiteX158" fmla="*/ 3374092 w 5535001"/>
                <a:gd name="connsiteY158" fmla="*/ 751606 h 6250127"/>
                <a:gd name="connsiteX159" fmla="*/ 3344980 w 5535001"/>
                <a:gd name="connsiteY159" fmla="*/ 740409 h 6250127"/>
                <a:gd name="connsiteX160" fmla="*/ 3226627 w 5535001"/>
                <a:gd name="connsiteY160" fmla="*/ 700772 h 6250127"/>
                <a:gd name="connsiteX161" fmla="*/ 2735750 w 5535001"/>
                <a:gd name="connsiteY161" fmla="*/ 614667 h 6250127"/>
                <a:gd name="connsiteX162" fmla="*/ 2673158 w 5535001"/>
                <a:gd name="connsiteY162" fmla="*/ 610412 h 6250127"/>
                <a:gd name="connsiteX163" fmla="*/ 2610119 w 5535001"/>
                <a:gd name="connsiteY163" fmla="*/ 609628 h 6250127"/>
                <a:gd name="connsiteX164" fmla="*/ 2547080 w 5535001"/>
                <a:gd name="connsiteY164" fmla="*/ 608620 h 6250127"/>
                <a:gd name="connsiteX165" fmla="*/ 2516400 w 5535001"/>
                <a:gd name="connsiteY165" fmla="*/ 608844 h 6250127"/>
                <a:gd name="connsiteX166" fmla="*/ 2486280 w 5535001"/>
                <a:gd name="connsiteY166" fmla="*/ 609740 h 6250127"/>
                <a:gd name="connsiteX167" fmla="*/ 2426376 w 5535001"/>
                <a:gd name="connsiteY167" fmla="*/ 613099 h 6250127"/>
                <a:gd name="connsiteX168" fmla="*/ 2366920 w 5535001"/>
                <a:gd name="connsiteY168" fmla="*/ 618474 h 6250127"/>
                <a:gd name="connsiteX169" fmla="*/ 2337248 w 5535001"/>
                <a:gd name="connsiteY169" fmla="*/ 621497 h 6250127"/>
                <a:gd name="connsiteX170" fmla="*/ 2307800 w 5535001"/>
                <a:gd name="connsiteY170" fmla="*/ 625528 h 6250127"/>
                <a:gd name="connsiteX171" fmla="*/ 2278351 w 5535001"/>
                <a:gd name="connsiteY171" fmla="*/ 629559 h 6250127"/>
                <a:gd name="connsiteX172" fmla="*/ 2249127 w 5535001"/>
                <a:gd name="connsiteY172" fmla="*/ 634710 h 6250127"/>
                <a:gd name="connsiteX173" fmla="*/ 1796096 w 5535001"/>
                <a:gd name="connsiteY173" fmla="*/ 781726 h 6250127"/>
                <a:gd name="connsiteX174" fmla="*/ 1370833 w 5535001"/>
                <a:gd name="connsiteY174" fmla="*/ 1048663 h 6250127"/>
                <a:gd name="connsiteX175" fmla="*/ 959790 w 5535001"/>
                <a:gd name="connsiteY175" fmla="*/ 1390844 h 6250127"/>
                <a:gd name="connsiteX176" fmla="*/ 749062 w 5535001"/>
                <a:gd name="connsiteY176" fmla="*/ 1577611 h 6250127"/>
                <a:gd name="connsiteX177" fmla="*/ 524786 w 5535001"/>
                <a:gd name="connsiteY177" fmla="*/ 1763145 h 6250127"/>
                <a:gd name="connsiteX178" fmla="*/ 84071 w 5535001"/>
                <a:gd name="connsiteY178" fmla="*/ 2098496 h 6250127"/>
                <a:gd name="connsiteX179" fmla="*/ 0 w 5535001"/>
                <a:gd name="connsiteY179" fmla="*/ 2168094 h 6250127"/>
                <a:gd name="connsiteX180" fmla="*/ 0 w 5535001"/>
                <a:gd name="connsiteY180" fmla="*/ 1576676 h 6250127"/>
                <a:gd name="connsiteX181" fmla="*/ 174655 w 5535001"/>
                <a:gd name="connsiteY181" fmla="*/ 1387597 h 6250127"/>
                <a:gd name="connsiteX182" fmla="*/ 363661 w 5535001"/>
                <a:gd name="connsiteY182" fmla="*/ 1188626 h 6250127"/>
                <a:gd name="connsiteX183" fmla="*/ 458052 w 5535001"/>
                <a:gd name="connsiteY183" fmla="*/ 1086397 h 6250127"/>
                <a:gd name="connsiteX184" fmla="*/ 557257 w 5535001"/>
                <a:gd name="connsiteY184" fmla="*/ 981593 h 6250127"/>
                <a:gd name="connsiteX185" fmla="*/ 994165 w 5535001"/>
                <a:gd name="connsiteY185" fmla="*/ 578389 h 6250127"/>
                <a:gd name="connsiteX186" fmla="*/ 1520873 w 5535001"/>
                <a:gd name="connsiteY186" fmla="*/ 237215 h 6250127"/>
                <a:gd name="connsiteX187" fmla="*/ 2141748 w 5535001"/>
                <a:gd name="connsiteY187" fmla="*/ 31190 h 6250127"/>
                <a:gd name="connsiteX188" fmla="*/ 2182505 w 5535001"/>
                <a:gd name="connsiteY188" fmla="*/ 24360 h 6250127"/>
                <a:gd name="connsiteX189" fmla="*/ 2223374 w 5535001"/>
                <a:gd name="connsiteY189" fmla="*/ 18873 h 6250127"/>
                <a:gd name="connsiteX190" fmla="*/ 2264355 w 5535001"/>
                <a:gd name="connsiteY190" fmla="*/ 13611 h 6250127"/>
                <a:gd name="connsiteX191" fmla="*/ 2305336 w 5535001"/>
                <a:gd name="connsiteY191" fmla="*/ 9580 h 6250127"/>
                <a:gd name="connsiteX192" fmla="*/ 2387410 w 5535001"/>
                <a:gd name="connsiteY192" fmla="*/ 3645 h 6250127"/>
                <a:gd name="connsiteX193" fmla="*/ 2469373 w 5535001"/>
                <a:gd name="connsiteY193" fmla="*/ 622 h 62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5535001" h="6250127">
                  <a:moveTo>
                    <a:pt x="2510242" y="174"/>
                  </a:moveTo>
                  <a:cubicBezTo>
                    <a:pt x="2523902" y="-50"/>
                    <a:pt x="2537562" y="-162"/>
                    <a:pt x="2550551" y="510"/>
                  </a:cubicBezTo>
                  <a:lnTo>
                    <a:pt x="2629490" y="3757"/>
                  </a:lnTo>
                  <a:lnTo>
                    <a:pt x="2708317" y="7229"/>
                  </a:lnTo>
                  <a:cubicBezTo>
                    <a:pt x="2734630" y="8572"/>
                    <a:pt x="2760943" y="12155"/>
                    <a:pt x="2787256" y="14619"/>
                  </a:cubicBezTo>
                  <a:cubicBezTo>
                    <a:pt x="2997536" y="34885"/>
                    <a:pt x="3207144" y="77994"/>
                    <a:pt x="3408467" y="145064"/>
                  </a:cubicBezTo>
                  <a:lnTo>
                    <a:pt x="3557723" y="199593"/>
                  </a:lnTo>
                  <a:cubicBezTo>
                    <a:pt x="3570264" y="203848"/>
                    <a:pt x="3582245" y="209447"/>
                    <a:pt x="3594337" y="214597"/>
                  </a:cubicBezTo>
                  <a:lnTo>
                    <a:pt x="3630616" y="230385"/>
                  </a:lnTo>
                  <a:lnTo>
                    <a:pt x="3703172" y="262073"/>
                  </a:lnTo>
                  <a:cubicBezTo>
                    <a:pt x="3715265" y="267335"/>
                    <a:pt x="3727358" y="272598"/>
                    <a:pt x="3739003" y="278756"/>
                  </a:cubicBezTo>
                  <a:cubicBezTo>
                    <a:pt x="3744937" y="281667"/>
                    <a:pt x="3750984" y="284131"/>
                    <a:pt x="3756806" y="287266"/>
                  </a:cubicBezTo>
                  <a:cubicBezTo>
                    <a:pt x="3762517" y="290513"/>
                    <a:pt x="3768115" y="294208"/>
                    <a:pt x="3773714" y="297567"/>
                  </a:cubicBezTo>
                  <a:lnTo>
                    <a:pt x="3840784" y="339332"/>
                  </a:lnTo>
                  <a:cubicBezTo>
                    <a:pt x="3851869" y="346386"/>
                    <a:pt x="3863290" y="352881"/>
                    <a:pt x="3873927" y="360495"/>
                  </a:cubicBezTo>
                  <a:lnTo>
                    <a:pt x="3906062" y="383001"/>
                  </a:lnTo>
                  <a:lnTo>
                    <a:pt x="3969662" y="428572"/>
                  </a:lnTo>
                  <a:cubicBezTo>
                    <a:pt x="4137281" y="552188"/>
                    <a:pt x="4285417" y="693270"/>
                    <a:pt x="4423029" y="837600"/>
                  </a:cubicBezTo>
                  <a:cubicBezTo>
                    <a:pt x="4440160" y="855739"/>
                    <a:pt x="4457404" y="873766"/>
                    <a:pt x="4474647" y="891569"/>
                  </a:cubicBezTo>
                  <a:lnTo>
                    <a:pt x="4524250" y="946883"/>
                  </a:lnTo>
                  <a:lnTo>
                    <a:pt x="4573965" y="1001748"/>
                  </a:lnTo>
                  <a:cubicBezTo>
                    <a:pt x="4590760" y="1019887"/>
                    <a:pt x="4605988" y="1039146"/>
                    <a:pt x="4622224" y="1057509"/>
                  </a:cubicBezTo>
                  <a:cubicBezTo>
                    <a:pt x="4653911" y="1094907"/>
                    <a:pt x="4686831" y="1131409"/>
                    <a:pt x="4717510" y="1169143"/>
                  </a:cubicBezTo>
                  <a:cubicBezTo>
                    <a:pt x="4733186" y="1187730"/>
                    <a:pt x="4748862" y="1206430"/>
                    <a:pt x="4764986" y="1224681"/>
                  </a:cubicBezTo>
                  <a:cubicBezTo>
                    <a:pt x="4780886" y="1243044"/>
                    <a:pt x="4797233" y="1261071"/>
                    <a:pt x="4813021" y="1279994"/>
                  </a:cubicBezTo>
                  <a:cubicBezTo>
                    <a:pt x="4877292" y="1354230"/>
                    <a:pt x="4941339" y="1428914"/>
                    <a:pt x="5001915" y="1506846"/>
                  </a:cubicBezTo>
                  <a:cubicBezTo>
                    <a:pt x="5062603" y="1584665"/>
                    <a:pt x="5118252" y="1666739"/>
                    <a:pt x="5170542" y="1751165"/>
                  </a:cubicBezTo>
                  <a:cubicBezTo>
                    <a:pt x="5274898" y="1920240"/>
                    <a:pt x="5363579" y="2101295"/>
                    <a:pt x="5428969" y="2293660"/>
                  </a:cubicBezTo>
                  <a:cubicBezTo>
                    <a:pt x="5494136" y="2485801"/>
                    <a:pt x="5533102" y="2690819"/>
                    <a:pt x="5534893" y="2899307"/>
                  </a:cubicBezTo>
                  <a:cubicBezTo>
                    <a:pt x="5536124" y="3003439"/>
                    <a:pt x="5526831" y="3108132"/>
                    <a:pt x="5508804" y="3211144"/>
                  </a:cubicBezTo>
                  <a:cubicBezTo>
                    <a:pt x="5490441" y="3314157"/>
                    <a:pt x="5462336" y="3415490"/>
                    <a:pt x="5426282" y="3513352"/>
                  </a:cubicBezTo>
                  <a:cubicBezTo>
                    <a:pt x="5363355" y="3684890"/>
                    <a:pt x="5302219" y="3856428"/>
                    <a:pt x="5248250" y="4030542"/>
                  </a:cubicBezTo>
                  <a:lnTo>
                    <a:pt x="5208612" y="4161771"/>
                  </a:lnTo>
                  <a:lnTo>
                    <a:pt x="5170318" y="4294680"/>
                  </a:lnTo>
                  <a:lnTo>
                    <a:pt x="5132248" y="4430164"/>
                  </a:lnTo>
                  <a:lnTo>
                    <a:pt x="5112765" y="4498914"/>
                  </a:lnTo>
                  <a:lnTo>
                    <a:pt x="5091715" y="4569119"/>
                  </a:lnTo>
                  <a:cubicBezTo>
                    <a:pt x="5085221" y="4592297"/>
                    <a:pt x="5076823" y="4616482"/>
                    <a:pt x="5068985" y="4640220"/>
                  </a:cubicBezTo>
                  <a:cubicBezTo>
                    <a:pt x="5060699" y="4664182"/>
                    <a:pt x="5053981" y="4687807"/>
                    <a:pt x="5043904" y="4712105"/>
                  </a:cubicBezTo>
                  <a:lnTo>
                    <a:pt x="5015799" y="4784438"/>
                  </a:lnTo>
                  <a:cubicBezTo>
                    <a:pt x="5005274" y="4808511"/>
                    <a:pt x="4993965" y="4832473"/>
                    <a:pt x="4982880" y="4856435"/>
                  </a:cubicBezTo>
                  <a:cubicBezTo>
                    <a:pt x="4936524" y="4951273"/>
                    <a:pt x="4881099" y="5044096"/>
                    <a:pt x="4817276" y="5125275"/>
                  </a:cubicBezTo>
                  <a:cubicBezTo>
                    <a:pt x="4755244" y="5208805"/>
                    <a:pt x="4686943" y="5282817"/>
                    <a:pt x="4618753" y="5355374"/>
                  </a:cubicBezTo>
                  <a:cubicBezTo>
                    <a:pt x="4602069" y="5374073"/>
                    <a:pt x="4584154" y="5391092"/>
                    <a:pt x="4566575" y="5408560"/>
                  </a:cubicBezTo>
                  <a:lnTo>
                    <a:pt x="4513837" y="5461186"/>
                  </a:lnTo>
                  <a:cubicBezTo>
                    <a:pt x="4496593" y="5479101"/>
                    <a:pt x="4477894" y="5495560"/>
                    <a:pt x="4459531" y="5512580"/>
                  </a:cubicBezTo>
                  <a:lnTo>
                    <a:pt x="4404554" y="5563526"/>
                  </a:lnTo>
                  <a:cubicBezTo>
                    <a:pt x="4386527" y="5580770"/>
                    <a:pt x="4366932" y="5596670"/>
                    <a:pt x="4348009" y="5613017"/>
                  </a:cubicBezTo>
                  <a:lnTo>
                    <a:pt x="4290568" y="5661948"/>
                  </a:lnTo>
                  <a:lnTo>
                    <a:pt x="4276124" y="5674153"/>
                  </a:lnTo>
                  <a:lnTo>
                    <a:pt x="4261120" y="5685798"/>
                  </a:lnTo>
                  <a:lnTo>
                    <a:pt x="4231112" y="5708976"/>
                  </a:lnTo>
                  <a:lnTo>
                    <a:pt x="4170984" y="5755443"/>
                  </a:lnTo>
                  <a:cubicBezTo>
                    <a:pt x="4130227" y="5785563"/>
                    <a:pt x="4087790" y="5813892"/>
                    <a:pt x="4046025" y="5843228"/>
                  </a:cubicBezTo>
                  <a:cubicBezTo>
                    <a:pt x="4002917" y="5870437"/>
                    <a:pt x="3959248" y="5897309"/>
                    <a:pt x="3915356" y="5923735"/>
                  </a:cubicBezTo>
                  <a:cubicBezTo>
                    <a:pt x="3737659" y="6026299"/>
                    <a:pt x="3544847" y="6106022"/>
                    <a:pt x="3346323" y="6158872"/>
                  </a:cubicBezTo>
                  <a:cubicBezTo>
                    <a:pt x="3147800" y="6211946"/>
                    <a:pt x="2944462" y="6239714"/>
                    <a:pt x="2743476" y="6247328"/>
                  </a:cubicBezTo>
                  <a:lnTo>
                    <a:pt x="2668120" y="6249344"/>
                  </a:lnTo>
                  <a:lnTo>
                    <a:pt x="2630498" y="6250127"/>
                  </a:lnTo>
                  <a:lnTo>
                    <a:pt x="2592988" y="6249568"/>
                  </a:lnTo>
                  <a:lnTo>
                    <a:pt x="2518080" y="6247777"/>
                  </a:lnTo>
                  <a:cubicBezTo>
                    <a:pt x="2493110" y="6247105"/>
                    <a:pt x="2468365" y="6246881"/>
                    <a:pt x="2442948" y="6244529"/>
                  </a:cubicBezTo>
                  <a:cubicBezTo>
                    <a:pt x="2392337" y="6240722"/>
                    <a:pt x="2341950" y="6237699"/>
                    <a:pt x="2291676" y="6232213"/>
                  </a:cubicBezTo>
                  <a:lnTo>
                    <a:pt x="2141412" y="6212394"/>
                  </a:lnTo>
                  <a:lnTo>
                    <a:pt x="1992715" y="6184961"/>
                  </a:lnTo>
                  <a:cubicBezTo>
                    <a:pt x="1943561" y="6173988"/>
                    <a:pt x="1894630" y="6162231"/>
                    <a:pt x="1845811" y="6151034"/>
                  </a:cubicBezTo>
                  <a:cubicBezTo>
                    <a:pt x="1797215" y="6138829"/>
                    <a:pt x="1749180" y="6123938"/>
                    <a:pt x="1701033" y="6110724"/>
                  </a:cubicBezTo>
                  <a:cubicBezTo>
                    <a:pt x="1676847" y="6104566"/>
                    <a:pt x="1653334" y="6095833"/>
                    <a:pt x="1629484" y="6088219"/>
                  </a:cubicBezTo>
                  <a:lnTo>
                    <a:pt x="1558383" y="6064929"/>
                  </a:lnTo>
                  <a:cubicBezTo>
                    <a:pt x="1369713" y="6000210"/>
                    <a:pt x="1186978" y="5921271"/>
                    <a:pt x="1011968" y="5828896"/>
                  </a:cubicBezTo>
                  <a:cubicBezTo>
                    <a:pt x="837071" y="5736408"/>
                    <a:pt x="668556" y="5631940"/>
                    <a:pt x="511237" y="5512356"/>
                  </a:cubicBezTo>
                  <a:cubicBezTo>
                    <a:pt x="471152" y="5483468"/>
                    <a:pt x="433642" y="5451220"/>
                    <a:pt x="395572" y="5419757"/>
                  </a:cubicBezTo>
                  <a:cubicBezTo>
                    <a:pt x="356831" y="5388965"/>
                    <a:pt x="321112" y="5354926"/>
                    <a:pt x="284722" y="5321559"/>
                  </a:cubicBezTo>
                  <a:lnTo>
                    <a:pt x="257513" y="5296477"/>
                  </a:lnTo>
                  <a:lnTo>
                    <a:pt x="243853" y="5283937"/>
                  </a:lnTo>
                  <a:lnTo>
                    <a:pt x="230752" y="5270836"/>
                  </a:lnTo>
                  <a:lnTo>
                    <a:pt x="178574" y="5218322"/>
                  </a:lnTo>
                  <a:cubicBezTo>
                    <a:pt x="161331" y="5200631"/>
                    <a:pt x="143191" y="5183948"/>
                    <a:pt x="126508" y="5165584"/>
                  </a:cubicBezTo>
                  <a:lnTo>
                    <a:pt x="76345" y="5111167"/>
                  </a:lnTo>
                  <a:cubicBezTo>
                    <a:pt x="59774" y="5092916"/>
                    <a:pt x="42530" y="5075112"/>
                    <a:pt x="26407" y="5056413"/>
                  </a:cubicBezTo>
                  <a:lnTo>
                    <a:pt x="0" y="5024776"/>
                  </a:lnTo>
                  <a:lnTo>
                    <a:pt x="0" y="4492798"/>
                  </a:lnTo>
                  <a:lnTo>
                    <a:pt x="28534" y="4537879"/>
                  </a:lnTo>
                  <a:cubicBezTo>
                    <a:pt x="41299" y="4556130"/>
                    <a:pt x="54175" y="4574382"/>
                    <a:pt x="66604" y="4592745"/>
                  </a:cubicBezTo>
                  <a:lnTo>
                    <a:pt x="104114" y="4647834"/>
                  </a:lnTo>
                  <a:lnTo>
                    <a:pt x="143751" y="4701580"/>
                  </a:lnTo>
                  <a:cubicBezTo>
                    <a:pt x="156964" y="4719495"/>
                    <a:pt x="169728" y="4737746"/>
                    <a:pt x="182717" y="4755773"/>
                  </a:cubicBezTo>
                  <a:lnTo>
                    <a:pt x="223810" y="4808399"/>
                  </a:lnTo>
                  <a:lnTo>
                    <a:pt x="264679" y="4861249"/>
                  </a:lnTo>
                  <a:cubicBezTo>
                    <a:pt x="278563" y="4878717"/>
                    <a:pt x="293455" y="4895288"/>
                    <a:pt x="307788" y="4912420"/>
                  </a:cubicBezTo>
                  <a:lnTo>
                    <a:pt x="351232" y="4963254"/>
                  </a:lnTo>
                  <a:cubicBezTo>
                    <a:pt x="365788" y="4980162"/>
                    <a:pt x="381688" y="4995837"/>
                    <a:pt x="397028" y="5012185"/>
                  </a:cubicBezTo>
                  <a:lnTo>
                    <a:pt x="443496" y="5060444"/>
                  </a:lnTo>
                  <a:lnTo>
                    <a:pt x="455140" y="5072537"/>
                  </a:lnTo>
                  <a:lnTo>
                    <a:pt x="467345" y="5083958"/>
                  </a:lnTo>
                  <a:lnTo>
                    <a:pt x="491755" y="5106912"/>
                  </a:lnTo>
                  <a:lnTo>
                    <a:pt x="540686" y="5152819"/>
                  </a:lnTo>
                  <a:lnTo>
                    <a:pt x="552890" y="5164353"/>
                  </a:lnTo>
                  <a:lnTo>
                    <a:pt x="565655" y="5175214"/>
                  </a:lnTo>
                  <a:lnTo>
                    <a:pt x="591072" y="5197048"/>
                  </a:lnTo>
                  <a:cubicBezTo>
                    <a:pt x="624999" y="5226160"/>
                    <a:pt x="658366" y="5256056"/>
                    <a:pt x="694197" y="5283041"/>
                  </a:cubicBezTo>
                  <a:cubicBezTo>
                    <a:pt x="834272" y="5394675"/>
                    <a:pt x="985207" y="5493881"/>
                    <a:pt x="1146221" y="5573716"/>
                  </a:cubicBezTo>
                  <a:cubicBezTo>
                    <a:pt x="1307122" y="5653774"/>
                    <a:pt x="1476869" y="5715918"/>
                    <a:pt x="1650982" y="5758130"/>
                  </a:cubicBezTo>
                  <a:lnTo>
                    <a:pt x="1716485" y="5772798"/>
                  </a:lnTo>
                  <a:cubicBezTo>
                    <a:pt x="1738431" y="5777390"/>
                    <a:pt x="1759929" y="5783100"/>
                    <a:pt x="1782211" y="5786235"/>
                  </a:cubicBezTo>
                  <a:lnTo>
                    <a:pt x="1848386" y="5796984"/>
                  </a:lnTo>
                  <a:lnTo>
                    <a:pt x="1881417" y="5802359"/>
                  </a:lnTo>
                  <a:cubicBezTo>
                    <a:pt x="1892390" y="5804151"/>
                    <a:pt x="1903363" y="5806054"/>
                    <a:pt x="1914560" y="5807061"/>
                  </a:cubicBezTo>
                  <a:cubicBezTo>
                    <a:pt x="1959012" y="5811765"/>
                    <a:pt x="2003241" y="5817251"/>
                    <a:pt x="2047469" y="5821282"/>
                  </a:cubicBezTo>
                  <a:lnTo>
                    <a:pt x="2180601" y="5828896"/>
                  </a:lnTo>
                  <a:lnTo>
                    <a:pt x="2313622" y="5830463"/>
                  </a:lnTo>
                  <a:cubicBezTo>
                    <a:pt x="2335680" y="5830799"/>
                    <a:pt x="2357962" y="5829008"/>
                    <a:pt x="2380021" y="5828448"/>
                  </a:cubicBezTo>
                  <a:lnTo>
                    <a:pt x="2446195" y="5826433"/>
                  </a:lnTo>
                  <a:cubicBezTo>
                    <a:pt x="2468029" y="5826208"/>
                    <a:pt x="2490647" y="5824193"/>
                    <a:pt x="2513041" y="5822737"/>
                  </a:cubicBezTo>
                  <a:lnTo>
                    <a:pt x="2580111" y="5818258"/>
                  </a:lnTo>
                  <a:lnTo>
                    <a:pt x="2613590" y="5816355"/>
                  </a:lnTo>
                  <a:lnTo>
                    <a:pt x="2646845" y="5813108"/>
                  </a:lnTo>
                  <a:cubicBezTo>
                    <a:pt x="2669016" y="5810869"/>
                    <a:pt x="2691074" y="5808741"/>
                    <a:pt x="2713244" y="5806838"/>
                  </a:cubicBezTo>
                  <a:cubicBezTo>
                    <a:pt x="2889933" y="5789371"/>
                    <a:pt x="3062815" y="5762050"/>
                    <a:pt x="3230882" y="5721292"/>
                  </a:cubicBezTo>
                  <a:cubicBezTo>
                    <a:pt x="3398837" y="5680423"/>
                    <a:pt x="3562426" y="5626902"/>
                    <a:pt x="3720416" y="5556472"/>
                  </a:cubicBezTo>
                  <a:cubicBezTo>
                    <a:pt x="3759381" y="5537997"/>
                    <a:pt x="3798347" y="5518962"/>
                    <a:pt x="3837425" y="5499927"/>
                  </a:cubicBezTo>
                  <a:cubicBezTo>
                    <a:pt x="3875271" y="5478765"/>
                    <a:pt x="3913900" y="5458610"/>
                    <a:pt x="3951634" y="5436552"/>
                  </a:cubicBezTo>
                  <a:lnTo>
                    <a:pt x="4007284" y="5401841"/>
                  </a:lnTo>
                  <a:lnTo>
                    <a:pt x="4035164" y="5384374"/>
                  </a:lnTo>
                  <a:lnTo>
                    <a:pt x="4049049" y="5375640"/>
                  </a:lnTo>
                  <a:lnTo>
                    <a:pt x="4062485" y="5366123"/>
                  </a:lnTo>
                  <a:lnTo>
                    <a:pt x="4116567" y="5328277"/>
                  </a:lnTo>
                  <a:cubicBezTo>
                    <a:pt x="4134594" y="5315624"/>
                    <a:pt x="4152957" y="5303420"/>
                    <a:pt x="4169976" y="5289199"/>
                  </a:cubicBezTo>
                  <a:lnTo>
                    <a:pt x="4222042" y="5247994"/>
                  </a:lnTo>
                  <a:cubicBezTo>
                    <a:pt x="4239398" y="5234222"/>
                    <a:pt x="4256865" y="5220562"/>
                    <a:pt x="4273213" y="5205558"/>
                  </a:cubicBezTo>
                  <a:lnTo>
                    <a:pt x="4323151" y="5161329"/>
                  </a:lnTo>
                  <a:cubicBezTo>
                    <a:pt x="4339611" y="5146437"/>
                    <a:pt x="4356631" y="5131881"/>
                    <a:pt x="4371971" y="5116093"/>
                  </a:cubicBezTo>
                  <a:cubicBezTo>
                    <a:pt x="4435457" y="5054398"/>
                    <a:pt x="4496258" y="4991135"/>
                    <a:pt x="4546868" y="4924400"/>
                  </a:cubicBezTo>
                  <a:cubicBezTo>
                    <a:pt x="4600054" y="4858450"/>
                    <a:pt x="4640699" y="4788916"/>
                    <a:pt x="4675634" y="4715352"/>
                  </a:cubicBezTo>
                  <a:lnTo>
                    <a:pt x="4700155" y="4659255"/>
                  </a:lnTo>
                  <a:lnTo>
                    <a:pt x="4721206" y="4600135"/>
                  </a:lnTo>
                  <a:cubicBezTo>
                    <a:pt x="4728707" y="4580988"/>
                    <a:pt x="4733970" y="4559266"/>
                    <a:pt x="4740465" y="4538887"/>
                  </a:cubicBezTo>
                  <a:cubicBezTo>
                    <a:pt x="4746623" y="4518061"/>
                    <a:pt x="4753005" y="4497906"/>
                    <a:pt x="4758492" y="4475848"/>
                  </a:cubicBezTo>
                  <a:cubicBezTo>
                    <a:pt x="4803168" y="4303637"/>
                    <a:pt x="4840902" y="4115080"/>
                    <a:pt x="4891288" y="3930329"/>
                  </a:cubicBezTo>
                  <a:cubicBezTo>
                    <a:pt x="4940891" y="3744906"/>
                    <a:pt x="5000235" y="3562059"/>
                    <a:pt x="5066298" y="3382235"/>
                  </a:cubicBezTo>
                  <a:cubicBezTo>
                    <a:pt x="5124186" y="3226932"/>
                    <a:pt x="5154530" y="3064015"/>
                    <a:pt x="5156994" y="2898635"/>
                  </a:cubicBezTo>
                  <a:cubicBezTo>
                    <a:pt x="5159681" y="2733255"/>
                    <a:pt x="5132920" y="2565636"/>
                    <a:pt x="5083317" y="2402047"/>
                  </a:cubicBezTo>
                  <a:cubicBezTo>
                    <a:pt x="5033938" y="2238123"/>
                    <a:pt x="4960150" y="2079013"/>
                    <a:pt x="4871022" y="1926958"/>
                  </a:cubicBezTo>
                  <a:cubicBezTo>
                    <a:pt x="4826570" y="1850818"/>
                    <a:pt x="4777415" y="1776918"/>
                    <a:pt x="4727028" y="1703577"/>
                  </a:cubicBezTo>
                  <a:cubicBezTo>
                    <a:pt x="4676418" y="1630349"/>
                    <a:pt x="4622784" y="1558464"/>
                    <a:pt x="4563776" y="1490834"/>
                  </a:cubicBezTo>
                  <a:cubicBezTo>
                    <a:pt x="4503647" y="1423764"/>
                    <a:pt x="4439041" y="1359157"/>
                    <a:pt x="4370291" y="1300596"/>
                  </a:cubicBezTo>
                  <a:cubicBezTo>
                    <a:pt x="4336812" y="1270141"/>
                    <a:pt x="4301541" y="1242148"/>
                    <a:pt x="4266046" y="1214491"/>
                  </a:cubicBezTo>
                  <a:cubicBezTo>
                    <a:pt x="4248355" y="1200607"/>
                    <a:pt x="4230776" y="1186611"/>
                    <a:pt x="4212973" y="1173062"/>
                  </a:cubicBezTo>
                  <a:cubicBezTo>
                    <a:pt x="4194722" y="1160074"/>
                    <a:pt x="4176359" y="1147197"/>
                    <a:pt x="4157995" y="1134545"/>
                  </a:cubicBezTo>
                  <a:cubicBezTo>
                    <a:pt x="4011426" y="1031980"/>
                    <a:pt x="3855004" y="948562"/>
                    <a:pt x="3697126" y="881044"/>
                  </a:cubicBezTo>
                  <a:lnTo>
                    <a:pt x="3637670" y="856747"/>
                  </a:lnTo>
                  <a:lnTo>
                    <a:pt x="3608222" y="844318"/>
                  </a:lnTo>
                  <a:cubicBezTo>
                    <a:pt x="3598480" y="840063"/>
                    <a:pt x="3588179" y="837040"/>
                    <a:pt x="3578214" y="833457"/>
                  </a:cubicBezTo>
                  <a:lnTo>
                    <a:pt x="3518309" y="812294"/>
                  </a:lnTo>
                  <a:cubicBezTo>
                    <a:pt x="3513383" y="810503"/>
                    <a:pt x="3508344" y="808823"/>
                    <a:pt x="3503417" y="806920"/>
                  </a:cubicBezTo>
                  <a:cubicBezTo>
                    <a:pt x="3498603" y="804792"/>
                    <a:pt x="3494236" y="801993"/>
                    <a:pt x="3489533" y="799642"/>
                  </a:cubicBezTo>
                  <a:cubicBezTo>
                    <a:pt x="3480240" y="794827"/>
                    <a:pt x="3470498" y="791020"/>
                    <a:pt x="3460869" y="787101"/>
                  </a:cubicBezTo>
                  <a:lnTo>
                    <a:pt x="3402980" y="763475"/>
                  </a:lnTo>
                  <a:lnTo>
                    <a:pt x="3374092" y="751606"/>
                  </a:lnTo>
                  <a:cubicBezTo>
                    <a:pt x="3364462" y="747688"/>
                    <a:pt x="3354945" y="743433"/>
                    <a:pt x="3344980" y="740409"/>
                  </a:cubicBezTo>
                  <a:lnTo>
                    <a:pt x="3226627" y="700772"/>
                  </a:lnTo>
                  <a:cubicBezTo>
                    <a:pt x="3067405" y="652849"/>
                    <a:pt x="2902697" y="625192"/>
                    <a:pt x="2735750" y="614667"/>
                  </a:cubicBezTo>
                  <a:cubicBezTo>
                    <a:pt x="2714811" y="613435"/>
                    <a:pt x="2694209" y="610860"/>
                    <a:pt x="2673158" y="610412"/>
                  </a:cubicBezTo>
                  <a:lnTo>
                    <a:pt x="2610119" y="609628"/>
                  </a:lnTo>
                  <a:lnTo>
                    <a:pt x="2547080" y="608620"/>
                  </a:lnTo>
                  <a:cubicBezTo>
                    <a:pt x="2536443" y="608173"/>
                    <a:pt x="2526365" y="608397"/>
                    <a:pt x="2516400" y="608844"/>
                  </a:cubicBezTo>
                  <a:lnTo>
                    <a:pt x="2486280" y="609740"/>
                  </a:lnTo>
                  <a:cubicBezTo>
                    <a:pt x="2466125" y="609852"/>
                    <a:pt x="2446307" y="611868"/>
                    <a:pt x="2426376" y="613099"/>
                  </a:cubicBezTo>
                  <a:cubicBezTo>
                    <a:pt x="2406333" y="613995"/>
                    <a:pt x="2386627" y="616458"/>
                    <a:pt x="2366920" y="618474"/>
                  </a:cubicBezTo>
                  <a:cubicBezTo>
                    <a:pt x="2357066" y="619482"/>
                    <a:pt x="2347101" y="620153"/>
                    <a:pt x="2337248" y="621497"/>
                  </a:cubicBezTo>
                  <a:lnTo>
                    <a:pt x="2307800" y="625528"/>
                  </a:lnTo>
                  <a:lnTo>
                    <a:pt x="2278351" y="629559"/>
                  </a:lnTo>
                  <a:lnTo>
                    <a:pt x="2249127" y="634710"/>
                  </a:lnTo>
                  <a:cubicBezTo>
                    <a:pt x="2093377" y="661918"/>
                    <a:pt x="1942329" y="710849"/>
                    <a:pt x="1796096" y="781726"/>
                  </a:cubicBezTo>
                  <a:cubicBezTo>
                    <a:pt x="1649751" y="852268"/>
                    <a:pt x="1508892" y="944307"/>
                    <a:pt x="1370833" y="1048663"/>
                  </a:cubicBezTo>
                  <a:cubicBezTo>
                    <a:pt x="1232774" y="1153244"/>
                    <a:pt x="1097290" y="1269917"/>
                    <a:pt x="959790" y="1390844"/>
                  </a:cubicBezTo>
                  <a:lnTo>
                    <a:pt x="749062" y="1577611"/>
                  </a:lnTo>
                  <a:cubicBezTo>
                    <a:pt x="674602" y="1642329"/>
                    <a:pt x="599806" y="1704137"/>
                    <a:pt x="524786" y="1763145"/>
                  </a:cubicBezTo>
                  <a:cubicBezTo>
                    <a:pt x="374858" y="1881498"/>
                    <a:pt x="223810" y="1987422"/>
                    <a:pt x="84071" y="2098496"/>
                  </a:cubicBezTo>
                  <a:lnTo>
                    <a:pt x="0" y="2168094"/>
                  </a:lnTo>
                  <a:lnTo>
                    <a:pt x="0" y="1576676"/>
                  </a:lnTo>
                  <a:lnTo>
                    <a:pt x="174655" y="1387597"/>
                  </a:lnTo>
                  <a:cubicBezTo>
                    <a:pt x="238926" y="1320079"/>
                    <a:pt x="302749" y="1254577"/>
                    <a:pt x="363661" y="1188626"/>
                  </a:cubicBezTo>
                  <a:lnTo>
                    <a:pt x="458052" y="1086397"/>
                  </a:lnTo>
                  <a:cubicBezTo>
                    <a:pt x="490635" y="1051351"/>
                    <a:pt x="523666" y="1016416"/>
                    <a:pt x="557257" y="981593"/>
                  </a:cubicBezTo>
                  <a:cubicBezTo>
                    <a:pt x="691510" y="842414"/>
                    <a:pt x="835055" y="705699"/>
                    <a:pt x="994165" y="578389"/>
                  </a:cubicBezTo>
                  <a:cubicBezTo>
                    <a:pt x="1152939" y="451190"/>
                    <a:pt x="1328060" y="333398"/>
                    <a:pt x="1520873" y="237215"/>
                  </a:cubicBezTo>
                  <a:cubicBezTo>
                    <a:pt x="1713238" y="141033"/>
                    <a:pt x="1924302" y="68028"/>
                    <a:pt x="2141748" y="31190"/>
                  </a:cubicBezTo>
                  <a:lnTo>
                    <a:pt x="2182505" y="24360"/>
                  </a:lnTo>
                  <a:cubicBezTo>
                    <a:pt x="2196165" y="22344"/>
                    <a:pt x="2209826" y="20665"/>
                    <a:pt x="2223374" y="18873"/>
                  </a:cubicBezTo>
                  <a:lnTo>
                    <a:pt x="2264355" y="13611"/>
                  </a:lnTo>
                  <a:cubicBezTo>
                    <a:pt x="2278015" y="11931"/>
                    <a:pt x="2291676" y="10924"/>
                    <a:pt x="2305336" y="9580"/>
                  </a:cubicBezTo>
                  <a:cubicBezTo>
                    <a:pt x="2332657" y="7229"/>
                    <a:pt x="2360090" y="4653"/>
                    <a:pt x="2387410" y="3645"/>
                  </a:cubicBezTo>
                  <a:cubicBezTo>
                    <a:pt x="2414731" y="2414"/>
                    <a:pt x="2442164" y="510"/>
                    <a:pt x="2469373" y="622"/>
                  </a:cubicBezTo>
                  <a:close/>
                </a:path>
              </a:pathLst>
            </a:custGeom>
            <a:gradFill>
              <a:gsLst>
                <a:gs pos="37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67C4629D-4AB7-48D4-A61B-1AE1837A78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646908" cy="6130481"/>
            </a:xfrm>
            <a:custGeom>
              <a:avLst/>
              <a:gdLst>
                <a:gd name="connsiteX0" fmla="*/ 2616837 w 5646908"/>
                <a:gd name="connsiteY0" fmla="*/ 0 h 6130481"/>
                <a:gd name="connsiteX1" fmla="*/ 4918721 w 5646908"/>
                <a:gd name="connsiteY1" fmla="*/ 1134258 h 6130481"/>
                <a:gd name="connsiteX2" fmla="*/ 5539036 w 5646908"/>
                <a:gd name="connsiteY2" fmla="*/ 3362353 h 6130481"/>
                <a:gd name="connsiteX3" fmla="*/ 4712024 w 5646908"/>
                <a:gd name="connsiteY3" fmla="*/ 5293280 h 6130481"/>
                <a:gd name="connsiteX4" fmla="*/ 2547864 w 5646908"/>
                <a:gd name="connsiteY4" fmla="*/ 6130481 h 6130481"/>
                <a:gd name="connsiteX5" fmla="*/ 263223 w 5646908"/>
                <a:gd name="connsiteY5" fmla="*/ 5212325 h 6130481"/>
                <a:gd name="connsiteX6" fmla="*/ 49974 w 5646908"/>
                <a:gd name="connsiteY6" fmla="*/ 4985345 h 6130481"/>
                <a:gd name="connsiteX7" fmla="*/ 0 w 5646908"/>
                <a:gd name="connsiteY7" fmla="*/ 4920618 h 6130481"/>
                <a:gd name="connsiteX8" fmla="*/ 0 w 5646908"/>
                <a:gd name="connsiteY8" fmla="*/ 3760303 h 6130481"/>
                <a:gd name="connsiteX9" fmla="*/ 80488 w 5646908"/>
                <a:gd name="connsiteY9" fmla="*/ 3974159 h 6130481"/>
                <a:gd name="connsiteX10" fmla="*/ 664748 w 5646908"/>
                <a:gd name="connsiteY10" fmla="*/ 4813600 h 6130481"/>
                <a:gd name="connsiteX11" fmla="*/ 2548087 w 5646908"/>
                <a:gd name="connsiteY11" fmla="*/ 5570406 h 6130481"/>
                <a:gd name="connsiteX12" fmla="*/ 3536561 w 5646908"/>
                <a:gd name="connsiteY12" fmla="*/ 5407153 h 6130481"/>
                <a:gd name="connsiteX13" fmla="*/ 4308035 w 5646908"/>
                <a:gd name="connsiteY13" fmla="*/ 4897241 h 6130481"/>
                <a:gd name="connsiteX14" fmla="*/ 4569038 w 5646908"/>
                <a:gd name="connsiteY14" fmla="*/ 4564802 h 6130481"/>
                <a:gd name="connsiteX15" fmla="*/ 4699147 w 5646908"/>
                <a:gd name="connsiteY15" fmla="*/ 4149952 h 6130481"/>
                <a:gd name="connsiteX16" fmla="*/ 5003034 w 5646908"/>
                <a:gd name="connsiteY16" fmla="*/ 3168421 h 6130481"/>
                <a:gd name="connsiteX17" fmla="*/ 4994189 w 5646908"/>
                <a:gd name="connsiteY17" fmla="*/ 2321590 h 6130481"/>
                <a:gd name="connsiteX18" fmla="*/ 4487860 w 5646908"/>
                <a:gd name="connsiteY18" fmla="*/ 1501856 h 6130481"/>
                <a:gd name="connsiteX19" fmla="*/ 3640469 w 5646908"/>
                <a:gd name="connsiteY19" fmla="*/ 808425 h 6130481"/>
                <a:gd name="connsiteX20" fmla="*/ 2616837 w 5646908"/>
                <a:gd name="connsiteY20" fmla="*/ 559851 h 6130481"/>
                <a:gd name="connsiteX21" fmla="*/ 1762952 w 5646908"/>
                <a:gd name="connsiteY21" fmla="*/ 812008 h 6130481"/>
                <a:gd name="connsiteX22" fmla="*/ 939635 w 5646908"/>
                <a:gd name="connsiteY22" fmla="*/ 1502976 h 6130481"/>
                <a:gd name="connsiteX23" fmla="*/ 585250 w 5646908"/>
                <a:gd name="connsiteY23" fmla="*/ 1831049 h 6130481"/>
                <a:gd name="connsiteX24" fmla="*/ 40403 w 5646908"/>
                <a:gd name="connsiteY24" fmla="*/ 2389556 h 6130481"/>
                <a:gd name="connsiteX25" fmla="*/ 0 w 5646908"/>
                <a:gd name="connsiteY25" fmla="*/ 2456747 h 6130481"/>
                <a:gd name="connsiteX26" fmla="*/ 0 w 5646908"/>
                <a:gd name="connsiteY26" fmla="*/ 1601114 h 6130481"/>
                <a:gd name="connsiteX27" fmla="*/ 93200 w 5646908"/>
                <a:gd name="connsiteY27" fmla="*/ 1513741 h 6130481"/>
                <a:gd name="connsiteX28" fmla="*/ 535423 w 5646908"/>
                <a:gd name="connsiteY28" fmla="*/ 1107273 h 6130481"/>
                <a:gd name="connsiteX29" fmla="*/ 2616837 w 5646908"/>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646908" h="6130481">
                  <a:moveTo>
                    <a:pt x="2616837" y="0"/>
                  </a:moveTo>
                  <a:cubicBezTo>
                    <a:pt x="3596241" y="0"/>
                    <a:pt x="4322479" y="463445"/>
                    <a:pt x="4918721" y="1134258"/>
                  </a:cubicBezTo>
                  <a:cubicBezTo>
                    <a:pt x="5416317" y="1694109"/>
                    <a:pt x="5857703" y="2516643"/>
                    <a:pt x="5539036" y="3362353"/>
                  </a:cubicBezTo>
                  <a:cubicBezTo>
                    <a:pt x="5111758" y="4496612"/>
                    <a:pt x="5300763" y="4716633"/>
                    <a:pt x="4712024" y="5293280"/>
                  </a:cubicBezTo>
                  <a:cubicBezTo>
                    <a:pt x="4123284" y="5869926"/>
                    <a:pt x="3446201" y="6130481"/>
                    <a:pt x="2547864" y="6130481"/>
                  </a:cubicBezTo>
                  <a:cubicBezTo>
                    <a:pt x="1657476" y="6130481"/>
                    <a:pt x="850619" y="5780127"/>
                    <a:pt x="263223" y="5212325"/>
                  </a:cubicBezTo>
                  <a:cubicBezTo>
                    <a:pt x="188497" y="5140091"/>
                    <a:pt x="117321" y="5064339"/>
                    <a:pt x="49974" y="4985345"/>
                  </a:cubicBezTo>
                  <a:lnTo>
                    <a:pt x="0" y="4920618"/>
                  </a:lnTo>
                  <a:lnTo>
                    <a:pt x="0" y="3760303"/>
                  </a:lnTo>
                  <a:lnTo>
                    <a:pt x="80488" y="3974159"/>
                  </a:lnTo>
                  <a:cubicBezTo>
                    <a:pt x="217875" y="4289243"/>
                    <a:pt x="414383" y="4571632"/>
                    <a:pt x="664748" y="4813600"/>
                  </a:cubicBezTo>
                  <a:cubicBezTo>
                    <a:pt x="1169734" y="5301566"/>
                    <a:pt x="1838644" y="5570406"/>
                    <a:pt x="2548087" y="5570406"/>
                  </a:cubicBezTo>
                  <a:cubicBezTo>
                    <a:pt x="2928786" y="5570406"/>
                    <a:pt x="3252156" y="5516996"/>
                    <a:pt x="3536561" y="5407153"/>
                  </a:cubicBezTo>
                  <a:cubicBezTo>
                    <a:pt x="3815366" y="5299438"/>
                    <a:pt x="4067747" y="5132603"/>
                    <a:pt x="4308035" y="4897241"/>
                  </a:cubicBezTo>
                  <a:cubicBezTo>
                    <a:pt x="4475095" y="4733653"/>
                    <a:pt x="4533767" y="4637358"/>
                    <a:pt x="4569038" y="4564802"/>
                  </a:cubicBezTo>
                  <a:cubicBezTo>
                    <a:pt x="4619313" y="4461453"/>
                    <a:pt x="4652792" y="4330784"/>
                    <a:pt x="4699147" y="4149952"/>
                  </a:cubicBezTo>
                  <a:cubicBezTo>
                    <a:pt x="4758491" y="3918846"/>
                    <a:pt x="4839558" y="3602194"/>
                    <a:pt x="5003034" y="3168421"/>
                  </a:cubicBezTo>
                  <a:cubicBezTo>
                    <a:pt x="5103024" y="2902940"/>
                    <a:pt x="5100112" y="2626037"/>
                    <a:pt x="4994189" y="2321590"/>
                  </a:cubicBezTo>
                  <a:cubicBezTo>
                    <a:pt x="4900470" y="2052526"/>
                    <a:pt x="4725460" y="1769129"/>
                    <a:pt x="4487860" y="1501856"/>
                  </a:cubicBezTo>
                  <a:cubicBezTo>
                    <a:pt x="4210285" y="1189683"/>
                    <a:pt x="3933047" y="962832"/>
                    <a:pt x="3640469" y="808425"/>
                  </a:cubicBezTo>
                  <a:cubicBezTo>
                    <a:pt x="3323369" y="641141"/>
                    <a:pt x="2988578" y="559851"/>
                    <a:pt x="2616837" y="559851"/>
                  </a:cubicBezTo>
                  <a:cubicBezTo>
                    <a:pt x="2315413" y="559851"/>
                    <a:pt x="2044110" y="640134"/>
                    <a:pt x="1762952" y="812008"/>
                  </a:cubicBezTo>
                  <a:cubicBezTo>
                    <a:pt x="1472838" y="989593"/>
                    <a:pt x="1197167" y="1250707"/>
                    <a:pt x="939635" y="1502976"/>
                  </a:cubicBezTo>
                  <a:cubicBezTo>
                    <a:pt x="819379" y="1620769"/>
                    <a:pt x="700355" y="1727700"/>
                    <a:pt x="585250" y="1831049"/>
                  </a:cubicBezTo>
                  <a:cubicBezTo>
                    <a:pt x="362317" y="2031140"/>
                    <a:pt x="169840" y="2204022"/>
                    <a:pt x="40403" y="2389556"/>
                  </a:cubicBezTo>
                  <a:lnTo>
                    <a:pt x="0" y="2456747"/>
                  </a:lnTo>
                  <a:lnTo>
                    <a:pt x="0" y="1601114"/>
                  </a:lnTo>
                  <a:lnTo>
                    <a:pt x="93200" y="1513741"/>
                  </a:lnTo>
                  <a:cubicBezTo>
                    <a:pt x="237107" y="1383294"/>
                    <a:pt x="388238" y="1251435"/>
                    <a:pt x="535423" y="1107273"/>
                  </a:cubicBezTo>
                  <a:cubicBezTo>
                    <a:pt x="1124050" y="530627"/>
                    <a:pt x="1718500" y="0"/>
                    <a:pt x="2616837" y="0"/>
                  </a:cubicBezTo>
                  <a:close/>
                </a:path>
              </a:pathLst>
            </a:custGeom>
            <a:gradFill>
              <a:gsLst>
                <a:gs pos="2000">
                  <a:schemeClr val="bg1">
                    <a:alpha val="10000"/>
                  </a:schemeClr>
                </a:gs>
                <a:gs pos="54000">
                  <a:schemeClr val="accent6">
                    <a:alpha val="10000"/>
                  </a:schemeClr>
                </a:gs>
                <a:gs pos="100000">
                  <a:schemeClr val="bg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D1E30050-9FC4-4CC7-8C0B-BF5EFD106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517522" cy="6130481"/>
            </a:xfrm>
            <a:custGeom>
              <a:avLst/>
              <a:gdLst>
                <a:gd name="connsiteX0" fmla="*/ 2549095 w 5517522"/>
                <a:gd name="connsiteY0" fmla="*/ 0 h 6130481"/>
                <a:gd name="connsiteX1" fmla="*/ 4804175 w 5517522"/>
                <a:gd name="connsiteY1" fmla="*/ 1134258 h 6130481"/>
                <a:gd name="connsiteX2" fmla="*/ 5411838 w 5517522"/>
                <a:gd name="connsiteY2" fmla="*/ 3362353 h 6130481"/>
                <a:gd name="connsiteX3" fmla="*/ 4601621 w 5517522"/>
                <a:gd name="connsiteY3" fmla="*/ 5293280 h 6130481"/>
                <a:gd name="connsiteX4" fmla="*/ 2481577 w 5517522"/>
                <a:gd name="connsiteY4" fmla="*/ 6130481 h 6130481"/>
                <a:gd name="connsiteX5" fmla="*/ 243517 w 5517522"/>
                <a:gd name="connsiteY5" fmla="*/ 5212325 h 6130481"/>
                <a:gd name="connsiteX6" fmla="*/ 34587 w 5517522"/>
                <a:gd name="connsiteY6" fmla="*/ 4985345 h 6130481"/>
                <a:gd name="connsiteX7" fmla="*/ 0 w 5517522"/>
                <a:gd name="connsiteY7" fmla="*/ 4939620 h 6130481"/>
                <a:gd name="connsiteX8" fmla="*/ 0 w 5517522"/>
                <a:gd name="connsiteY8" fmla="*/ 3335329 h 6130481"/>
                <a:gd name="connsiteX9" fmla="*/ 17141 w 5517522"/>
                <a:gd name="connsiteY9" fmla="*/ 3448738 h 6130481"/>
                <a:gd name="connsiteX10" fmla="*/ 167489 w 5517522"/>
                <a:gd name="connsiteY10" fmla="*/ 3930490 h 6130481"/>
                <a:gd name="connsiteX11" fmla="*/ 715471 w 5517522"/>
                <a:gd name="connsiteY11" fmla="*/ 4734212 h 6130481"/>
                <a:gd name="connsiteX12" fmla="*/ 2481689 w 5517522"/>
                <a:gd name="connsiteY12" fmla="*/ 5458772 h 6130481"/>
                <a:gd name="connsiteX13" fmla="*/ 4126644 w 5517522"/>
                <a:gd name="connsiteY13" fmla="*/ 4818302 h 6130481"/>
                <a:gd name="connsiteX14" fmla="*/ 4360437 w 5517522"/>
                <a:gd name="connsiteY14" fmla="*/ 4516766 h 6130481"/>
                <a:gd name="connsiteX15" fmla="*/ 4480357 w 5517522"/>
                <a:gd name="connsiteY15" fmla="*/ 4122855 h 6130481"/>
                <a:gd name="connsiteX16" fmla="*/ 4781557 w 5517522"/>
                <a:gd name="connsiteY16" fmla="*/ 3129791 h 6130481"/>
                <a:gd name="connsiteX17" fmla="*/ 4771928 w 5517522"/>
                <a:gd name="connsiteY17" fmla="*/ 2357869 h 6130481"/>
                <a:gd name="connsiteX18" fmla="*/ 4297510 w 5517522"/>
                <a:gd name="connsiteY18" fmla="*/ 1575533 h 6130481"/>
                <a:gd name="connsiteX19" fmla="*/ 3498715 w 5517522"/>
                <a:gd name="connsiteY19" fmla="*/ 907071 h 6130481"/>
                <a:gd name="connsiteX20" fmla="*/ 2549095 w 5517522"/>
                <a:gd name="connsiteY20" fmla="*/ 671821 h 6130481"/>
                <a:gd name="connsiteX21" fmla="*/ 985319 w 5517522"/>
                <a:gd name="connsiteY21" fmla="*/ 1582475 h 6130481"/>
                <a:gd name="connsiteX22" fmla="*/ 634628 w 5517522"/>
                <a:gd name="connsiteY22" fmla="*/ 1913907 h 6130481"/>
                <a:gd name="connsiteX23" fmla="*/ 117662 w 5517522"/>
                <a:gd name="connsiteY23" fmla="*/ 2453044 h 6130481"/>
                <a:gd name="connsiteX24" fmla="*/ 2515 w 5517522"/>
                <a:gd name="connsiteY24" fmla="*/ 2685494 h 6130481"/>
                <a:gd name="connsiteX25" fmla="*/ 0 w 5517522"/>
                <a:gd name="connsiteY25" fmla="*/ 2696965 h 6130481"/>
                <a:gd name="connsiteX26" fmla="*/ 0 w 5517522"/>
                <a:gd name="connsiteY26" fmla="*/ 1587383 h 6130481"/>
                <a:gd name="connsiteX27" fmla="*/ 76951 w 5517522"/>
                <a:gd name="connsiteY27" fmla="*/ 1513741 h 6130481"/>
                <a:gd name="connsiteX28" fmla="*/ 510118 w 5517522"/>
                <a:gd name="connsiteY28" fmla="*/ 1107273 h 6130481"/>
                <a:gd name="connsiteX29" fmla="*/ 2549095 w 5517522"/>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522" h="6130481">
                  <a:moveTo>
                    <a:pt x="2549095" y="0"/>
                  </a:moveTo>
                  <a:cubicBezTo>
                    <a:pt x="3508568" y="0"/>
                    <a:pt x="4219915" y="463445"/>
                    <a:pt x="4804175" y="1134258"/>
                  </a:cubicBezTo>
                  <a:cubicBezTo>
                    <a:pt x="5291694" y="1694109"/>
                    <a:pt x="5724011"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335329"/>
                  </a:lnTo>
                  <a:lnTo>
                    <a:pt x="17141" y="3448738"/>
                  </a:lnTo>
                  <a:cubicBezTo>
                    <a:pt x="50676" y="3613558"/>
                    <a:pt x="100867" y="3774516"/>
                    <a:pt x="167489" y="3930490"/>
                  </a:cubicBezTo>
                  <a:cubicBezTo>
                    <a:pt x="296255" y="4232138"/>
                    <a:pt x="480670" y="4502546"/>
                    <a:pt x="715471" y="4734212"/>
                  </a:cubicBezTo>
                  <a:cubicBezTo>
                    <a:pt x="1188993" y="5201464"/>
                    <a:pt x="1816250" y="5458772"/>
                    <a:pt x="2481689" y="5458772"/>
                  </a:cubicBezTo>
                  <a:cubicBezTo>
                    <a:pt x="3185758" y="5458772"/>
                    <a:pt x="3677755" y="5267191"/>
                    <a:pt x="4126644" y="4818302"/>
                  </a:cubicBezTo>
                  <a:cubicBezTo>
                    <a:pt x="4278363" y="4666583"/>
                    <a:pt x="4329982" y="4580701"/>
                    <a:pt x="4360437" y="4516766"/>
                  </a:cubicBezTo>
                  <a:cubicBezTo>
                    <a:pt x="4404890" y="4423495"/>
                    <a:pt x="4436577" y="4297417"/>
                    <a:pt x="4480357" y="4122855"/>
                  </a:cubicBezTo>
                  <a:cubicBezTo>
                    <a:pt x="4539030" y="3889285"/>
                    <a:pt x="4619425" y="3569275"/>
                    <a:pt x="4781557" y="3129791"/>
                  </a:cubicBezTo>
                  <a:cubicBezTo>
                    <a:pt x="4870238" y="2889503"/>
                    <a:pt x="4867103" y="2637010"/>
                    <a:pt x="4771928" y="2357869"/>
                  </a:cubicBezTo>
                  <a:cubicBezTo>
                    <a:pt x="4684815" y="2102465"/>
                    <a:pt x="4520779" y="1831945"/>
                    <a:pt x="4297510" y="1575533"/>
                  </a:cubicBezTo>
                  <a:cubicBezTo>
                    <a:pt x="4034492" y="1273549"/>
                    <a:pt x="3773266" y="1054983"/>
                    <a:pt x="3498715" y="907071"/>
                  </a:cubicBezTo>
                  <a:cubicBezTo>
                    <a:pt x="3204905" y="748745"/>
                    <a:pt x="2894187" y="671821"/>
                    <a:pt x="2549095" y="671821"/>
                  </a:cubicBezTo>
                  <a:cubicBezTo>
                    <a:pt x="1942553" y="671821"/>
                    <a:pt x="1518298" y="1049273"/>
                    <a:pt x="985319" y="1582475"/>
                  </a:cubicBezTo>
                  <a:cubicBezTo>
                    <a:pt x="865735" y="1702059"/>
                    <a:pt x="748278" y="1809774"/>
                    <a:pt x="634628" y="1913907"/>
                  </a:cubicBezTo>
                  <a:cubicBezTo>
                    <a:pt x="421325" y="2109407"/>
                    <a:pt x="237134" y="2278146"/>
                    <a:pt x="117662" y="2453044"/>
                  </a:cubicBezTo>
                  <a:cubicBezTo>
                    <a:pt x="64756" y="2530415"/>
                    <a:pt x="27022" y="2605799"/>
                    <a:pt x="2515" y="2685494"/>
                  </a:cubicBezTo>
                  <a:lnTo>
                    <a:pt x="0" y="2696965"/>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E7E03733-50FD-49A6-B226-40F6A0AD45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76241"/>
              <a:ext cx="5517475" cy="6130481"/>
            </a:xfrm>
            <a:custGeom>
              <a:avLst/>
              <a:gdLst>
                <a:gd name="connsiteX0" fmla="*/ 2549095 w 5517475"/>
                <a:gd name="connsiteY0" fmla="*/ 0 h 6130481"/>
                <a:gd name="connsiteX1" fmla="*/ 4804175 w 5517475"/>
                <a:gd name="connsiteY1" fmla="*/ 1134258 h 6130481"/>
                <a:gd name="connsiteX2" fmla="*/ 5411838 w 5517475"/>
                <a:gd name="connsiteY2" fmla="*/ 3362353 h 6130481"/>
                <a:gd name="connsiteX3" fmla="*/ 4601621 w 5517475"/>
                <a:gd name="connsiteY3" fmla="*/ 5293280 h 6130481"/>
                <a:gd name="connsiteX4" fmla="*/ 2481577 w 5517475"/>
                <a:gd name="connsiteY4" fmla="*/ 6130481 h 6130481"/>
                <a:gd name="connsiteX5" fmla="*/ 243517 w 5517475"/>
                <a:gd name="connsiteY5" fmla="*/ 5212325 h 6130481"/>
                <a:gd name="connsiteX6" fmla="*/ 34587 w 5517475"/>
                <a:gd name="connsiteY6" fmla="*/ 4985345 h 6130481"/>
                <a:gd name="connsiteX7" fmla="*/ 0 w 5517475"/>
                <a:gd name="connsiteY7" fmla="*/ 4939620 h 6130481"/>
                <a:gd name="connsiteX8" fmla="*/ 0 w 5517475"/>
                <a:gd name="connsiteY8" fmla="*/ 3799573 h 6130481"/>
                <a:gd name="connsiteX9" fmla="*/ 64364 w 5517475"/>
                <a:gd name="connsiteY9" fmla="*/ 3974159 h 6130481"/>
                <a:gd name="connsiteX10" fmla="*/ 636644 w 5517475"/>
                <a:gd name="connsiteY10" fmla="*/ 4813600 h 6130481"/>
                <a:gd name="connsiteX11" fmla="*/ 2481577 w 5517475"/>
                <a:gd name="connsiteY11" fmla="*/ 5570406 h 6130481"/>
                <a:gd name="connsiteX12" fmla="*/ 3449896 w 5517475"/>
                <a:gd name="connsiteY12" fmla="*/ 5407153 h 6130481"/>
                <a:gd name="connsiteX13" fmla="*/ 4205695 w 5517475"/>
                <a:gd name="connsiteY13" fmla="*/ 4897241 h 6130481"/>
                <a:gd name="connsiteX14" fmla="*/ 4461434 w 5517475"/>
                <a:gd name="connsiteY14" fmla="*/ 4564802 h 6130481"/>
                <a:gd name="connsiteX15" fmla="*/ 4588969 w 5517475"/>
                <a:gd name="connsiteY15" fmla="*/ 4149952 h 6130481"/>
                <a:gd name="connsiteX16" fmla="*/ 4886585 w 5517475"/>
                <a:gd name="connsiteY16" fmla="*/ 3168421 h 6130481"/>
                <a:gd name="connsiteX17" fmla="*/ 4877964 w 5517475"/>
                <a:gd name="connsiteY17" fmla="*/ 2321590 h 6130481"/>
                <a:gd name="connsiteX18" fmla="*/ 4382048 w 5517475"/>
                <a:gd name="connsiteY18" fmla="*/ 1501856 h 6130481"/>
                <a:gd name="connsiteX19" fmla="*/ 3551900 w 5517475"/>
                <a:gd name="connsiteY19" fmla="*/ 808425 h 6130481"/>
                <a:gd name="connsiteX20" fmla="*/ 2549095 w 5517475"/>
                <a:gd name="connsiteY20" fmla="*/ 559851 h 6130481"/>
                <a:gd name="connsiteX21" fmla="*/ 1712566 w 5517475"/>
                <a:gd name="connsiteY21" fmla="*/ 812008 h 6130481"/>
                <a:gd name="connsiteX22" fmla="*/ 906044 w 5517475"/>
                <a:gd name="connsiteY22" fmla="*/ 1502976 h 6130481"/>
                <a:gd name="connsiteX23" fmla="*/ 558825 w 5517475"/>
                <a:gd name="connsiteY23" fmla="*/ 1831049 h 6130481"/>
                <a:gd name="connsiteX24" fmla="*/ 25063 w 5517475"/>
                <a:gd name="connsiteY24" fmla="*/ 2389556 h 6130481"/>
                <a:gd name="connsiteX25" fmla="*/ 0 w 5517475"/>
                <a:gd name="connsiteY25" fmla="*/ 2432109 h 6130481"/>
                <a:gd name="connsiteX26" fmla="*/ 0 w 5517475"/>
                <a:gd name="connsiteY26" fmla="*/ 1587383 h 6130481"/>
                <a:gd name="connsiteX27" fmla="*/ 76951 w 5517475"/>
                <a:gd name="connsiteY27" fmla="*/ 1513741 h 6130481"/>
                <a:gd name="connsiteX28" fmla="*/ 510118 w 5517475"/>
                <a:gd name="connsiteY28" fmla="*/ 1107273 h 6130481"/>
                <a:gd name="connsiteX29" fmla="*/ 2549095 w 5517475"/>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475" h="6130481">
                  <a:moveTo>
                    <a:pt x="2549095" y="0"/>
                  </a:moveTo>
                  <a:cubicBezTo>
                    <a:pt x="3508568" y="0"/>
                    <a:pt x="4219915" y="463445"/>
                    <a:pt x="4804175" y="1134258"/>
                  </a:cubicBezTo>
                  <a:cubicBezTo>
                    <a:pt x="5291694" y="1694109"/>
                    <a:pt x="5723899"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799573"/>
                  </a:lnTo>
                  <a:lnTo>
                    <a:pt x="64364" y="3974159"/>
                  </a:lnTo>
                  <a:cubicBezTo>
                    <a:pt x="198841" y="4289243"/>
                    <a:pt x="391429" y="4571632"/>
                    <a:pt x="636644" y="4813600"/>
                  </a:cubicBezTo>
                  <a:cubicBezTo>
                    <a:pt x="1131328" y="5301566"/>
                    <a:pt x="1786578" y="5570406"/>
                    <a:pt x="2481577" y="5570406"/>
                  </a:cubicBezTo>
                  <a:cubicBezTo>
                    <a:pt x="2854550" y="5570406"/>
                    <a:pt x="3171314" y="5516996"/>
                    <a:pt x="3449896" y="5407153"/>
                  </a:cubicBezTo>
                  <a:cubicBezTo>
                    <a:pt x="3723103" y="5299438"/>
                    <a:pt x="3970333" y="5132603"/>
                    <a:pt x="4205695" y="4897241"/>
                  </a:cubicBezTo>
                  <a:cubicBezTo>
                    <a:pt x="4369395" y="4733653"/>
                    <a:pt x="4426836" y="4637358"/>
                    <a:pt x="4461434" y="4564802"/>
                  </a:cubicBezTo>
                  <a:cubicBezTo>
                    <a:pt x="4510701" y="4461453"/>
                    <a:pt x="4543509" y="4330784"/>
                    <a:pt x="4588969" y="4149952"/>
                  </a:cubicBezTo>
                  <a:cubicBezTo>
                    <a:pt x="4646969" y="3918846"/>
                    <a:pt x="4726468" y="3602194"/>
                    <a:pt x="4886585" y="3168421"/>
                  </a:cubicBezTo>
                  <a:cubicBezTo>
                    <a:pt x="4984560" y="2902940"/>
                    <a:pt x="4981760" y="2626037"/>
                    <a:pt x="4877964" y="2321590"/>
                  </a:cubicBezTo>
                  <a:cubicBezTo>
                    <a:pt x="4786260" y="2052526"/>
                    <a:pt x="4614834" y="1769129"/>
                    <a:pt x="4382048" y="1501856"/>
                  </a:cubicBezTo>
                  <a:cubicBezTo>
                    <a:pt x="4110072" y="1189683"/>
                    <a:pt x="3838544" y="962832"/>
                    <a:pt x="3551900" y="808425"/>
                  </a:cubicBezTo>
                  <a:cubicBezTo>
                    <a:pt x="3241183" y="641141"/>
                    <a:pt x="2913222" y="559851"/>
                    <a:pt x="2549095" y="559851"/>
                  </a:cubicBezTo>
                  <a:cubicBezTo>
                    <a:pt x="2253830" y="559851"/>
                    <a:pt x="1988013" y="640134"/>
                    <a:pt x="1712566" y="812008"/>
                  </a:cubicBezTo>
                  <a:cubicBezTo>
                    <a:pt x="1428385" y="989593"/>
                    <a:pt x="1158313" y="1250707"/>
                    <a:pt x="906044" y="1502976"/>
                  </a:cubicBezTo>
                  <a:cubicBezTo>
                    <a:pt x="788140" y="1620769"/>
                    <a:pt x="671579" y="1727700"/>
                    <a:pt x="558825" y="1831049"/>
                  </a:cubicBezTo>
                  <a:cubicBezTo>
                    <a:pt x="340371" y="2031140"/>
                    <a:pt x="151813" y="2204022"/>
                    <a:pt x="25063" y="2389556"/>
                  </a:cubicBezTo>
                  <a:lnTo>
                    <a:pt x="0" y="2432109"/>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8A614510-A9F4-41B6-B78E-F49E390C7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0"/>
              <a:ext cx="5646974" cy="6483075"/>
            </a:xfrm>
            <a:custGeom>
              <a:avLst/>
              <a:gdLst>
                <a:gd name="connsiteX0" fmla="*/ 2405773 w 5646974"/>
                <a:gd name="connsiteY0" fmla="*/ 0 h 6483075"/>
                <a:gd name="connsiteX1" fmla="*/ 5646974 w 5646974"/>
                <a:gd name="connsiteY1" fmla="*/ 3241538 h 6483075"/>
                <a:gd name="connsiteX2" fmla="*/ 2405773 w 5646974"/>
                <a:gd name="connsiteY2" fmla="*/ 6483075 h 6483075"/>
                <a:gd name="connsiteX3" fmla="*/ 113897 w 5646974"/>
                <a:gd name="connsiteY3" fmla="*/ 5533666 h 6483075"/>
                <a:gd name="connsiteX4" fmla="*/ 0 w 5646974"/>
                <a:gd name="connsiteY4" fmla="*/ 5408336 h 6483075"/>
                <a:gd name="connsiteX5" fmla="*/ 0 w 5646974"/>
                <a:gd name="connsiteY5" fmla="*/ 4983659 h 6483075"/>
                <a:gd name="connsiteX6" fmla="*/ 155731 w 5646974"/>
                <a:gd name="connsiteY6" fmla="*/ 5176047 h 6483075"/>
                <a:gd name="connsiteX7" fmla="*/ 1093706 w 5646974"/>
                <a:gd name="connsiteY7" fmla="*/ 5866903 h 6483075"/>
                <a:gd name="connsiteX8" fmla="*/ 1639673 w 5646974"/>
                <a:gd name="connsiteY8" fmla="*/ 6059940 h 6483075"/>
                <a:gd name="connsiteX9" fmla="*/ 1709990 w 5646974"/>
                <a:gd name="connsiteY9" fmla="*/ 6076287 h 6483075"/>
                <a:gd name="connsiteX10" fmla="*/ 1780307 w 5646974"/>
                <a:gd name="connsiteY10" fmla="*/ 6091963 h 6483075"/>
                <a:gd name="connsiteX11" fmla="*/ 1851072 w 5646974"/>
                <a:gd name="connsiteY11" fmla="*/ 6105176 h 6483075"/>
                <a:gd name="connsiteX12" fmla="*/ 1886455 w 5646974"/>
                <a:gd name="connsiteY12" fmla="*/ 6111782 h 6483075"/>
                <a:gd name="connsiteX13" fmla="*/ 1921949 w 5646974"/>
                <a:gd name="connsiteY13" fmla="*/ 6117716 h 6483075"/>
                <a:gd name="connsiteX14" fmla="*/ 2064152 w 5646974"/>
                <a:gd name="connsiteY14" fmla="*/ 6137647 h 6483075"/>
                <a:gd name="connsiteX15" fmla="*/ 2206914 w 5646974"/>
                <a:gd name="connsiteY15" fmla="*/ 6151195 h 6483075"/>
                <a:gd name="connsiteX16" fmla="*/ 2350011 w 5646974"/>
                <a:gd name="connsiteY16" fmla="*/ 6158250 h 6483075"/>
                <a:gd name="connsiteX17" fmla="*/ 2493109 w 5646974"/>
                <a:gd name="connsiteY17" fmla="*/ 6159705 h 6483075"/>
                <a:gd name="connsiteX18" fmla="*/ 2781321 w 5646974"/>
                <a:gd name="connsiteY18" fmla="*/ 6147277 h 6483075"/>
                <a:gd name="connsiteX19" fmla="*/ 3345091 w 5646974"/>
                <a:gd name="connsiteY19" fmla="*/ 6060276 h 6483075"/>
                <a:gd name="connsiteX20" fmla="*/ 3878853 w 5646974"/>
                <a:gd name="connsiteY20" fmla="*/ 5871718 h 6483075"/>
                <a:gd name="connsiteX21" fmla="*/ 4367267 w 5646974"/>
                <a:gd name="connsiteY21" fmla="*/ 5573093 h 6483075"/>
                <a:gd name="connsiteX22" fmla="*/ 4424484 w 5646974"/>
                <a:gd name="connsiteY22" fmla="*/ 5528529 h 6483075"/>
                <a:gd name="connsiteX23" fmla="*/ 4481252 w 5646974"/>
                <a:gd name="connsiteY23" fmla="*/ 5483069 h 6483075"/>
                <a:gd name="connsiteX24" fmla="*/ 4536790 w 5646974"/>
                <a:gd name="connsiteY24" fmla="*/ 5435818 h 6483075"/>
                <a:gd name="connsiteX25" fmla="*/ 4591543 w 5646974"/>
                <a:gd name="connsiteY25" fmla="*/ 5387671 h 6483075"/>
                <a:gd name="connsiteX26" fmla="*/ 4794209 w 5646974"/>
                <a:gd name="connsiteY26" fmla="*/ 5181198 h 6483075"/>
                <a:gd name="connsiteX27" fmla="*/ 4956678 w 5646974"/>
                <a:gd name="connsiteY27" fmla="*/ 4945836 h 6483075"/>
                <a:gd name="connsiteX28" fmla="*/ 4989262 w 5646974"/>
                <a:gd name="connsiteY28" fmla="*/ 4881453 h 6483075"/>
                <a:gd name="connsiteX29" fmla="*/ 5017814 w 5646974"/>
                <a:gd name="connsiteY29" fmla="*/ 4814607 h 6483075"/>
                <a:gd name="connsiteX30" fmla="*/ 5044127 w 5646974"/>
                <a:gd name="connsiteY30" fmla="*/ 4746193 h 6483075"/>
                <a:gd name="connsiteX31" fmla="*/ 5068425 w 5646974"/>
                <a:gd name="connsiteY31" fmla="*/ 4676436 h 6483075"/>
                <a:gd name="connsiteX32" fmla="*/ 5154641 w 5646974"/>
                <a:gd name="connsiteY32" fmla="*/ 4390352 h 6483075"/>
                <a:gd name="connsiteX33" fmla="*/ 5196854 w 5646974"/>
                <a:gd name="connsiteY33" fmla="*/ 4246134 h 6483075"/>
                <a:gd name="connsiteX34" fmla="*/ 5240299 w 5646974"/>
                <a:gd name="connsiteY34" fmla="*/ 4102140 h 6483075"/>
                <a:gd name="connsiteX35" fmla="*/ 5432440 w 5646974"/>
                <a:gd name="connsiteY35" fmla="*/ 3532884 h 6483075"/>
                <a:gd name="connsiteX36" fmla="*/ 5528846 w 5646974"/>
                <a:gd name="connsiteY36" fmla="*/ 2951647 h 6483075"/>
                <a:gd name="connsiteX37" fmla="*/ 5495927 w 5646974"/>
                <a:gd name="connsiteY37" fmla="*/ 2658733 h 6483075"/>
                <a:gd name="connsiteX38" fmla="*/ 5480027 w 5646974"/>
                <a:gd name="connsiteY38" fmla="*/ 2586848 h 6483075"/>
                <a:gd name="connsiteX39" fmla="*/ 5461328 w 5646974"/>
                <a:gd name="connsiteY39" fmla="*/ 2515635 h 6483075"/>
                <a:gd name="connsiteX40" fmla="*/ 5439605 w 5646974"/>
                <a:gd name="connsiteY40" fmla="*/ 2445317 h 6483075"/>
                <a:gd name="connsiteX41" fmla="*/ 5415532 w 5646974"/>
                <a:gd name="connsiteY41" fmla="*/ 2375896 h 6483075"/>
                <a:gd name="connsiteX42" fmla="*/ 5144564 w 5646974"/>
                <a:gd name="connsiteY42" fmla="*/ 1857138 h 6483075"/>
                <a:gd name="connsiteX43" fmla="*/ 4774838 w 5646974"/>
                <a:gd name="connsiteY43" fmla="*/ 1405450 h 6483075"/>
                <a:gd name="connsiteX44" fmla="*/ 4345769 w 5646974"/>
                <a:gd name="connsiteY44" fmla="*/ 1012323 h 6483075"/>
                <a:gd name="connsiteX45" fmla="*/ 4115334 w 5646974"/>
                <a:gd name="connsiteY45" fmla="*/ 841344 h 6483075"/>
                <a:gd name="connsiteX46" fmla="*/ 3874038 w 5646974"/>
                <a:gd name="connsiteY46" fmla="*/ 691528 h 6483075"/>
                <a:gd name="connsiteX47" fmla="*/ 3359535 w 5646974"/>
                <a:gd name="connsiteY47" fmla="*/ 468819 h 6483075"/>
                <a:gd name="connsiteX48" fmla="*/ 2811105 w 5646974"/>
                <a:gd name="connsiteY48" fmla="*/ 366031 h 6483075"/>
                <a:gd name="connsiteX49" fmla="*/ 2741124 w 5646974"/>
                <a:gd name="connsiteY49" fmla="*/ 361440 h 6483075"/>
                <a:gd name="connsiteX50" fmla="*/ 2671030 w 5646974"/>
                <a:gd name="connsiteY50" fmla="*/ 358417 h 6483075"/>
                <a:gd name="connsiteX51" fmla="*/ 2600713 w 5646974"/>
                <a:gd name="connsiteY51" fmla="*/ 357521 h 6483075"/>
                <a:gd name="connsiteX52" fmla="*/ 2531739 w 5646974"/>
                <a:gd name="connsiteY52" fmla="*/ 358529 h 6483075"/>
                <a:gd name="connsiteX53" fmla="*/ 2259988 w 5646974"/>
                <a:gd name="connsiteY53" fmla="*/ 385289 h 6483075"/>
                <a:gd name="connsiteX54" fmla="*/ 1740670 w 5646974"/>
                <a:gd name="connsiteY54" fmla="*/ 553917 h 6483075"/>
                <a:gd name="connsiteX55" fmla="*/ 1264124 w 5646974"/>
                <a:gd name="connsiteY55" fmla="*/ 853549 h 6483075"/>
                <a:gd name="connsiteX56" fmla="*/ 823074 w 5646974"/>
                <a:gd name="connsiteY56" fmla="*/ 1234136 h 6483075"/>
                <a:gd name="connsiteX57" fmla="*/ 715694 w 5646974"/>
                <a:gd name="connsiteY57" fmla="*/ 1336252 h 6483075"/>
                <a:gd name="connsiteX58" fmla="*/ 606859 w 5646974"/>
                <a:gd name="connsiteY58" fmla="*/ 1440945 h 6483075"/>
                <a:gd name="connsiteX59" fmla="*/ 382023 w 5646974"/>
                <a:gd name="connsiteY59" fmla="*/ 1646074 h 6483075"/>
                <a:gd name="connsiteX60" fmla="*/ 158531 w 5646974"/>
                <a:gd name="connsiteY60" fmla="*/ 1843813 h 6483075"/>
                <a:gd name="connsiteX61" fmla="*/ 0 w 5646974"/>
                <a:gd name="connsiteY61" fmla="*/ 1991775 h 6483075"/>
                <a:gd name="connsiteX62" fmla="*/ 0 w 5646974"/>
                <a:gd name="connsiteY62" fmla="*/ 1074740 h 6483075"/>
                <a:gd name="connsiteX63" fmla="*/ 113897 w 5646974"/>
                <a:gd name="connsiteY63" fmla="*/ 949410 h 6483075"/>
                <a:gd name="connsiteX64" fmla="*/ 2405773 w 5646974"/>
                <a:gd name="connsiteY64" fmla="*/ 0 h 64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646974" h="6483075">
                  <a:moveTo>
                    <a:pt x="2405773" y="0"/>
                  </a:moveTo>
                  <a:cubicBezTo>
                    <a:pt x="4195841" y="0"/>
                    <a:pt x="5646974" y="1451246"/>
                    <a:pt x="5646974" y="3241538"/>
                  </a:cubicBezTo>
                  <a:cubicBezTo>
                    <a:pt x="5646974" y="5031830"/>
                    <a:pt x="4195841" y="6483075"/>
                    <a:pt x="2405773" y="6483075"/>
                  </a:cubicBezTo>
                  <a:cubicBezTo>
                    <a:pt x="1510739" y="6483075"/>
                    <a:pt x="700439" y="6120264"/>
                    <a:pt x="113897" y="5533666"/>
                  </a:cubicBezTo>
                  <a:lnTo>
                    <a:pt x="0" y="5408336"/>
                  </a:lnTo>
                  <a:lnTo>
                    <a:pt x="0" y="4983659"/>
                  </a:lnTo>
                  <a:lnTo>
                    <a:pt x="155731" y="5176047"/>
                  </a:lnTo>
                  <a:cubicBezTo>
                    <a:pt x="417742" y="5469073"/>
                    <a:pt x="741224" y="5704211"/>
                    <a:pt x="1093706" y="5866903"/>
                  </a:cubicBezTo>
                  <a:cubicBezTo>
                    <a:pt x="1269947" y="5948418"/>
                    <a:pt x="1453018" y="6013137"/>
                    <a:pt x="1639673" y="6059940"/>
                  </a:cubicBezTo>
                  <a:lnTo>
                    <a:pt x="1709990" y="6076287"/>
                  </a:lnTo>
                  <a:cubicBezTo>
                    <a:pt x="1733504" y="6081550"/>
                    <a:pt x="1756570" y="6088156"/>
                    <a:pt x="1780307" y="6091963"/>
                  </a:cubicBezTo>
                  <a:lnTo>
                    <a:pt x="1851072" y="6105176"/>
                  </a:lnTo>
                  <a:lnTo>
                    <a:pt x="1886455" y="6111782"/>
                  </a:lnTo>
                  <a:cubicBezTo>
                    <a:pt x="1898212" y="6114021"/>
                    <a:pt x="1909969" y="6116373"/>
                    <a:pt x="1921949" y="6117716"/>
                  </a:cubicBezTo>
                  <a:cubicBezTo>
                    <a:pt x="1969425" y="6124323"/>
                    <a:pt x="2016676" y="6131489"/>
                    <a:pt x="2064152" y="6137647"/>
                  </a:cubicBezTo>
                  <a:cubicBezTo>
                    <a:pt x="2111851" y="6141790"/>
                    <a:pt x="2159438" y="6146381"/>
                    <a:pt x="2206914" y="6151195"/>
                  </a:cubicBezTo>
                  <a:lnTo>
                    <a:pt x="2350011" y="6158250"/>
                  </a:lnTo>
                  <a:cubicBezTo>
                    <a:pt x="2397711" y="6159593"/>
                    <a:pt x="2445410" y="6159146"/>
                    <a:pt x="2493109" y="6159705"/>
                  </a:cubicBezTo>
                  <a:cubicBezTo>
                    <a:pt x="2589068" y="6158137"/>
                    <a:pt x="2685922" y="6154666"/>
                    <a:pt x="2781321" y="6147277"/>
                  </a:cubicBezTo>
                  <a:cubicBezTo>
                    <a:pt x="2972566" y="6132944"/>
                    <a:pt x="3161348" y="6105288"/>
                    <a:pt x="3345091" y="6060276"/>
                  </a:cubicBezTo>
                  <a:cubicBezTo>
                    <a:pt x="3528834" y="6015375"/>
                    <a:pt x="3707539" y="5952785"/>
                    <a:pt x="3878853" y="5871718"/>
                  </a:cubicBezTo>
                  <a:cubicBezTo>
                    <a:pt x="4050167" y="5790428"/>
                    <a:pt x="4213084" y="5689318"/>
                    <a:pt x="4367267" y="5573093"/>
                  </a:cubicBezTo>
                  <a:lnTo>
                    <a:pt x="4424484" y="5528529"/>
                  </a:lnTo>
                  <a:cubicBezTo>
                    <a:pt x="4443631" y="5513637"/>
                    <a:pt x="4463113" y="5499193"/>
                    <a:pt x="4481252" y="5483069"/>
                  </a:cubicBezTo>
                  <a:lnTo>
                    <a:pt x="4536790" y="5435818"/>
                  </a:lnTo>
                  <a:cubicBezTo>
                    <a:pt x="4555265" y="5419918"/>
                    <a:pt x="4574188" y="5404466"/>
                    <a:pt x="4591543" y="5387671"/>
                  </a:cubicBezTo>
                  <a:cubicBezTo>
                    <a:pt x="4662980" y="5321944"/>
                    <a:pt x="4733074" y="5254650"/>
                    <a:pt x="4794209" y="5181198"/>
                  </a:cubicBezTo>
                  <a:cubicBezTo>
                    <a:pt x="4857808" y="5109089"/>
                    <a:pt x="4910434" y="5029926"/>
                    <a:pt x="4956678" y="4945836"/>
                  </a:cubicBezTo>
                  <a:cubicBezTo>
                    <a:pt x="4967651" y="4924450"/>
                    <a:pt x="4978624" y="4903064"/>
                    <a:pt x="4989262" y="4881453"/>
                  </a:cubicBezTo>
                  <a:lnTo>
                    <a:pt x="5017814" y="4814607"/>
                  </a:lnTo>
                  <a:cubicBezTo>
                    <a:pt x="5027891" y="4792549"/>
                    <a:pt x="5035393" y="4769035"/>
                    <a:pt x="5044127" y="4746193"/>
                  </a:cubicBezTo>
                  <a:cubicBezTo>
                    <a:pt x="5052636" y="4723128"/>
                    <a:pt x="5061146" y="4700174"/>
                    <a:pt x="5068425" y="4676436"/>
                  </a:cubicBezTo>
                  <a:cubicBezTo>
                    <a:pt x="5099552" y="4582717"/>
                    <a:pt x="5126985" y="4486422"/>
                    <a:pt x="5154641" y="4390352"/>
                  </a:cubicBezTo>
                  <a:lnTo>
                    <a:pt x="5196854" y="4246134"/>
                  </a:lnTo>
                  <a:lnTo>
                    <a:pt x="5240299" y="4102140"/>
                  </a:lnTo>
                  <a:cubicBezTo>
                    <a:pt x="5299195" y="3910560"/>
                    <a:pt x="5364697" y="3721330"/>
                    <a:pt x="5432440" y="3532884"/>
                  </a:cubicBezTo>
                  <a:cubicBezTo>
                    <a:pt x="5500294" y="3346902"/>
                    <a:pt x="5533549" y="3148714"/>
                    <a:pt x="5528846" y="2951647"/>
                  </a:cubicBezTo>
                  <a:cubicBezTo>
                    <a:pt x="5526831" y="2853113"/>
                    <a:pt x="5515409" y="2755027"/>
                    <a:pt x="5495927" y="2658733"/>
                  </a:cubicBezTo>
                  <a:cubicBezTo>
                    <a:pt x="5491112" y="2634659"/>
                    <a:pt x="5486297" y="2610585"/>
                    <a:pt x="5480027" y="2586848"/>
                  </a:cubicBezTo>
                  <a:cubicBezTo>
                    <a:pt x="5474205" y="2562998"/>
                    <a:pt x="5468718" y="2539036"/>
                    <a:pt x="5461328" y="2515635"/>
                  </a:cubicBezTo>
                  <a:cubicBezTo>
                    <a:pt x="5454386" y="2492009"/>
                    <a:pt x="5447668" y="2468495"/>
                    <a:pt x="5439605" y="2445317"/>
                  </a:cubicBezTo>
                  <a:cubicBezTo>
                    <a:pt x="5431879" y="2422028"/>
                    <a:pt x="5424378" y="2398738"/>
                    <a:pt x="5415532" y="2375896"/>
                  </a:cubicBezTo>
                  <a:cubicBezTo>
                    <a:pt x="5347790" y="2191817"/>
                    <a:pt x="5254071" y="2018599"/>
                    <a:pt x="5144564" y="1857138"/>
                  </a:cubicBezTo>
                  <a:cubicBezTo>
                    <a:pt x="5034946" y="1695565"/>
                    <a:pt x="4909762" y="1545301"/>
                    <a:pt x="4774838" y="1405450"/>
                  </a:cubicBezTo>
                  <a:cubicBezTo>
                    <a:pt x="4638907" y="1265040"/>
                    <a:pt x="4496145" y="1132131"/>
                    <a:pt x="4345769" y="1012323"/>
                  </a:cubicBezTo>
                  <a:cubicBezTo>
                    <a:pt x="4270749" y="952195"/>
                    <a:pt x="4194273" y="894642"/>
                    <a:pt x="4115334" y="841344"/>
                  </a:cubicBezTo>
                  <a:cubicBezTo>
                    <a:pt x="4037067" y="787263"/>
                    <a:pt x="3956336" y="737548"/>
                    <a:pt x="3874038" y="691528"/>
                  </a:cubicBezTo>
                  <a:cubicBezTo>
                    <a:pt x="3709554" y="599712"/>
                    <a:pt x="3537792" y="523349"/>
                    <a:pt x="3359535" y="468819"/>
                  </a:cubicBezTo>
                  <a:cubicBezTo>
                    <a:pt x="3181278" y="414514"/>
                    <a:pt x="2997311" y="380699"/>
                    <a:pt x="2811105" y="366031"/>
                  </a:cubicBezTo>
                  <a:cubicBezTo>
                    <a:pt x="2787703" y="364575"/>
                    <a:pt x="2764525" y="362448"/>
                    <a:pt x="2741124" y="361440"/>
                  </a:cubicBezTo>
                  <a:lnTo>
                    <a:pt x="2671030" y="358417"/>
                  </a:lnTo>
                  <a:lnTo>
                    <a:pt x="2600713" y="357521"/>
                  </a:lnTo>
                  <a:cubicBezTo>
                    <a:pt x="2577087" y="356961"/>
                    <a:pt x="2554805" y="358305"/>
                    <a:pt x="2531739" y="358529"/>
                  </a:cubicBezTo>
                  <a:cubicBezTo>
                    <a:pt x="2440259" y="360992"/>
                    <a:pt x="2349564" y="370285"/>
                    <a:pt x="2259988" y="385289"/>
                  </a:cubicBezTo>
                  <a:cubicBezTo>
                    <a:pt x="2080723" y="415521"/>
                    <a:pt x="1906945" y="473634"/>
                    <a:pt x="1740670" y="553917"/>
                  </a:cubicBezTo>
                  <a:cubicBezTo>
                    <a:pt x="1574506" y="634647"/>
                    <a:pt x="1415844" y="737100"/>
                    <a:pt x="1264124" y="853549"/>
                  </a:cubicBezTo>
                  <a:cubicBezTo>
                    <a:pt x="1112181" y="969886"/>
                    <a:pt x="966508" y="1099212"/>
                    <a:pt x="823074" y="1234136"/>
                  </a:cubicBezTo>
                  <a:cubicBezTo>
                    <a:pt x="787131" y="1267951"/>
                    <a:pt x="751413" y="1301990"/>
                    <a:pt x="715694" y="1336252"/>
                  </a:cubicBezTo>
                  <a:lnTo>
                    <a:pt x="606859" y="1440945"/>
                  </a:lnTo>
                  <a:cubicBezTo>
                    <a:pt x="532623" y="1511374"/>
                    <a:pt x="457267" y="1579452"/>
                    <a:pt x="382023" y="1646074"/>
                  </a:cubicBezTo>
                  <a:lnTo>
                    <a:pt x="158531" y="1843813"/>
                  </a:lnTo>
                  <a:lnTo>
                    <a:pt x="0" y="1991775"/>
                  </a:lnTo>
                  <a:lnTo>
                    <a:pt x="0" y="1074740"/>
                  </a:lnTo>
                  <a:lnTo>
                    <a:pt x="113897" y="949410"/>
                  </a:lnTo>
                  <a:cubicBezTo>
                    <a:pt x="700439" y="362812"/>
                    <a:pt x="1510739" y="0"/>
                    <a:pt x="2405773" y="0"/>
                  </a:cubicBezTo>
                  <a:close/>
                </a:path>
              </a:pathLst>
            </a:custGeom>
            <a:gradFill>
              <a:gsLst>
                <a:gs pos="2000">
                  <a:schemeClr val="bg1">
                    <a:alpha val="10000"/>
                  </a:schemeClr>
                </a:gs>
                <a:gs pos="16000">
                  <a:schemeClr val="accent6">
                    <a:alpha val="10000"/>
                  </a:schemeClr>
                </a:gs>
                <a:gs pos="100000">
                  <a:schemeClr val="bg1">
                    <a:alpha val="10000"/>
                  </a:schemeClr>
                </a:gs>
                <a:gs pos="74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201CE0C7-A050-5A60-106E-1C29B51A25C3}"/>
              </a:ext>
            </a:extLst>
          </p:cNvPr>
          <p:cNvSpPr>
            <a:spLocks noGrp="1"/>
          </p:cNvSpPr>
          <p:nvPr>
            <p:ph type="title"/>
          </p:nvPr>
        </p:nvSpPr>
        <p:spPr>
          <a:xfrm>
            <a:off x="804672" y="2053641"/>
            <a:ext cx="3669161" cy="2760098"/>
          </a:xfrm>
        </p:spPr>
        <p:txBody>
          <a:bodyPr>
            <a:normAutofit/>
          </a:bodyPr>
          <a:lstStyle/>
          <a:p>
            <a:r>
              <a:rPr lang="en-US" sz="4000">
                <a:solidFill>
                  <a:schemeClr val="tx2"/>
                </a:solidFill>
              </a:rPr>
              <a:t>Course Content</a:t>
            </a:r>
          </a:p>
        </p:txBody>
      </p:sp>
      <p:sp>
        <p:nvSpPr>
          <p:cNvPr id="3" name="Content Placeholder 2">
            <a:extLst>
              <a:ext uri="{FF2B5EF4-FFF2-40B4-BE49-F238E27FC236}">
                <a16:creationId xmlns:a16="http://schemas.microsoft.com/office/drawing/2014/main" id="{4555C698-DF01-9482-9895-1928106FCC49}"/>
              </a:ext>
            </a:extLst>
          </p:cNvPr>
          <p:cNvSpPr>
            <a:spLocks noGrp="1"/>
          </p:cNvSpPr>
          <p:nvPr>
            <p:ph idx="1"/>
          </p:nvPr>
        </p:nvSpPr>
        <p:spPr>
          <a:xfrm>
            <a:off x="5749683" y="370114"/>
            <a:ext cx="6170173" cy="6335486"/>
          </a:xfrm>
          <a:noFill/>
          <a:ln>
            <a:noFill/>
          </a:ln>
        </p:spPr>
        <p:txBody>
          <a:bodyPr anchor="ctr">
            <a:normAutofit/>
          </a:bodyPr>
          <a:lstStyle/>
          <a:p>
            <a:r>
              <a:rPr lang="en-US" sz="2000" dirty="0">
                <a:solidFill>
                  <a:schemeClr val="tx2"/>
                </a:solidFill>
              </a:rPr>
              <a:t>The goal of this course is to walk you through the full process of developing research from initial idea to concrete research plan</a:t>
            </a:r>
          </a:p>
          <a:p>
            <a:pPr lvl="1"/>
            <a:r>
              <a:rPr lang="en-US" sz="2000" dirty="0">
                <a:solidFill>
                  <a:schemeClr val="tx2"/>
                </a:solidFill>
              </a:rPr>
              <a:t>How do you develop and refine research questions and hypotheses?</a:t>
            </a:r>
          </a:p>
          <a:p>
            <a:pPr lvl="1"/>
            <a:r>
              <a:rPr lang="en-US" sz="2000" dirty="0">
                <a:solidFill>
                  <a:schemeClr val="tx2"/>
                </a:solidFill>
              </a:rPr>
              <a:t>How do you determine what is already known?</a:t>
            </a:r>
          </a:p>
          <a:p>
            <a:pPr lvl="1"/>
            <a:r>
              <a:rPr lang="en-US" sz="2000" dirty="0">
                <a:solidFill>
                  <a:schemeClr val="tx2"/>
                </a:solidFill>
              </a:rPr>
              <a:t>How do you synthesize literature to support your research proposal?</a:t>
            </a:r>
          </a:p>
          <a:p>
            <a:pPr lvl="1"/>
            <a:r>
              <a:rPr lang="en-US" sz="2000" dirty="0">
                <a:solidFill>
                  <a:schemeClr val="tx2"/>
                </a:solidFill>
              </a:rPr>
              <a:t>How do you determine the data and analytic requirements for a given research question?</a:t>
            </a:r>
          </a:p>
          <a:p>
            <a:pPr lvl="1"/>
            <a:r>
              <a:rPr lang="en-US" sz="2000" dirty="0">
                <a:solidFill>
                  <a:schemeClr val="tx2"/>
                </a:solidFill>
              </a:rPr>
              <a:t>How do you evaluate and explain different research design choices?</a:t>
            </a:r>
          </a:p>
          <a:p>
            <a:r>
              <a:rPr lang="en-US" sz="2000" dirty="0">
                <a:solidFill>
                  <a:schemeClr val="tx2"/>
                </a:solidFill>
              </a:rPr>
              <a:t>To accomplish this, we will discuss not only research basics like writing, ethics, and literature searching but also specifics of common research designs relevant to analytics</a:t>
            </a:r>
          </a:p>
          <a:p>
            <a:r>
              <a:rPr lang="en-US" sz="2000" dirty="0">
                <a:solidFill>
                  <a:schemeClr val="tx2"/>
                </a:solidFill>
              </a:rPr>
              <a:t>Unlike other analytics courses, this course is a writing intensive course with no coding, but a lot of reading, thinking, writing, and revising.</a:t>
            </a:r>
          </a:p>
        </p:txBody>
      </p:sp>
    </p:spTree>
    <p:extLst>
      <p:ext uri="{BB962C8B-B14F-4D97-AF65-F5344CB8AC3E}">
        <p14:creationId xmlns:p14="http://schemas.microsoft.com/office/powerpoint/2010/main" val="4093820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89C5E17-24D0-4696-A3C5-A2261FB455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929B58F-2358-44CC-ACE5-EF1BD3C6C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8BA4AB3A-EC32-5923-49A6-98118C3F8576}"/>
              </a:ext>
            </a:extLst>
          </p:cNvPr>
          <p:cNvSpPr>
            <a:spLocks noGrp="1"/>
          </p:cNvSpPr>
          <p:nvPr>
            <p:ph type="title"/>
          </p:nvPr>
        </p:nvSpPr>
        <p:spPr>
          <a:xfrm>
            <a:off x="804672" y="1243013"/>
            <a:ext cx="3855720" cy="4371974"/>
          </a:xfrm>
        </p:spPr>
        <p:txBody>
          <a:bodyPr>
            <a:normAutofit/>
          </a:bodyPr>
          <a:lstStyle/>
          <a:p>
            <a:r>
              <a:rPr lang="en-US" sz="3600">
                <a:solidFill>
                  <a:schemeClr val="tx2"/>
                </a:solidFill>
              </a:rPr>
              <a:t>Course Structure</a:t>
            </a:r>
          </a:p>
        </p:txBody>
      </p:sp>
      <p:grpSp>
        <p:nvGrpSpPr>
          <p:cNvPr id="12" name="Group 11">
            <a:extLst>
              <a:ext uri="{FF2B5EF4-FFF2-40B4-BE49-F238E27FC236}">
                <a16:creationId xmlns:a16="http://schemas.microsoft.com/office/drawing/2014/main" id="{09DA5303-A1AF-4830-806C-51FCD96188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897348" y="5285"/>
            <a:ext cx="7294653" cy="6858000"/>
            <a:chOff x="4897348" y="-5799"/>
            <a:chExt cx="7294653" cy="6858000"/>
          </a:xfrm>
        </p:grpSpPr>
        <p:sp>
          <p:nvSpPr>
            <p:cNvPr id="13" name="Freeform: Shape 12">
              <a:extLst>
                <a:ext uri="{FF2B5EF4-FFF2-40B4-BE49-F238E27FC236}">
                  <a16:creationId xmlns:a16="http://schemas.microsoft.com/office/drawing/2014/main" id="{4FAAA8C8-4EB7-45F1-BF24-3EF0F4DC4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7348" y="-5798"/>
              <a:ext cx="7294652" cy="6857999"/>
            </a:xfrm>
            <a:custGeom>
              <a:avLst/>
              <a:gdLst>
                <a:gd name="connsiteX0" fmla="*/ 7294652 w 7294652"/>
                <a:gd name="connsiteY0" fmla="*/ 6063030 h 6857999"/>
                <a:gd name="connsiteX1" fmla="*/ 7294652 w 7294652"/>
                <a:gd name="connsiteY1" fmla="*/ 6857999 h 6857999"/>
                <a:gd name="connsiteX2" fmla="*/ 6248575 w 7294652"/>
                <a:gd name="connsiteY2" fmla="*/ 6857999 h 6857999"/>
                <a:gd name="connsiteX3" fmla="*/ 6477898 w 7294652"/>
                <a:gd name="connsiteY3" fmla="*/ 6700973 h 6857999"/>
                <a:gd name="connsiteX4" fmla="*/ 6647884 w 7294652"/>
                <a:gd name="connsiteY4" fmla="*/ 6572752 h 6857999"/>
                <a:gd name="connsiteX5" fmla="*/ 6817698 w 7294652"/>
                <a:gd name="connsiteY5" fmla="*/ 6440235 h 6857999"/>
                <a:gd name="connsiteX6" fmla="*/ 7161451 w 7294652"/>
                <a:gd name="connsiteY6" fmla="*/ 6165232 h 6857999"/>
                <a:gd name="connsiteX7" fmla="*/ 1673436 w 7294652"/>
                <a:gd name="connsiteY7" fmla="*/ 0 h 6857999"/>
                <a:gd name="connsiteX8" fmla="*/ 2394951 w 7294652"/>
                <a:gd name="connsiteY8" fmla="*/ 0 h 6857999"/>
                <a:gd name="connsiteX9" fmla="*/ 2244659 w 7294652"/>
                <a:gd name="connsiteY9" fmla="*/ 100763 h 6857999"/>
                <a:gd name="connsiteX10" fmla="*/ 1743903 w 7294652"/>
                <a:gd name="connsiteY10" fmla="*/ 498975 h 6857999"/>
                <a:gd name="connsiteX11" fmla="*/ 1163821 w 7294652"/>
                <a:gd name="connsiteY11" fmla="*/ 1121514 h 6857999"/>
                <a:gd name="connsiteX12" fmla="*/ 704911 w 7294652"/>
                <a:gd name="connsiteY12" fmla="*/ 1837036 h 6857999"/>
                <a:gd name="connsiteX13" fmla="*/ 393472 w 7294652"/>
                <a:gd name="connsiteY13" fmla="*/ 2627669 h 6857999"/>
                <a:gd name="connsiteX14" fmla="*/ 280032 w 7294652"/>
                <a:gd name="connsiteY14" fmla="*/ 3472097 h 6857999"/>
                <a:gd name="connsiteX15" fmla="*/ 327813 w 7294652"/>
                <a:gd name="connsiteY15" fmla="*/ 3884602 h 6857999"/>
                <a:gd name="connsiteX16" fmla="*/ 469096 w 7294652"/>
                <a:gd name="connsiteY16" fmla="*/ 4270809 h 6857999"/>
                <a:gd name="connsiteX17" fmla="*/ 567581 w 7294652"/>
                <a:gd name="connsiteY17" fmla="*/ 4452482 h 6857999"/>
                <a:gd name="connsiteX18" fmla="*/ 680677 w 7294652"/>
                <a:gd name="connsiteY18" fmla="*/ 4628484 h 6857999"/>
                <a:gd name="connsiteX19" fmla="*/ 941928 w 7294652"/>
                <a:gd name="connsiteY19" fmla="*/ 4968628 h 6857999"/>
                <a:gd name="connsiteX20" fmla="*/ 1224665 w 7294652"/>
                <a:gd name="connsiteY20" fmla="*/ 5311349 h 6857999"/>
                <a:gd name="connsiteX21" fmla="*/ 1365259 w 7294652"/>
                <a:gd name="connsiteY21" fmla="*/ 5490273 h 6857999"/>
                <a:gd name="connsiteX22" fmla="*/ 1432808 w 7294652"/>
                <a:gd name="connsiteY22" fmla="*/ 5577931 h 6857999"/>
                <a:gd name="connsiteX23" fmla="*/ 1498980 w 7294652"/>
                <a:gd name="connsiteY23" fmla="*/ 5662148 h 6857999"/>
                <a:gd name="connsiteX24" fmla="*/ 2067548 w 7294652"/>
                <a:gd name="connsiteY24" fmla="*/ 6283312 h 6857999"/>
                <a:gd name="connsiteX25" fmla="*/ 2369879 w 7294652"/>
                <a:gd name="connsiteY25" fmla="*/ 6562782 h 6857999"/>
                <a:gd name="connsiteX26" fmla="*/ 2686645 w 7294652"/>
                <a:gd name="connsiteY26" fmla="*/ 6820598 h 6857999"/>
                <a:gd name="connsiteX27" fmla="*/ 2738907 w 7294652"/>
                <a:gd name="connsiteY27" fmla="*/ 6857999 h 6857999"/>
                <a:gd name="connsiteX28" fmla="*/ 1731787 w 7294652"/>
                <a:gd name="connsiteY28" fmla="*/ 6857999 h 6857999"/>
                <a:gd name="connsiteX29" fmla="*/ 1607949 w 7294652"/>
                <a:gd name="connsiteY29" fmla="*/ 6732770 h 6857999"/>
                <a:gd name="connsiteX30" fmla="*/ 1309057 w 7294652"/>
                <a:gd name="connsiteY30" fmla="*/ 6370109 h 6857999"/>
                <a:gd name="connsiteX31" fmla="*/ 1048147 w 7294652"/>
                <a:gd name="connsiteY31" fmla="*/ 5986138 h 6857999"/>
                <a:gd name="connsiteX32" fmla="*/ 987131 w 7294652"/>
                <a:gd name="connsiteY32" fmla="*/ 5888512 h 6857999"/>
                <a:gd name="connsiteX33" fmla="*/ 928866 w 7294652"/>
                <a:gd name="connsiteY33" fmla="*/ 5793463 h 6857999"/>
                <a:gd name="connsiteX34" fmla="*/ 813708 w 7294652"/>
                <a:gd name="connsiteY34" fmla="*/ 5609556 h 6857999"/>
                <a:gd name="connsiteX35" fmla="*/ 574972 w 7294652"/>
                <a:gd name="connsiteY35" fmla="*/ 5231598 h 6857999"/>
                <a:gd name="connsiteX36" fmla="*/ 342424 w 7294652"/>
                <a:gd name="connsiteY36" fmla="*/ 4834048 h 6857999"/>
                <a:gd name="connsiteX37" fmla="*/ 237579 w 7294652"/>
                <a:gd name="connsiteY37" fmla="*/ 4623500 h 6857999"/>
                <a:gd name="connsiteX38" fmla="*/ 148373 w 7294652"/>
                <a:gd name="connsiteY38" fmla="*/ 4404356 h 6857999"/>
                <a:gd name="connsiteX39" fmla="*/ 79623 w 7294652"/>
                <a:gd name="connsiteY39" fmla="*/ 4175762 h 6857999"/>
                <a:gd name="connsiteX40" fmla="*/ 54185 w 7294652"/>
                <a:gd name="connsiteY40" fmla="*/ 4059229 h 6857999"/>
                <a:gd name="connsiteX41" fmla="*/ 43013 w 7294652"/>
                <a:gd name="connsiteY41" fmla="*/ 4000790 h 6857999"/>
                <a:gd name="connsiteX42" fmla="*/ 33734 w 7294652"/>
                <a:gd name="connsiteY42" fmla="*/ 3942180 h 6857999"/>
                <a:gd name="connsiteX43" fmla="*/ 45 w 7294652"/>
                <a:gd name="connsiteY43" fmla="*/ 3472097 h 6857999"/>
                <a:gd name="connsiteX44" fmla="*/ 95436 w 7294652"/>
                <a:gd name="connsiteY44" fmla="*/ 2557372 h 6857999"/>
                <a:gd name="connsiteX45" fmla="*/ 382126 w 7294652"/>
                <a:gd name="connsiteY45" fmla="*/ 1680799 h 6857999"/>
                <a:gd name="connsiteX46" fmla="*/ 1457043 w 7294652"/>
                <a:gd name="connsiteY46" fmla="*/ 19217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7294652" h="6857999">
                  <a:moveTo>
                    <a:pt x="7294652" y="6063030"/>
                  </a:moveTo>
                  <a:lnTo>
                    <a:pt x="7294652" y="6857999"/>
                  </a:lnTo>
                  <a:lnTo>
                    <a:pt x="6248575" y="6857999"/>
                  </a:lnTo>
                  <a:lnTo>
                    <a:pt x="6477898" y="6700973"/>
                  </a:lnTo>
                  <a:cubicBezTo>
                    <a:pt x="6534790" y="6659378"/>
                    <a:pt x="6591336" y="6616237"/>
                    <a:pt x="6647884" y="6572752"/>
                  </a:cubicBezTo>
                  <a:cubicBezTo>
                    <a:pt x="6704432" y="6529268"/>
                    <a:pt x="6761151" y="6485095"/>
                    <a:pt x="6817698" y="6440235"/>
                  </a:cubicBezTo>
                  <a:lnTo>
                    <a:pt x="7161451" y="6165232"/>
                  </a:lnTo>
                  <a:close/>
                  <a:moveTo>
                    <a:pt x="1673436" y="0"/>
                  </a:moveTo>
                  <a:lnTo>
                    <a:pt x="2394951" y="0"/>
                  </a:lnTo>
                  <a:lnTo>
                    <a:pt x="2244659" y="100763"/>
                  </a:lnTo>
                  <a:cubicBezTo>
                    <a:pt x="2071051" y="224086"/>
                    <a:pt x="1903860" y="356975"/>
                    <a:pt x="1743903" y="498975"/>
                  </a:cubicBezTo>
                  <a:cubicBezTo>
                    <a:pt x="1533218" y="689638"/>
                    <a:pt x="1339146" y="897902"/>
                    <a:pt x="1163821" y="1121514"/>
                  </a:cubicBezTo>
                  <a:cubicBezTo>
                    <a:pt x="988284" y="1344764"/>
                    <a:pt x="834608" y="1584376"/>
                    <a:pt x="704911" y="1837036"/>
                  </a:cubicBezTo>
                  <a:cubicBezTo>
                    <a:pt x="573950" y="2089059"/>
                    <a:pt x="469577" y="2354041"/>
                    <a:pt x="393472" y="2627669"/>
                  </a:cubicBezTo>
                  <a:cubicBezTo>
                    <a:pt x="318269" y="2902842"/>
                    <a:pt x="280119" y="3186833"/>
                    <a:pt x="280032" y="3472097"/>
                  </a:cubicBezTo>
                  <a:cubicBezTo>
                    <a:pt x="280349" y="3610956"/>
                    <a:pt x="296380" y="3749334"/>
                    <a:pt x="327813" y="3884602"/>
                  </a:cubicBezTo>
                  <a:cubicBezTo>
                    <a:pt x="360878" y="4018046"/>
                    <a:pt x="408244" y="4147540"/>
                    <a:pt x="469096" y="4270809"/>
                  </a:cubicBezTo>
                  <a:cubicBezTo>
                    <a:pt x="499175" y="4332511"/>
                    <a:pt x="532347" y="4393012"/>
                    <a:pt x="567581" y="4452482"/>
                  </a:cubicBezTo>
                  <a:cubicBezTo>
                    <a:pt x="602815" y="4511953"/>
                    <a:pt x="641144" y="4570562"/>
                    <a:pt x="680677" y="4628484"/>
                  </a:cubicBezTo>
                  <a:cubicBezTo>
                    <a:pt x="760771" y="4743985"/>
                    <a:pt x="849802" y="4856048"/>
                    <a:pt x="941928" y="4968628"/>
                  </a:cubicBezTo>
                  <a:cubicBezTo>
                    <a:pt x="1034055" y="5081206"/>
                    <a:pt x="1130994" y="5193958"/>
                    <a:pt x="1224665" y="5311349"/>
                  </a:cubicBezTo>
                  <a:cubicBezTo>
                    <a:pt x="1271987" y="5369787"/>
                    <a:pt x="1318853" y="5429429"/>
                    <a:pt x="1365259" y="5490273"/>
                  </a:cubicBezTo>
                  <a:lnTo>
                    <a:pt x="1432808" y="5577931"/>
                  </a:lnTo>
                  <a:cubicBezTo>
                    <a:pt x="1454979" y="5605947"/>
                    <a:pt x="1476121" y="5634821"/>
                    <a:pt x="1498980" y="5662148"/>
                  </a:cubicBezTo>
                  <a:cubicBezTo>
                    <a:pt x="1676323" y="5880038"/>
                    <a:pt x="1866158" y="6087441"/>
                    <a:pt x="2067548" y="6283312"/>
                  </a:cubicBezTo>
                  <a:cubicBezTo>
                    <a:pt x="2166203" y="6379907"/>
                    <a:pt x="2266974" y="6473064"/>
                    <a:pt x="2369879" y="6562782"/>
                  </a:cubicBezTo>
                  <a:cubicBezTo>
                    <a:pt x="2473005" y="6652331"/>
                    <a:pt x="2577677" y="6738957"/>
                    <a:pt x="2686645" y="6820598"/>
                  </a:cubicBezTo>
                  <a:lnTo>
                    <a:pt x="2738907" y="6857999"/>
                  </a:lnTo>
                  <a:lnTo>
                    <a:pt x="1731787" y="6857999"/>
                  </a:lnTo>
                  <a:lnTo>
                    <a:pt x="1607949" y="6732770"/>
                  </a:lnTo>
                  <a:cubicBezTo>
                    <a:pt x="1501232" y="6617903"/>
                    <a:pt x="1401421" y="6496799"/>
                    <a:pt x="1309057" y="6370109"/>
                  </a:cubicBezTo>
                  <a:cubicBezTo>
                    <a:pt x="1217103" y="6244469"/>
                    <a:pt x="1129618" y="6116590"/>
                    <a:pt x="1048147" y="5986138"/>
                  </a:cubicBezTo>
                  <a:cubicBezTo>
                    <a:pt x="1027179" y="5953825"/>
                    <a:pt x="1007414" y="5920996"/>
                    <a:pt x="987131" y="5888512"/>
                  </a:cubicBezTo>
                  <a:lnTo>
                    <a:pt x="928866" y="5793463"/>
                  </a:lnTo>
                  <a:cubicBezTo>
                    <a:pt x="891568" y="5732276"/>
                    <a:pt x="852725" y="5671260"/>
                    <a:pt x="813708" y="5609556"/>
                  </a:cubicBezTo>
                  <a:lnTo>
                    <a:pt x="574972" y="5231598"/>
                  </a:lnTo>
                  <a:cubicBezTo>
                    <a:pt x="495221" y="5103551"/>
                    <a:pt x="416158" y="4971549"/>
                    <a:pt x="342424" y="4834048"/>
                  </a:cubicBezTo>
                  <a:cubicBezTo>
                    <a:pt x="305641" y="4765298"/>
                    <a:pt x="270236" y="4695343"/>
                    <a:pt x="237579" y="4623500"/>
                  </a:cubicBezTo>
                  <a:cubicBezTo>
                    <a:pt x="204922" y="4551655"/>
                    <a:pt x="175187" y="4478607"/>
                    <a:pt x="148373" y="4404356"/>
                  </a:cubicBezTo>
                  <a:cubicBezTo>
                    <a:pt x="121561" y="4330107"/>
                    <a:pt x="99046" y="4252934"/>
                    <a:pt x="79623" y="4175762"/>
                  </a:cubicBezTo>
                  <a:cubicBezTo>
                    <a:pt x="70514" y="4136916"/>
                    <a:pt x="61577" y="4098245"/>
                    <a:pt x="54185" y="4059229"/>
                  </a:cubicBezTo>
                  <a:lnTo>
                    <a:pt x="43013" y="4000790"/>
                  </a:lnTo>
                  <a:lnTo>
                    <a:pt x="33734" y="3942180"/>
                  </a:lnTo>
                  <a:cubicBezTo>
                    <a:pt x="10461" y="3786581"/>
                    <a:pt x="-801" y="3629416"/>
                    <a:pt x="45" y="3472097"/>
                  </a:cubicBezTo>
                  <a:cubicBezTo>
                    <a:pt x="863" y="3164748"/>
                    <a:pt x="32824" y="2858275"/>
                    <a:pt x="95436" y="2557372"/>
                  </a:cubicBezTo>
                  <a:cubicBezTo>
                    <a:pt x="157549" y="2255281"/>
                    <a:pt x="253728" y="1961216"/>
                    <a:pt x="382126" y="1680799"/>
                  </a:cubicBezTo>
                  <a:cubicBezTo>
                    <a:pt x="639940" y="1120482"/>
                    <a:pt x="1015492" y="619117"/>
                    <a:pt x="1457043" y="192176"/>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A77FC097-E4F2-4A45-82E8-3808FA553C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0650" y="-5799"/>
              <a:ext cx="7291350" cy="6858000"/>
            </a:xfrm>
            <a:custGeom>
              <a:avLst/>
              <a:gdLst>
                <a:gd name="connsiteX0" fmla="*/ 7291350 w 7291350"/>
                <a:gd name="connsiteY0" fmla="*/ 5718699 h 6858000"/>
                <a:gd name="connsiteX1" fmla="*/ 7291350 w 7291350"/>
                <a:gd name="connsiteY1" fmla="*/ 6806115 h 6858000"/>
                <a:gd name="connsiteX2" fmla="*/ 7224124 w 7291350"/>
                <a:gd name="connsiteY2" fmla="*/ 6858000 h 6858000"/>
                <a:gd name="connsiteX3" fmla="*/ 5607142 w 7291350"/>
                <a:gd name="connsiteY3" fmla="*/ 6858000 h 6858000"/>
                <a:gd name="connsiteX4" fmla="*/ 5736072 w 7291350"/>
                <a:gd name="connsiteY4" fmla="*/ 6801170 h 6858000"/>
                <a:gd name="connsiteX5" fmla="*/ 6949826 w 7291350"/>
                <a:gd name="connsiteY5" fmla="*/ 5983707 h 6858000"/>
                <a:gd name="connsiteX6" fmla="*/ 7220703 w 7291350"/>
                <a:gd name="connsiteY6" fmla="*/ 5773675 h 6858000"/>
                <a:gd name="connsiteX7" fmla="*/ 7218419 w 7291350"/>
                <a:gd name="connsiteY7" fmla="*/ 0 h 6858000"/>
                <a:gd name="connsiteX8" fmla="*/ 7291350 w 7291350"/>
                <a:gd name="connsiteY8" fmla="*/ 0 h 6858000"/>
                <a:gd name="connsiteX9" fmla="*/ 7291350 w 7291350"/>
                <a:gd name="connsiteY9" fmla="*/ 50138 h 6858000"/>
                <a:gd name="connsiteX10" fmla="*/ 1797607 w 7291350"/>
                <a:gd name="connsiteY10" fmla="*/ 0 h 6858000"/>
                <a:gd name="connsiteX11" fmla="*/ 3385676 w 7291350"/>
                <a:gd name="connsiteY11" fmla="*/ 0 h 6858000"/>
                <a:gd name="connsiteX12" fmla="*/ 3360567 w 7291350"/>
                <a:gd name="connsiteY12" fmla="*/ 11552 h 6858000"/>
                <a:gd name="connsiteX13" fmla="*/ 2267395 w 7291350"/>
                <a:gd name="connsiteY13" fmla="*/ 725831 h 6858000"/>
                <a:gd name="connsiteX14" fmla="*/ 1234074 w 7291350"/>
                <a:gd name="connsiteY14" fmla="*/ 2007171 h 6858000"/>
                <a:gd name="connsiteX15" fmla="*/ 859383 w 7291350"/>
                <a:gd name="connsiteY15" fmla="*/ 3498372 h 6858000"/>
                <a:gd name="connsiteX16" fmla="*/ 1479513 w 7291350"/>
                <a:gd name="connsiteY16" fmla="*/ 4883182 h 6858000"/>
                <a:gd name="connsiteX17" fmla="*/ 1791985 w 7291350"/>
                <a:gd name="connsiteY17" fmla="*/ 5322671 h 6858000"/>
                <a:gd name="connsiteX18" fmla="*/ 3397295 w 7291350"/>
                <a:gd name="connsiteY18" fmla="*/ 6784567 h 6858000"/>
                <a:gd name="connsiteX19" fmla="*/ 3590446 w 7291350"/>
                <a:gd name="connsiteY19" fmla="*/ 6858000 h 6858000"/>
                <a:gd name="connsiteX20" fmla="*/ 1970757 w 7291350"/>
                <a:gd name="connsiteY20" fmla="*/ 6858000 h 6858000"/>
                <a:gd name="connsiteX21" fmla="*/ 1735872 w 7291350"/>
                <a:gd name="connsiteY21" fmla="*/ 6627685 h 6858000"/>
                <a:gd name="connsiteX22" fmla="*/ 1080932 w 7291350"/>
                <a:gd name="connsiteY22" fmla="*/ 5805127 h 6858000"/>
                <a:gd name="connsiteX23" fmla="*/ 0 w 7291350"/>
                <a:gd name="connsiteY23" fmla="*/ 3498372 h 6858000"/>
                <a:gd name="connsiteX24" fmla="*/ 1708174 w 7291350"/>
                <a:gd name="connsiteY24" fmla="*/ 7330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291350" h="6858000">
                  <a:moveTo>
                    <a:pt x="7291350" y="5718699"/>
                  </a:moveTo>
                  <a:lnTo>
                    <a:pt x="7291350" y="6806115"/>
                  </a:lnTo>
                  <a:lnTo>
                    <a:pt x="7224124" y="6858000"/>
                  </a:lnTo>
                  <a:lnTo>
                    <a:pt x="5607142" y="6858000"/>
                  </a:lnTo>
                  <a:lnTo>
                    <a:pt x="5736072" y="6801170"/>
                  </a:lnTo>
                  <a:cubicBezTo>
                    <a:pt x="6122313" y="6616106"/>
                    <a:pt x="6503069" y="6332805"/>
                    <a:pt x="6949826" y="5983707"/>
                  </a:cubicBezTo>
                  <a:cubicBezTo>
                    <a:pt x="7041094" y="5912378"/>
                    <a:pt x="7132358" y="5842426"/>
                    <a:pt x="7220703" y="5773675"/>
                  </a:cubicBezTo>
                  <a:close/>
                  <a:moveTo>
                    <a:pt x="7218419" y="0"/>
                  </a:moveTo>
                  <a:lnTo>
                    <a:pt x="7291350" y="0"/>
                  </a:lnTo>
                  <a:lnTo>
                    <a:pt x="7291350" y="50138"/>
                  </a:lnTo>
                  <a:close/>
                  <a:moveTo>
                    <a:pt x="1797607" y="0"/>
                  </a:moveTo>
                  <a:lnTo>
                    <a:pt x="3385676" y="0"/>
                  </a:lnTo>
                  <a:lnTo>
                    <a:pt x="3360567" y="11552"/>
                  </a:lnTo>
                  <a:cubicBezTo>
                    <a:pt x="2968013" y="202286"/>
                    <a:pt x="2600620" y="442170"/>
                    <a:pt x="2267395" y="725831"/>
                  </a:cubicBezTo>
                  <a:cubicBezTo>
                    <a:pt x="1824986" y="1104820"/>
                    <a:pt x="1477279" y="1536057"/>
                    <a:pt x="1234074" y="2007171"/>
                  </a:cubicBezTo>
                  <a:cubicBezTo>
                    <a:pt x="985368" y="2488770"/>
                    <a:pt x="859383" y="2990476"/>
                    <a:pt x="859383" y="3498372"/>
                  </a:cubicBezTo>
                  <a:cubicBezTo>
                    <a:pt x="859383" y="4010222"/>
                    <a:pt x="1060651" y="4308942"/>
                    <a:pt x="1479513" y="4883182"/>
                  </a:cubicBezTo>
                  <a:cubicBezTo>
                    <a:pt x="1580577" y="5021714"/>
                    <a:pt x="1685078" y="5164888"/>
                    <a:pt x="1791985" y="5322671"/>
                  </a:cubicBezTo>
                  <a:cubicBezTo>
                    <a:pt x="2283419" y="6046950"/>
                    <a:pt x="2796809" y="6521439"/>
                    <a:pt x="3397295" y="6784567"/>
                  </a:cubicBezTo>
                  <a:lnTo>
                    <a:pt x="3590446" y="6858000"/>
                  </a:lnTo>
                  <a:lnTo>
                    <a:pt x="1970757" y="6858000"/>
                  </a:lnTo>
                  <a:lnTo>
                    <a:pt x="1735872" y="6627685"/>
                  </a:lnTo>
                  <a:cubicBezTo>
                    <a:pt x="1502484" y="6382823"/>
                    <a:pt x="1285774" y="6107254"/>
                    <a:pt x="1080932" y="5805127"/>
                  </a:cubicBezTo>
                  <a:cubicBezTo>
                    <a:pt x="556365" y="5032027"/>
                    <a:pt x="0" y="4501616"/>
                    <a:pt x="0" y="3498372"/>
                  </a:cubicBezTo>
                  <a:cubicBezTo>
                    <a:pt x="0" y="2160829"/>
                    <a:pt x="685186" y="949872"/>
                    <a:pt x="1708174" y="7330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D0DF88B0-FA8A-47F5-8EAC-1880B1A51B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2894" y="-5799"/>
              <a:ext cx="7269107" cy="6858000"/>
            </a:xfrm>
            <a:custGeom>
              <a:avLst/>
              <a:gdLst>
                <a:gd name="connsiteX0" fmla="*/ 7269107 w 7269107"/>
                <a:gd name="connsiteY0" fmla="*/ 5518449 h 6858000"/>
                <a:gd name="connsiteX1" fmla="*/ 7269107 w 7269107"/>
                <a:gd name="connsiteY1" fmla="*/ 6823281 h 6858000"/>
                <a:gd name="connsiteX2" fmla="*/ 7224122 w 7269107"/>
                <a:gd name="connsiteY2" fmla="*/ 6858000 h 6858000"/>
                <a:gd name="connsiteX3" fmla="*/ 4927054 w 7269107"/>
                <a:gd name="connsiteY3" fmla="*/ 6858000 h 6858000"/>
                <a:gd name="connsiteX4" fmla="*/ 4982167 w 7269107"/>
                <a:gd name="connsiteY4" fmla="*/ 6852876 h 6858000"/>
                <a:gd name="connsiteX5" fmla="*/ 5743768 w 7269107"/>
                <a:gd name="connsiteY5" fmla="*/ 6606245 h 6858000"/>
                <a:gd name="connsiteX6" fmla="*/ 6843778 w 7269107"/>
                <a:gd name="connsiteY6" fmla="*/ 5848440 h 6858000"/>
                <a:gd name="connsiteX7" fmla="*/ 7115515 w 7269107"/>
                <a:gd name="connsiteY7" fmla="*/ 5637891 h 6858000"/>
                <a:gd name="connsiteX8" fmla="*/ 6870111 w 7269107"/>
                <a:gd name="connsiteY8" fmla="*/ 0 h 6858000"/>
                <a:gd name="connsiteX9" fmla="*/ 7269107 w 7269107"/>
                <a:gd name="connsiteY9" fmla="*/ 0 h 6858000"/>
                <a:gd name="connsiteX10" fmla="*/ 7269107 w 7269107"/>
                <a:gd name="connsiteY10" fmla="*/ 243137 h 6858000"/>
                <a:gd name="connsiteX11" fmla="*/ 7089989 w 7269107"/>
                <a:gd name="connsiteY11" fmla="*/ 119955 h 6858000"/>
                <a:gd name="connsiteX12" fmla="*/ 6952948 w 7269107"/>
                <a:gd name="connsiteY12" fmla="*/ 41521 h 6858000"/>
                <a:gd name="connsiteX13" fmla="*/ 1797606 w 7269107"/>
                <a:gd name="connsiteY13" fmla="*/ 0 h 6858000"/>
                <a:gd name="connsiteX14" fmla="*/ 3815328 w 7269107"/>
                <a:gd name="connsiteY14" fmla="*/ 0 h 6858000"/>
                <a:gd name="connsiteX15" fmla="*/ 3627371 w 7269107"/>
                <a:gd name="connsiteY15" fmla="*/ 77142 h 6858000"/>
                <a:gd name="connsiteX16" fmla="*/ 2379115 w 7269107"/>
                <a:gd name="connsiteY16" fmla="*/ 856285 h 6858000"/>
                <a:gd name="connsiteX17" fmla="*/ 1386699 w 7269107"/>
                <a:gd name="connsiteY17" fmla="*/ 2086062 h 6858000"/>
                <a:gd name="connsiteX18" fmla="*/ 1031258 w 7269107"/>
                <a:gd name="connsiteY18" fmla="*/ 3498372 h 6858000"/>
                <a:gd name="connsiteX19" fmla="*/ 1618904 w 7269107"/>
                <a:gd name="connsiteY19" fmla="*/ 4781604 h 6858000"/>
                <a:gd name="connsiteX20" fmla="*/ 1934812 w 7269107"/>
                <a:gd name="connsiteY20" fmla="*/ 5225904 h 6858000"/>
                <a:gd name="connsiteX21" fmla="*/ 3140010 w 7269107"/>
                <a:gd name="connsiteY21" fmla="*/ 6456196 h 6858000"/>
                <a:gd name="connsiteX22" fmla="*/ 4281662 w 7269107"/>
                <a:gd name="connsiteY22" fmla="*/ 6843305 h 6858000"/>
                <a:gd name="connsiteX23" fmla="*/ 4449058 w 7269107"/>
                <a:gd name="connsiteY23" fmla="*/ 6858000 h 6858000"/>
                <a:gd name="connsiteX24" fmla="*/ 1970756 w 7269107"/>
                <a:gd name="connsiteY24" fmla="*/ 6858000 h 6858000"/>
                <a:gd name="connsiteX25" fmla="*/ 1735871 w 7269107"/>
                <a:gd name="connsiteY25" fmla="*/ 6627685 h 6858000"/>
                <a:gd name="connsiteX26" fmla="*/ 1080930 w 7269107"/>
                <a:gd name="connsiteY26" fmla="*/ 5805127 h 6858000"/>
                <a:gd name="connsiteX27" fmla="*/ 0 w 7269107"/>
                <a:gd name="connsiteY27" fmla="*/ 3498372 h 6858000"/>
                <a:gd name="connsiteX28" fmla="*/ 1708172 w 7269107"/>
                <a:gd name="connsiteY28" fmla="*/ 7330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269107" h="6858000">
                  <a:moveTo>
                    <a:pt x="7269107" y="5518449"/>
                  </a:moveTo>
                  <a:lnTo>
                    <a:pt x="7269107" y="6823281"/>
                  </a:lnTo>
                  <a:lnTo>
                    <a:pt x="7224122" y="6858000"/>
                  </a:lnTo>
                  <a:lnTo>
                    <a:pt x="4927054" y="6858000"/>
                  </a:lnTo>
                  <a:lnTo>
                    <a:pt x="4982167" y="6852876"/>
                  </a:lnTo>
                  <a:cubicBezTo>
                    <a:pt x="5236517" y="6821036"/>
                    <a:pt x="5483373" y="6740566"/>
                    <a:pt x="5743768" y="6606245"/>
                  </a:cubicBezTo>
                  <a:cubicBezTo>
                    <a:pt x="6099551" y="6422337"/>
                    <a:pt x="6452586" y="6154209"/>
                    <a:pt x="6843778" y="5848440"/>
                  </a:cubicBezTo>
                  <a:cubicBezTo>
                    <a:pt x="6935559" y="5776768"/>
                    <a:pt x="7026997" y="5706642"/>
                    <a:pt x="7115515" y="5637891"/>
                  </a:cubicBezTo>
                  <a:close/>
                  <a:moveTo>
                    <a:pt x="6870111" y="0"/>
                  </a:moveTo>
                  <a:lnTo>
                    <a:pt x="7269107" y="0"/>
                  </a:lnTo>
                  <a:lnTo>
                    <a:pt x="7269107" y="243137"/>
                  </a:lnTo>
                  <a:lnTo>
                    <a:pt x="7089989" y="119955"/>
                  </a:lnTo>
                  <a:cubicBezTo>
                    <a:pt x="7045081" y="92581"/>
                    <a:pt x="6999384" y="66425"/>
                    <a:pt x="6952948" y="41521"/>
                  </a:cubicBezTo>
                  <a:close/>
                  <a:moveTo>
                    <a:pt x="1797606" y="0"/>
                  </a:moveTo>
                  <a:lnTo>
                    <a:pt x="3815328" y="0"/>
                  </a:lnTo>
                  <a:lnTo>
                    <a:pt x="3627371" y="77142"/>
                  </a:lnTo>
                  <a:cubicBezTo>
                    <a:pt x="3175548" y="273822"/>
                    <a:pt x="2754868" y="536281"/>
                    <a:pt x="2379115" y="856285"/>
                  </a:cubicBezTo>
                  <a:cubicBezTo>
                    <a:pt x="1959736" y="1215679"/>
                    <a:pt x="1616497" y="1640901"/>
                    <a:pt x="1386699" y="2086062"/>
                  </a:cubicBezTo>
                  <a:cubicBezTo>
                    <a:pt x="1151572" y="2543083"/>
                    <a:pt x="1031258" y="3018150"/>
                    <a:pt x="1031258" y="3498372"/>
                  </a:cubicBezTo>
                  <a:cubicBezTo>
                    <a:pt x="1031258" y="3957455"/>
                    <a:pt x="1211213" y="4223692"/>
                    <a:pt x="1618904" y="4781604"/>
                  </a:cubicBezTo>
                  <a:cubicBezTo>
                    <a:pt x="1720826" y="4921339"/>
                    <a:pt x="1826186" y="5065887"/>
                    <a:pt x="1934812" y="5225904"/>
                  </a:cubicBezTo>
                  <a:cubicBezTo>
                    <a:pt x="2318957" y="5792064"/>
                    <a:pt x="2713069" y="6194600"/>
                    <a:pt x="3140010" y="6456196"/>
                  </a:cubicBezTo>
                  <a:cubicBezTo>
                    <a:pt x="3479423" y="6664512"/>
                    <a:pt x="3855769" y="6792387"/>
                    <a:pt x="4281662" y="6843305"/>
                  </a:cubicBezTo>
                  <a:lnTo>
                    <a:pt x="4449058" y="6858000"/>
                  </a:lnTo>
                  <a:lnTo>
                    <a:pt x="1970756" y="6858000"/>
                  </a:lnTo>
                  <a:lnTo>
                    <a:pt x="1735871" y="6627685"/>
                  </a:lnTo>
                  <a:cubicBezTo>
                    <a:pt x="1502482" y="6382823"/>
                    <a:pt x="1285773" y="6107254"/>
                    <a:pt x="1080930" y="5805127"/>
                  </a:cubicBezTo>
                  <a:cubicBezTo>
                    <a:pt x="556364" y="5032027"/>
                    <a:pt x="0" y="4501616"/>
                    <a:pt x="0" y="3498372"/>
                  </a:cubicBezTo>
                  <a:cubicBezTo>
                    <a:pt x="0" y="2160829"/>
                    <a:pt x="685185" y="949872"/>
                    <a:pt x="1708172" y="73302"/>
                  </a:cubicBezTo>
                  <a:close/>
                </a:path>
              </a:pathLst>
            </a:custGeom>
            <a:gradFill>
              <a:gsLst>
                <a:gs pos="2000">
                  <a:schemeClr val="bg1">
                    <a:alpha val="10000"/>
                  </a:schemeClr>
                </a:gs>
                <a:gs pos="5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 name="Content Placeholder 2">
            <a:extLst>
              <a:ext uri="{FF2B5EF4-FFF2-40B4-BE49-F238E27FC236}">
                <a16:creationId xmlns:a16="http://schemas.microsoft.com/office/drawing/2014/main" id="{1D37D28D-7486-CC8B-3B5B-D2898954133E}"/>
              </a:ext>
            </a:extLst>
          </p:cNvPr>
          <p:cNvSpPr>
            <a:spLocks noGrp="1"/>
          </p:cNvSpPr>
          <p:nvPr>
            <p:ph idx="1"/>
          </p:nvPr>
        </p:nvSpPr>
        <p:spPr>
          <a:xfrm>
            <a:off x="6632812" y="1032987"/>
            <a:ext cx="4919108" cy="4792027"/>
          </a:xfrm>
        </p:spPr>
        <p:txBody>
          <a:bodyPr anchor="ctr">
            <a:normAutofit/>
          </a:bodyPr>
          <a:lstStyle/>
          <a:p>
            <a:r>
              <a:rPr lang="en-US" sz="1900">
                <a:solidFill>
                  <a:schemeClr val="tx2"/>
                </a:solidFill>
              </a:rPr>
              <a:t>Attendance is expected each week on Teams (as well as in-person attendance for executive sessions).</a:t>
            </a:r>
          </a:p>
          <a:p>
            <a:r>
              <a:rPr lang="en-US" sz="1900">
                <a:solidFill>
                  <a:schemeClr val="tx2"/>
                </a:solidFill>
              </a:rPr>
              <a:t>Sessions will be a mix of lectures and small-group discussions/activities.</a:t>
            </a:r>
          </a:p>
          <a:p>
            <a:r>
              <a:rPr lang="en-US" sz="1900">
                <a:solidFill>
                  <a:schemeClr val="tx2"/>
                </a:solidFill>
              </a:rPr>
              <a:t>After completing the Interest Survey on Canvas, you will be put into a small group based on your research interests for the semester.</a:t>
            </a:r>
          </a:p>
          <a:p>
            <a:pPr lvl="1"/>
            <a:r>
              <a:rPr lang="en-US" sz="1900">
                <a:solidFill>
                  <a:schemeClr val="tx2"/>
                </a:solidFill>
              </a:rPr>
              <a:t>These groups will be used to complete in-class exercises and activities</a:t>
            </a:r>
          </a:p>
          <a:p>
            <a:pPr lvl="1"/>
            <a:r>
              <a:rPr lang="en-US" sz="1900">
                <a:solidFill>
                  <a:schemeClr val="tx2"/>
                </a:solidFill>
              </a:rPr>
              <a:t>Additionally, while the project proposals must be individual work, I do encourage using these groups to share resources and ideas</a:t>
            </a:r>
          </a:p>
        </p:txBody>
      </p:sp>
    </p:spTree>
    <p:extLst>
      <p:ext uri="{BB962C8B-B14F-4D97-AF65-F5344CB8AC3E}">
        <p14:creationId xmlns:p14="http://schemas.microsoft.com/office/powerpoint/2010/main" val="1087605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89C5E17-24D0-4696-A3C5-A2261FB455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929B58F-2358-44CC-ACE5-EF1BD3C6C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49E8145C-1072-7DD5-1F44-3E11A157F432}"/>
              </a:ext>
            </a:extLst>
          </p:cNvPr>
          <p:cNvSpPr>
            <a:spLocks noGrp="1"/>
          </p:cNvSpPr>
          <p:nvPr>
            <p:ph type="title"/>
          </p:nvPr>
        </p:nvSpPr>
        <p:spPr>
          <a:xfrm>
            <a:off x="804672" y="1243013"/>
            <a:ext cx="3855720" cy="4371974"/>
          </a:xfrm>
        </p:spPr>
        <p:txBody>
          <a:bodyPr>
            <a:normAutofit/>
          </a:bodyPr>
          <a:lstStyle/>
          <a:p>
            <a:r>
              <a:rPr lang="en-US" sz="3600">
                <a:solidFill>
                  <a:schemeClr val="tx2"/>
                </a:solidFill>
              </a:rPr>
              <a:t>Assignments</a:t>
            </a:r>
          </a:p>
        </p:txBody>
      </p:sp>
      <p:grpSp>
        <p:nvGrpSpPr>
          <p:cNvPr id="12" name="Group 11">
            <a:extLst>
              <a:ext uri="{FF2B5EF4-FFF2-40B4-BE49-F238E27FC236}">
                <a16:creationId xmlns:a16="http://schemas.microsoft.com/office/drawing/2014/main" id="{09DA5303-A1AF-4830-806C-51FCD96188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897348" y="5285"/>
            <a:ext cx="7294653" cy="6858000"/>
            <a:chOff x="4897348" y="-5799"/>
            <a:chExt cx="7294653" cy="6858000"/>
          </a:xfrm>
        </p:grpSpPr>
        <p:sp>
          <p:nvSpPr>
            <p:cNvPr id="13" name="Freeform: Shape 12">
              <a:extLst>
                <a:ext uri="{FF2B5EF4-FFF2-40B4-BE49-F238E27FC236}">
                  <a16:creationId xmlns:a16="http://schemas.microsoft.com/office/drawing/2014/main" id="{4FAAA8C8-4EB7-45F1-BF24-3EF0F4DC4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7348" y="-5798"/>
              <a:ext cx="7294652" cy="6857999"/>
            </a:xfrm>
            <a:custGeom>
              <a:avLst/>
              <a:gdLst>
                <a:gd name="connsiteX0" fmla="*/ 7294652 w 7294652"/>
                <a:gd name="connsiteY0" fmla="*/ 6063030 h 6857999"/>
                <a:gd name="connsiteX1" fmla="*/ 7294652 w 7294652"/>
                <a:gd name="connsiteY1" fmla="*/ 6857999 h 6857999"/>
                <a:gd name="connsiteX2" fmla="*/ 6248575 w 7294652"/>
                <a:gd name="connsiteY2" fmla="*/ 6857999 h 6857999"/>
                <a:gd name="connsiteX3" fmla="*/ 6477898 w 7294652"/>
                <a:gd name="connsiteY3" fmla="*/ 6700973 h 6857999"/>
                <a:gd name="connsiteX4" fmla="*/ 6647884 w 7294652"/>
                <a:gd name="connsiteY4" fmla="*/ 6572752 h 6857999"/>
                <a:gd name="connsiteX5" fmla="*/ 6817698 w 7294652"/>
                <a:gd name="connsiteY5" fmla="*/ 6440235 h 6857999"/>
                <a:gd name="connsiteX6" fmla="*/ 7161451 w 7294652"/>
                <a:gd name="connsiteY6" fmla="*/ 6165232 h 6857999"/>
                <a:gd name="connsiteX7" fmla="*/ 1673436 w 7294652"/>
                <a:gd name="connsiteY7" fmla="*/ 0 h 6857999"/>
                <a:gd name="connsiteX8" fmla="*/ 2394951 w 7294652"/>
                <a:gd name="connsiteY8" fmla="*/ 0 h 6857999"/>
                <a:gd name="connsiteX9" fmla="*/ 2244659 w 7294652"/>
                <a:gd name="connsiteY9" fmla="*/ 100763 h 6857999"/>
                <a:gd name="connsiteX10" fmla="*/ 1743903 w 7294652"/>
                <a:gd name="connsiteY10" fmla="*/ 498975 h 6857999"/>
                <a:gd name="connsiteX11" fmla="*/ 1163821 w 7294652"/>
                <a:gd name="connsiteY11" fmla="*/ 1121514 h 6857999"/>
                <a:gd name="connsiteX12" fmla="*/ 704911 w 7294652"/>
                <a:gd name="connsiteY12" fmla="*/ 1837036 h 6857999"/>
                <a:gd name="connsiteX13" fmla="*/ 393472 w 7294652"/>
                <a:gd name="connsiteY13" fmla="*/ 2627669 h 6857999"/>
                <a:gd name="connsiteX14" fmla="*/ 280032 w 7294652"/>
                <a:gd name="connsiteY14" fmla="*/ 3472097 h 6857999"/>
                <a:gd name="connsiteX15" fmla="*/ 327813 w 7294652"/>
                <a:gd name="connsiteY15" fmla="*/ 3884602 h 6857999"/>
                <a:gd name="connsiteX16" fmla="*/ 469096 w 7294652"/>
                <a:gd name="connsiteY16" fmla="*/ 4270809 h 6857999"/>
                <a:gd name="connsiteX17" fmla="*/ 567581 w 7294652"/>
                <a:gd name="connsiteY17" fmla="*/ 4452482 h 6857999"/>
                <a:gd name="connsiteX18" fmla="*/ 680677 w 7294652"/>
                <a:gd name="connsiteY18" fmla="*/ 4628484 h 6857999"/>
                <a:gd name="connsiteX19" fmla="*/ 941928 w 7294652"/>
                <a:gd name="connsiteY19" fmla="*/ 4968628 h 6857999"/>
                <a:gd name="connsiteX20" fmla="*/ 1224665 w 7294652"/>
                <a:gd name="connsiteY20" fmla="*/ 5311349 h 6857999"/>
                <a:gd name="connsiteX21" fmla="*/ 1365259 w 7294652"/>
                <a:gd name="connsiteY21" fmla="*/ 5490273 h 6857999"/>
                <a:gd name="connsiteX22" fmla="*/ 1432808 w 7294652"/>
                <a:gd name="connsiteY22" fmla="*/ 5577931 h 6857999"/>
                <a:gd name="connsiteX23" fmla="*/ 1498980 w 7294652"/>
                <a:gd name="connsiteY23" fmla="*/ 5662148 h 6857999"/>
                <a:gd name="connsiteX24" fmla="*/ 2067548 w 7294652"/>
                <a:gd name="connsiteY24" fmla="*/ 6283312 h 6857999"/>
                <a:gd name="connsiteX25" fmla="*/ 2369879 w 7294652"/>
                <a:gd name="connsiteY25" fmla="*/ 6562782 h 6857999"/>
                <a:gd name="connsiteX26" fmla="*/ 2686645 w 7294652"/>
                <a:gd name="connsiteY26" fmla="*/ 6820598 h 6857999"/>
                <a:gd name="connsiteX27" fmla="*/ 2738907 w 7294652"/>
                <a:gd name="connsiteY27" fmla="*/ 6857999 h 6857999"/>
                <a:gd name="connsiteX28" fmla="*/ 1731787 w 7294652"/>
                <a:gd name="connsiteY28" fmla="*/ 6857999 h 6857999"/>
                <a:gd name="connsiteX29" fmla="*/ 1607949 w 7294652"/>
                <a:gd name="connsiteY29" fmla="*/ 6732770 h 6857999"/>
                <a:gd name="connsiteX30" fmla="*/ 1309057 w 7294652"/>
                <a:gd name="connsiteY30" fmla="*/ 6370109 h 6857999"/>
                <a:gd name="connsiteX31" fmla="*/ 1048147 w 7294652"/>
                <a:gd name="connsiteY31" fmla="*/ 5986138 h 6857999"/>
                <a:gd name="connsiteX32" fmla="*/ 987131 w 7294652"/>
                <a:gd name="connsiteY32" fmla="*/ 5888512 h 6857999"/>
                <a:gd name="connsiteX33" fmla="*/ 928866 w 7294652"/>
                <a:gd name="connsiteY33" fmla="*/ 5793463 h 6857999"/>
                <a:gd name="connsiteX34" fmla="*/ 813708 w 7294652"/>
                <a:gd name="connsiteY34" fmla="*/ 5609556 h 6857999"/>
                <a:gd name="connsiteX35" fmla="*/ 574972 w 7294652"/>
                <a:gd name="connsiteY35" fmla="*/ 5231598 h 6857999"/>
                <a:gd name="connsiteX36" fmla="*/ 342424 w 7294652"/>
                <a:gd name="connsiteY36" fmla="*/ 4834048 h 6857999"/>
                <a:gd name="connsiteX37" fmla="*/ 237579 w 7294652"/>
                <a:gd name="connsiteY37" fmla="*/ 4623500 h 6857999"/>
                <a:gd name="connsiteX38" fmla="*/ 148373 w 7294652"/>
                <a:gd name="connsiteY38" fmla="*/ 4404356 h 6857999"/>
                <a:gd name="connsiteX39" fmla="*/ 79623 w 7294652"/>
                <a:gd name="connsiteY39" fmla="*/ 4175762 h 6857999"/>
                <a:gd name="connsiteX40" fmla="*/ 54185 w 7294652"/>
                <a:gd name="connsiteY40" fmla="*/ 4059229 h 6857999"/>
                <a:gd name="connsiteX41" fmla="*/ 43013 w 7294652"/>
                <a:gd name="connsiteY41" fmla="*/ 4000790 h 6857999"/>
                <a:gd name="connsiteX42" fmla="*/ 33734 w 7294652"/>
                <a:gd name="connsiteY42" fmla="*/ 3942180 h 6857999"/>
                <a:gd name="connsiteX43" fmla="*/ 45 w 7294652"/>
                <a:gd name="connsiteY43" fmla="*/ 3472097 h 6857999"/>
                <a:gd name="connsiteX44" fmla="*/ 95436 w 7294652"/>
                <a:gd name="connsiteY44" fmla="*/ 2557372 h 6857999"/>
                <a:gd name="connsiteX45" fmla="*/ 382126 w 7294652"/>
                <a:gd name="connsiteY45" fmla="*/ 1680799 h 6857999"/>
                <a:gd name="connsiteX46" fmla="*/ 1457043 w 7294652"/>
                <a:gd name="connsiteY46" fmla="*/ 19217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7294652" h="6857999">
                  <a:moveTo>
                    <a:pt x="7294652" y="6063030"/>
                  </a:moveTo>
                  <a:lnTo>
                    <a:pt x="7294652" y="6857999"/>
                  </a:lnTo>
                  <a:lnTo>
                    <a:pt x="6248575" y="6857999"/>
                  </a:lnTo>
                  <a:lnTo>
                    <a:pt x="6477898" y="6700973"/>
                  </a:lnTo>
                  <a:cubicBezTo>
                    <a:pt x="6534790" y="6659378"/>
                    <a:pt x="6591336" y="6616237"/>
                    <a:pt x="6647884" y="6572752"/>
                  </a:cubicBezTo>
                  <a:cubicBezTo>
                    <a:pt x="6704432" y="6529268"/>
                    <a:pt x="6761151" y="6485095"/>
                    <a:pt x="6817698" y="6440235"/>
                  </a:cubicBezTo>
                  <a:lnTo>
                    <a:pt x="7161451" y="6165232"/>
                  </a:lnTo>
                  <a:close/>
                  <a:moveTo>
                    <a:pt x="1673436" y="0"/>
                  </a:moveTo>
                  <a:lnTo>
                    <a:pt x="2394951" y="0"/>
                  </a:lnTo>
                  <a:lnTo>
                    <a:pt x="2244659" y="100763"/>
                  </a:lnTo>
                  <a:cubicBezTo>
                    <a:pt x="2071051" y="224086"/>
                    <a:pt x="1903860" y="356975"/>
                    <a:pt x="1743903" y="498975"/>
                  </a:cubicBezTo>
                  <a:cubicBezTo>
                    <a:pt x="1533218" y="689638"/>
                    <a:pt x="1339146" y="897902"/>
                    <a:pt x="1163821" y="1121514"/>
                  </a:cubicBezTo>
                  <a:cubicBezTo>
                    <a:pt x="988284" y="1344764"/>
                    <a:pt x="834608" y="1584376"/>
                    <a:pt x="704911" y="1837036"/>
                  </a:cubicBezTo>
                  <a:cubicBezTo>
                    <a:pt x="573950" y="2089059"/>
                    <a:pt x="469577" y="2354041"/>
                    <a:pt x="393472" y="2627669"/>
                  </a:cubicBezTo>
                  <a:cubicBezTo>
                    <a:pt x="318269" y="2902842"/>
                    <a:pt x="280119" y="3186833"/>
                    <a:pt x="280032" y="3472097"/>
                  </a:cubicBezTo>
                  <a:cubicBezTo>
                    <a:pt x="280349" y="3610956"/>
                    <a:pt x="296380" y="3749334"/>
                    <a:pt x="327813" y="3884602"/>
                  </a:cubicBezTo>
                  <a:cubicBezTo>
                    <a:pt x="360878" y="4018046"/>
                    <a:pt x="408244" y="4147540"/>
                    <a:pt x="469096" y="4270809"/>
                  </a:cubicBezTo>
                  <a:cubicBezTo>
                    <a:pt x="499175" y="4332511"/>
                    <a:pt x="532347" y="4393012"/>
                    <a:pt x="567581" y="4452482"/>
                  </a:cubicBezTo>
                  <a:cubicBezTo>
                    <a:pt x="602815" y="4511953"/>
                    <a:pt x="641144" y="4570562"/>
                    <a:pt x="680677" y="4628484"/>
                  </a:cubicBezTo>
                  <a:cubicBezTo>
                    <a:pt x="760771" y="4743985"/>
                    <a:pt x="849802" y="4856048"/>
                    <a:pt x="941928" y="4968628"/>
                  </a:cubicBezTo>
                  <a:cubicBezTo>
                    <a:pt x="1034055" y="5081206"/>
                    <a:pt x="1130994" y="5193958"/>
                    <a:pt x="1224665" y="5311349"/>
                  </a:cubicBezTo>
                  <a:cubicBezTo>
                    <a:pt x="1271987" y="5369787"/>
                    <a:pt x="1318853" y="5429429"/>
                    <a:pt x="1365259" y="5490273"/>
                  </a:cubicBezTo>
                  <a:lnTo>
                    <a:pt x="1432808" y="5577931"/>
                  </a:lnTo>
                  <a:cubicBezTo>
                    <a:pt x="1454979" y="5605947"/>
                    <a:pt x="1476121" y="5634821"/>
                    <a:pt x="1498980" y="5662148"/>
                  </a:cubicBezTo>
                  <a:cubicBezTo>
                    <a:pt x="1676323" y="5880038"/>
                    <a:pt x="1866158" y="6087441"/>
                    <a:pt x="2067548" y="6283312"/>
                  </a:cubicBezTo>
                  <a:cubicBezTo>
                    <a:pt x="2166203" y="6379907"/>
                    <a:pt x="2266974" y="6473064"/>
                    <a:pt x="2369879" y="6562782"/>
                  </a:cubicBezTo>
                  <a:cubicBezTo>
                    <a:pt x="2473005" y="6652331"/>
                    <a:pt x="2577677" y="6738957"/>
                    <a:pt x="2686645" y="6820598"/>
                  </a:cubicBezTo>
                  <a:lnTo>
                    <a:pt x="2738907" y="6857999"/>
                  </a:lnTo>
                  <a:lnTo>
                    <a:pt x="1731787" y="6857999"/>
                  </a:lnTo>
                  <a:lnTo>
                    <a:pt x="1607949" y="6732770"/>
                  </a:lnTo>
                  <a:cubicBezTo>
                    <a:pt x="1501232" y="6617903"/>
                    <a:pt x="1401421" y="6496799"/>
                    <a:pt x="1309057" y="6370109"/>
                  </a:cubicBezTo>
                  <a:cubicBezTo>
                    <a:pt x="1217103" y="6244469"/>
                    <a:pt x="1129618" y="6116590"/>
                    <a:pt x="1048147" y="5986138"/>
                  </a:cubicBezTo>
                  <a:cubicBezTo>
                    <a:pt x="1027179" y="5953825"/>
                    <a:pt x="1007414" y="5920996"/>
                    <a:pt x="987131" y="5888512"/>
                  </a:cubicBezTo>
                  <a:lnTo>
                    <a:pt x="928866" y="5793463"/>
                  </a:lnTo>
                  <a:cubicBezTo>
                    <a:pt x="891568" y="5732276"/>
                    <a:pt x="852725" y="5671260"/>
                    <a:pt x="813708" y="5609556"/>
                  </a:cubicBezTo>
                  <a:lnTo>
                    <a:pt x="574972" y="5231598"/>
                  </a:lnTo>
                  <a:cubicBezTo>
                    <a:pt x="495221" y="5103551"/>
                    <a:pt x="416158" y="4971549"/>
                    <a:pt x="342424" y="4834048"/>
                  </a:cubicBezTo>
                  <a:cubicBezTo>
                    <a:pt x="305641" y="4765298"/>
                    <a:pt x="270236" y="4695343"/>
                    <a:pt x="237579" y="4623500"/>
                  </a:cubicBezTo>
                  <a:cubicBezTo>
                    <a:pt x="204922" y="4551655"/>
                    <a:pt x="175187" y="4478607"/>
                    <a:pt x="148373" y="4404356"/>
                  </a:cubicBezTo>
                  <a:cubicBezTo>
                    <a:pt x="121561" y="4330107"/>
                    <a:pt x="99046" y="4252934"/>
                    <a:pt x="79623" y="4175762"/>
                  </a:cubicBezTo>
                  <a:cubicBezTo>
                    <a:pt x="70514" y="4136916"/>
                    <a:pt x="61577" y="4098245"/>
                    <a:pt x="54185" y="4059229"/>
                  </a:cubicBezTo>
                  <a:lnTo>
                    <a:pt x="43013" y="4000790"/>
                  </a:lnTo>
                  <a:lnTo>
                    <a:pt x="33734" y="3942180"/>
                  </a:lnTo>
                  <a:cubicBezTo>
                    <a:pt x="10461" y="3786581"/>
                    <a:pt x="-801" y="3629416"/>
                    <a:pt x="45" y="3472097"/>
                  </a:cubicBezTo>
                  <a:cubicBezTo>
                    <a:pt x="863" y="3164748"/>
                    <a:pt x="32824" y="2858275"/>
                    <a:pt x="95436" y="2557372"/>
                  </a:cubicBezTo>
                  <a:cubicBezTo>
                    <a:pt x="157549" y="2255281"/>
                    <a:pt x="253728" y="1961216"/>
                    <a:pt x="382126" y="1680799"/>
                  </a:cubicBezTo>
                  <a:cubicBezTo>
                    <a:pt x="639940" y="1120482"/>
                    <a:pt x="1015492" y="619117"/>
                    <a:pt x="1457043" y="192176"/>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A77FC097-E4F2-4A45-82E8-3808FA553C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0650" y="-5799"/>
              <a:ext cx="7291350" cy="6858000"/>
            </a:xfrm>
            <a:custGeom>
              <a:avLst/>
              <a:gdLst>
                <a:gd name="connsiteX0" fmla="*/ 7291350 w 7291350"/>
                <a:gd name="connsiteY0" fmla="*/ 5718699 h 6858000"/>
                <a:gd name="connsiteX1" fmla="*/ 7291350 w 7291350"/>
                <a:gd name="connsiteY1" fmla="*/ 6806115 h 6858000"/>
                <a:gd name="connsiteX2" fmla="*/ 7224124 w 7291350"/>
                <a:gd name="connsiteY2" fmla="*/ 6858000 h 6858000"/>
                <a:gd name="connsiteX3" fmla="*/ 5607142 w 7291350"/>
                <a:gd name="connsiteY3" fmla="*/ 6858000 h 6858000"/>
                <a:gd name="connsiteX4" fmla="*/ 5736072 w 7291350"/>
                <a:gd name="connsiteY4" fmla="*/ 6801170 h 6858000"/>
                <a:gd name="connsiteX5" fmla="*/ 6949826 w 7291350"/>
                <a:gd name="connsiteY5" fmla="*/ 5983707 h 6858000"/>
                <a:gd name="connsiteX6" fmla="*/ 7220703 w 7291350"/>
                <a:gd name="connsiteY6" fmla="*/ 5773675 h 6858000"/>
                <a:gd name="connsiteX7" fmla="*/ 7218419 w 7291350"/>
                <a:gd name="connsiteY7" fmla="*/ 0 h 6858000"/>
                <a:gd name="connsiteX8" fmla="*/ 7291350 w 7291350"/>
                <a:gd name="connsiteY8" fmla="*/ 0 h 6858000"/>
                <a:gd name="connsiteX9" fmla="*/ 7291350 w 7291350"/>
                <a:gd name="connsiteY9" fmla="*/ 50138 h 6858000"/>
                <a:gd name="connsiteX10" fmla="*/ 1797607 w 7291350"/>
                <a:gd name="connsiteY10" fmla="*/ 0 h 6858000"/>
                <a:gd name="connsiteX11" fmla="*/ 3385676 w 7291350"/>
                <a:gd name="connsiteY11" fmla="*/ 0 h 6858000"/>
                <a:gd name="connsiteX12" fmla="*/ 3360567 w 7291350"/>
                <a:gd name="connsiteY12" fmla="*/ 11552 h 6858000"/>
                <a:gd name="connsiteX13" fmla="*/ 2267395 w 7291350"/>
                <a:gd name="connsiteY13" fmla="*/ 725831 h 6858000"/>
                <a:gd name="connsiteX14" fmla="*/ 1234074 w 7291350"/>
                <a:gd name="connsiteY14" fmla="*/ 2007171 h 6858000"/>
                <a:gd name="connsiteX15" fmla="*/ 859383 w 7291350"/>
                <a:gd name="connsiteY15" fmla="*/ 3498372 h 6858000"/>
                <a:gd name="connsiteX16" fmla="*/ 1479513 w 7291350"/>
                <a:gd name="connsiteY16" fmla="*/ 4883182 h 6858000"/>
                <a:gd name="connsiteX17" fmla="*/ 1791985 w 7291350"/>
                <a:gd name="connsiteY17" fmla="*/ 5322671 h 6858000"/>
                <a:gd name="connsiteX18" fmla="*/ 3397295 w 7291350"/>
                <a:gd name="connsiteY18" fmla="*/ 6784567 h 6858000"/>
                <a:gd name="connsiteX19" fmla="*/ 3590446 w 7291350"/>
                <a:gd name="connsiteY19" fmla="*/ 6858000 h 6858000"/>
                <a:gd name="connsiteX20" fmla="*/ 1970757 w 7291350"/>
                <a:gd name="connsiteY20" fmla="*/ 6858000 h 6858000"/>
                <a:gd name="connsiteX21" fmla="*/ 1735872 w 7291350"/>
                <a:gd name="connsiteY21" fmla="*/ 6627685 h 6858000"/>
                <a:gd name="connsiteX22" fmla="*/ 1080932 w 7291350"/>
                <a:gd name="connsiteY22" fmla="*/ 5805127 h 6858000"/>
                <a:gd name="connsiteX23" fmla="*/ 0 w 7291350"/>
                <a:gd name="connsiteY23" fmla="*/ 3498372 h 6858000"/>
                <a:gd name="connsiteX24" fmla="*/ 1708174 w 7291350"/>
                <a:gd name="connsiteY24" fmla="*/ 7330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291350" h="6858000">
                  <a:moveTo>
                    <a:pt x="7291350" y="5718699"/>
                  </a:moveTo>
                  <a:lnTo>
                    <a:pt x="7291350" y="6806115"/>
                  </a:lnTo>
                  <a:lnTo>
                    <a:pt x="7224124" y="6858000"/>
                  </a:lnTo>
                  <a:lnTo>
                    <a:pt x="5607142" y="6858000"/>
                  </a:lnTo>
                  <a:lnTo>
                    <a:pt x="5736072" y="6801170"/>
                  </a:lnTo>
                  <a:cubicBezTo>
                    <a:pt x="6122313" y="6616106"/>
                    <a:pt x="6503069" y="6332805"/>
                    <a:pt x="6949826" y="5983707"/>
                  </a:cubicBezTo>
                  <a:cubicBezTo>
                    <a:pt x="7041094" y="5912378"/>
                    <a:pt x="7132358" y="5842426"/>
                    <a:pt x="7220703" y="5773675"/>
                  </a:cubicBezTo>
                  <a:close/>
                  <a:moveTo>
                    <a:pt x="7218419" y="0"/>
                  </a:moveTo>
                  <a:lnTo>
                    <a:pt x="7291350" y="0"/>
                  </a:lnTo>
                  <a:lnTo>
                    <a:pt x="7291350" y="50138"/>
                  </a:lnTo>
                  <a:close/>
                  <a:moveTo>
                    <a:pt x="1797607" y="0"/>
                  </a:moveTo>
                  <a:lnTo>
                    <a:pt x="3385676" y="0"/>
                  </a:lnTo>
                  <a:lnTo>
                    <a:pt x="3360567" y="11552"/>
                  </a:lnTo>
                  <a:cubicBezTo>
                    <a:pt x="2968013" y="202286"/>
                    <a:pt x="2600620" y="442170"/>
                    <a:pt x="2267395" y="725831"/>
                  </a:cubicBezTo>
                  <a:cubicBezTo>
                    <a:pt x="1824986" y="1104820"/>
                    <a:pt x="1477279" y="1536057"/>
                    <a:pt x="1234074" y="2007171"/>
                  </a:cubicBezTo>
                  <a:cubicBezTo>
                    <a:pt x="985368" y="2488770"/>
                    <a:pt x="859383" y="2990476"/>
                    <a:pt x="859383" y="3498372"/>
                  </a:cubicBezTo>
                  <a:cubicBezTo>
                    <a:pt x="859383" y="4010222"/>
                    <a:pt x="1060651" y="4308942"/>
                    <a:pt x="1479513" y="4883182"/>
                  </a:cubicBezTo>
                  <a:cubicBezTo>
                    <a:pt x="1580577" y="5021714"/>
                    <a:pt x="1685078" y="5164888"/>
                    <a:pt x="1791985" y="5322671"/>
                  </a:cubicBezTo>
                  <a:cubicBezTo>
                    <a:pt x="2283419" y="6046950"/>
                    <a:pt x="2796809" y="6521439"/>
                    <a:pt x="3397295" y="6784567"/>
                  </a:cubicBezTo>
                  <a:lnTo>
                    <a:pt x="3590446" y="6858000"/>
                  </a:lnTo>
                  <a:lnTo>
                    <a:pt x="1970757" y="6858000"/>
                  </a:lnTo>
                  <a:lnTo>
                    <a:pt x="1735872" y="6627685"/>
                  </a:lnTo>
                  <a:cubicBezTo>
                    <a:pt x="1502484" y="6382823"/>
                    <a:pt x="1285774" y="6107254"/>
                    <a:pt x="1080932" y="5805127"/>
                  </a:cubicBezTo>
                  <a:cubicBezTo>
                    <a:pt x="556365" y="5032027"/>
                    <a:pt x="0" y="4501616"/>
                    <a:pt x="0" y="3498372"/>
                  </a:cubicBezTo>
                  <a:cubicBezTo>
                    <a:pt x="0" y="2160829"/>
                    <a:pt x="685186" y="949872"/>
                    <a:pt x="1708174" y="7330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D0DF88B0-FA8A-47F5-8EAC-1880B1A51B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2894" y="-5799"/>
              <a:ext cx="7269107" cy="6858000"/>
            </a:xfrm>
            <a:custGeom>
              <a:avLst/>
              <a:gdLst>
                <a:gd name="connsiteX0" fmla="*/ 7269107 w 7269107"/>
                <a:gd name="connsiteY0" fmla="*/ 5518449 h 6858000"/>
                <a:gd name="connsiteX1" fmla="*/ 7269107 w 7269107"/>
                <a:gd name="connsiteY1" fmla="*/ 6823281 h 6858000"/>
                <a:gd name="connsiteX2" fmla="*/ 7224122 w 7269107"/>
                <a:gd name="connsiteY2" fmla="*/ 6858000 h 6858000"/>
                <a:gd name="connsiteX3" fmla="*/ 4927054 w 7269107"/>
                <a:gd name="connsiteY3" fmla="*/ 6858000 h 6858000"/>
                <a:gd name="connsiteX4" fmla="*/ 4982167 w 7269107"/>
                <a:gd name="connsiteY4" fmla="*/ 6852876 h 6858000"/>
                <a:gd name="connsiteX5" fmla="*/ 5743768 w 7269107"/>
                <a:gd name="connsiteY5" fmla="*/ 6606245 h 6858000"/>
                <a:gd name="connsiteX6" fmla="*/ 6843778 w 7269107"/>
                <a:gd name="connsiteY6" fmla="*/ 5848440 h 6858000"/>
                <a:gd name="connsiteX7" fmla="*/ 7115515 w 7269107"/>
                <a:gd name="connsiteY7" fmla="*/ 5637891 h 6858000"/>
                <a:gd name="connsiteX8" fmla="*/ 6870111 w 7269107"/>
                <a:gd name="connsiteY8" fmla="*/ 0 h 6858000"/>
                <a:gd name="connsiteX9" fmla="*/ 7269107 w 7269107"/>
                <a:gd name="connsiteY9" fmla="*/ 0 h 6858000"/>
                <a:gd name="connsiteX10" fmla="*/ 7269107 w 7269107"/>
                <a:gd name="connsiteY10" fmla="*/ 243137 h 6858000"/>
                <a:gd name="connsiteX11" fmla="*/ 7089989 w 7269107"/>
                <a:gd name="connsiteY11" fmla="*/ 119955 h 6858000"/>
                <a:gd name="connsiteX12" fmla="*/ 6952948 w 7269107"/>
                <a:gd name="connsiteY12" fmla="*/ 41521 h 6858000"/>
                <a:gd name="connsiteX13" fmla="*/ 1797606 w 7269107"/>
                <a:gd name="connsiteY13" fmla="*/ 0 h 6858000"/>
                <a:gd name="connsiteX14" fmla="*/ 3815328 w 7269107"/>
                <a:gd name="connsiteY14" fmla="*/ 0 h 6858000"/>
                <a:gd name="connsiteX15" fmla="*/ 3627371 w 7269107"/>
                <a:gd name="connsiteY15" fmla="*/ 77142 h 6858000"/>
                <a:gd name="connsiteX16" fmla="*/ 2379115 w 7269107"/>
                <a:gd name="connsiteY16" fmla="*/ 856285 h 6858000"/>
                <a:gd name="connsiteX17" fmla="*/ 1386699 w 7269107"/>
                <a:gd name="connsiteY17" fmla="*/ 2086062 h 6858000"/>
                <a:gd name="connsiteX18" fmla="*/ 1031258 w 7269107"/>
                <a:gd name="connsiteY18" fmla="*/ 3498372 h 6858000"/>
                <a:gd name="connsiteX19" fmla="*/ 1618904 w 7269107"/>
                <a:gd name="connsiteY19" fmla="*/ 4781604 h 6858000"/>
                <a:gd name="connsiteX20" fmla="*/ 1934812 w 7269107"/>
                <a:gd name="connsiteY20" fmla="*/ 5225904 h 6858000"/>
                <a:gd name="connsiteX21" fmla="*/ 3140010 w 7269107"/>
                <a:gd name="connsiteY21" fmla="*/ 6456196 h 6858000"/>
                <a:gd name="connsiteX22" fmla="*/ 4281662 w 7269107"/>
                <a:gd name="connsiteY22" fmla="*/ 6843305 h 6858000"/>
                <a:gd name="connsiteX23" fmla="*/ 4449058 w 7269107"/>
                <a:gd name="connsiteY23" fmla="*/ 6858000 h 6858000"/>
                <a:gd name="connsiteX24" fmla="*/ 1970756 w 7269107"/>
                <a:gd name="connsiteY24" fmla="*/ 6858000 h 6858000"/>
                <a:gd name="connsiteX25" fmla="*/ 1735871 w 7269107"/>
                <a:gd name="connsiteY25" fmla="*/ 6627685 h 6858000"/>
                <a:gd name="connsiteX26" fmla="*/ 1080930 w 7269107"/>
                <a:gd name="connsiteY26" fmla="*/ 5805127 h 6858000"/>
                <a:gd name="connsiteX27" fmla="*/ 0 w 7269107"/>
                <a:gd name="connsiteY27" fmla="*/ 3498372 h 6858000"/>
                <a:gd name="connsiteX28" fmla="*/ 1708172 w 7269107"/>
                <a:gd name="connsiteY28" fmla="*/ 7330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269107" h="6858000">
                  <a:moveTo>
                    <a:pt x="7269107" y="5518449"/>
                  </a:moveTo>
                  <a:lnTo>
                    <a:pt x="7269107" y="6823281"/>
                  </a:lnTo>
                  <a:lnTo>
                    <a:pt x="7224122" y="6858000"/>
                  </a:lnTo>
                  <a:lnTo>
                    <a:pt x="4927054" y="6858000"/>
                  </a:lnTo>
                  <a:lnTo>
                    <a:pt x="4982167" y="6852876"/>
                  </a:lnTo>
                  <a:cubicBezTo>
                    <a:pt x="5236517" y="6821036"/>
                    <a:pt x="5483373" y="6740566"/>
                    <a:pt x="5743768" y="6606245"/>
                  </a:cubicBezTo>
                  <a:cubicBezTo>
                    <a:pt x="6099551" y="6422337"/>
                    <a:pt x="6452586" y="6154209"/>
                    <a:pt x="6843778" y="5848440"/>
                  </a:cubicBezTo>
                  <a:cubicBezTo>
                    <a:pt x="6935559" y="5776768"/>
                    <a:pt x="7026997" y="5706642"/>
                    <a:pt x="7115515" y="5637891"/>
                  </a:cubicBezTo>
                  <a:close/>
                  <a:moveTo>
                    <a:pt x="6870111" y="0"/>
                  </a:moveTo>
                  <a:lnTo>
                    <a:pt x="7269107" y="0"/>
                  </a:lnTo>
                  <a:lnTo>
                    <a:pt x="7269107" y="243137"/>
                  </a:lnTo>
                  <a:lnTo>
                    <a:pt x="7089989" y="119955"/>
                  </a:lnTo>
                  <a:cubicBezTo>
                    <a:pt x="7045081" y="92581"/>
                    <a:pt x="6999384" y="66425"/>
                    <a:pt x="6952948" y="41521"/>
                  </a:cubicBezTo>
                  <a:close/>
                  <a:moveTo>
                    <a:pt x="1797606" y="0"/>
                  </a:moveTo>
                  <a:lnTo>
                    <a:pt x="3815328" y="0"/>
                  </a:lnTo>
                  <a:lnTo>
                    <a:pt x="3627371" y="77142"/>
                  </a:lnTo>
                  <a:cubicBezTo>
                    <a:pt x="3175548" y="273822"/>
                    <a:pt x="2754868" y="536281"/>
                    <a:pt x="2379115" y="856285"/>
                  </a:cubicBezTo>
                  <a:cubicBezTo>
                    <a:pt x="1959736" y="1215679"/>
                    <a:pt x="1616497" y="1640901"/>
                    <a:pt x="1386699" y="2086062"/>
                  </a:cubicBezTo>
                  <a:cubicBezTo>
                    <a:pt x="1151572" y="2543083"/>
                    <a:pt x="1031258" y="3018150"/>
                    <a:pt x="1031258" y="3498372"/>
                  </a:cubicBezTo>
                  <a:cubicBezTo>
                    <a:pt x="1031258" y="3957455"/>
                    <a:pt x="1211213" y="4223692"/>
                    <a:pt x="1618904" y="4781604"/>
                  </a:cubicBezTo>
                  <a:cubicBezTo>
                    <a:pt x="1720826" y="4921339"/>
                    <a:pt x="1826186" y="5065887"/>
                    <a:pt x="1934812" y="5225904"/>
                  </a:cubicBezTo>
                  <a:cubicBezTo>
                    <a:pt x="2318957" y="5792064"/>
                    <a:pt x="2713069" y="6194600"/>
                    <a:pt x="3140010" y="6456196"/>
                  </a:cubicBezTo>
                  <a:cubicBezTo>
                    <a:pt x="3479423" y="6664512"/>
                    <a:pt x="3855769" y="6792387"/>
                    <a:pt x="4281662" y="6843305"/>
                  </a:cubicBezTo>
                  <a:lnTo>
                    <a:pt x="4449058" y="6858000"/>
                  </a:lnTo>
                  <a:lnTo>
                    <a:pt x="1970756" y="6858000"/>
                  </a:lnTo>
                  <a:lnTo>
                    <a:pt x="1735871" y="6627685"/>
                  </a:lnTo>
                  <a:cubicBezTo>
                    <a:pt x="1502482" y="6382823"/>
                    <a:pt x="1285773" y="6107254"/>
                    <a:pt x="1080930" y="5805127"/>
                  </a:cubicBezTo>
                  <a:cubicBezTo>
                    <a:pt x="556364" y="5032027"/>
                    <a:pt x="0" y="4501616"/>
                    <a:pt x="0" y="3498372"/>
                  </a:cubicBezTo>
                  <a:cubicBezTo>
                    <a:pt x="0" y="2160829"/>
                    <a:pt x="685185" y="949872"/>
                    <a:pt x="1708172" y="73302"/>
                  </a:cubicBezTo>
                  <a:close/>
                </a:path>
              </a:pathLst>
            </a:custGeom>
            <a:gradFill>
              <a:gsLst>
                <a:gs pos="2000">
                  <a:schemeClr val="bg1">
                    <a:alpha val="10000"/>
                  </a:schemeClr>
                </a:gs>
                <a:gs pos="5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 name="Content Placeholder 2">
            <a:extLst>
              <a:ext uri="{FF2B5EF4-FFF2-40B4-BE49-F238E27FC236}">
                <a16:creationId xmlns:a16="http://schemas.microsoft.com/office/drawing/2014/main" id="{E29D981D-4D83-A443-27AD-5563CE52E98C}"/>
              </a:ext>
            </a:extLst>
          </p:cNvPr>
          <p:cNvSpPr>
            <a:spLocks noGrp="1"/>
          </p:cNvSpPr>
          <p:nvPr>
            <p:ph idx="1"/>
          </p:nvPr>
        </p:nvSpPr>
        <p:spPr>
          <a:xfrm>
            <a:off x="6632812" y="1032987"/>
            <a:ext cx="4919108" cy="4792027"/>
          </a:xfrm>
        </p:spPr>
        <p:txBody>
          <a:bodyPr anchor="ctr">
            <a:normAutofit/>
          </a:bodyPr>
          <a:lstStyle/>
          <a:p>
            <a:r>
              <a:rPr lang="en-US" sz="2000">
                <a:solidFill>
                  <a:schemeClr val="tx2"/>
                </a:solidFill>
              </a:rPr>
              <a:t>Proposal Related Assignments</a:t>
            </a:r>
          </a:p>
          <a:p>
            <a:pPr lvl="1"/>
            <a:r>
              <a:rPr lang="en-US" sz="2000">
                <a:solidFill>
                  <a:schemeClr val="tx2"/>
                </a:solidFill>
              </a:rPr>
              <a:t>Project Assignments (you will have multiple attempts on these assignments as revision is expected based on feedback)</a:t>
            </a:r>
          </a:p>
          <a:p>
            <a:pPr lvl="1"/>
            <a:r>
              <a:rPr lang="en-US" sz="2000">
                <a:solidFill>
                  <a:schemeClr val="tx2"/>
                </a:solidFill>
              </a:rPr>
              <a:t>Proposal Presentations</a:t>
            </a:r>
          </a:p>
          <a:p>
            <a:pPr lvl="1"/>
            <a:r>
              <a:rPr lang="en-US" sz="2000">
                <a:solidFill>
                  <a:schemeClr val="tx2"/>
                </a:solidFill>
              </a:rPr>
              <a:t>Final Proposal</a:t>
            </a:r>
          </a:p>
          <a:p>
            <a:r>
              <a:rPr lang="en-US" sz="2000">
                <a:solidFill>
                  <a:schemeClr val="tx2"/>
                </a:solidFill>
              </a:rPr>
              <a:t>In-Class/Small Group Exercises and Assignments</a:t>
            </a:r>
          </a:p>
          <a:p>
            <a:pPr lvl="1"/>
            <a:r>
              <a:rPr lang="en-US" sz="2000">
                <a:solidFill>
                  <a:schemeClr val="tx2"/>
                </a:solidFill>
              </a:rPr>
              <a:t>Short assignments meant to reinforce key topics and concepts</a:t>
            </a:r>
          </a:p>
          <a:p>
            <a:pPr lvl="1"/>
            <a:r>
              <a:rPr lang="en-US" sz="2000">
                <a:solidFill>
                  <a:schemeClr val="tx2"/>
                </a:solidFill>
              </a:rPr>
              <a:t>These assignments are independent of your research proposal, but many will assist in making progress on your proposal</a:t>
            </a:r>
          </a:p>
        </p:txBody>
      </p:sp>
    </p:spTree>
    <p:extLst>
      <p:ext uri="{BB962C8B-B14F-4D97-AF65-F5344CB8AC3E}">
        <p14:creationId xmlns:p14="http://schemas.microsoft.com/office/powerpoint/2010/main" val="31230624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7BF42CA-AD55-48B4-8949-C4DCA60A6A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6AE1D3D-3106-4CB2-AA7C-0C1642AC0F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A31B6AF-B711-4CDB-8C2B-16E963DDC4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37" y="0"/>
            <a:ext cx="5646974" cy="6483075"/>
            <a:chOff x="-19221" y="0"/>
            <a:chExt cx="5646974" cy="6483075"/>
          </a:xfrm>
        </p:grpSpPr>
        <p:sp>
          <p:nvSpPr>
            <p:cNvPr id="13" name="Freeform: Shape 12">
              <a:extLst>
                <a:ext uri="{FF2B5EF4-FFF2-40B4-BE49-F238E27FC236}">
                  <a16:creationId xmlns:a16="http://schemas.microsoft.com/office/drawing/2014/main" id="{CA818331-E13C-49C6-B98D-A60AD0E85A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16610"/>
              <a:ext cx="5535001" cy="6250127"/>
            </a:xfrm>
            <a:custGeom>
              <a:avLst/>
              <a:gdLst>
                <a:gd name="connsiteX0" fmla="*/ 2510242 w 5535001"/>
                <a:gd name="connsiteY0" fmla="*/ 174 h 6250127"/>
                <a:gd name="connsiteX1" fmla="*/ 2550551 w 5535001"/>
                <a:gd name="connsiteY1" fmla="*/ 510 h 6250127"/>
                <a:gd name="connsiteX2" fmla="*/ 2629490 w 5535001"/>
                <a:gd name="connsiteY2" fmla="*/ 3757 h 6250127"/>
                <a:gd name="connsiteX3" fmla="*/ 2708317 w 5535001"/>
                <a:gd name="connsiteY3" fmla="*/ 7229 h 6250127"/>
                <a:gd name="connsiteX4" fmla="*/ 2787256 w 5535001"/>
                <a:gd name="connsiteY4" fmla="*/ 14619 h 6250127"/>
                <a:gd name="connsiteX5" fmla="*/ 3408467 w 5535001"/>
                <a:gd name="connsiteY5" fmla="*/ 145064 h 6250127"/>
                <a:gd name="connsiteX6" fmla="*/ 3557723 w 5535001"/>
                <a:gd name="connsiteY6" fmla="*/ 199593 h 6250127"/>
                <a:gd name="connsiteX7" fmla="*/ 3594337 w 5535001"/>
                <a:gd name="connsiteY7" fmla="*/ 214597 h 6250127"/>
                <a:gd name="connsiteX8" fmla="*/ 3630616 w 5535001"/>
                <a:gd name="connsiteY8" fmla="*/ 230385 h 6250127"/>
                <a:gd name="connsiteX9" fmla="*/ 3703172 w 5535001"/>
                <a:gd name="connsiteY9" fmla="*/ 262073 h 6250127"/>
                <a:gd name="connsiteX10" fmla="*/ 3739003 w 5535001"/>
                <a:gd name="connsiteY10" fmla="*/ 278756 h 6250127"/>
                <a:gd name="connsiteX11" fmla="*/ 3756806 w 5535001"/>
                <a:gd name="connsiteY11" fmla="*/ 287266 h 6250127"/>
                <a:gd name="connsiteX12" fmla="*/ 3773714 w 5535001"/>
                <a:gd name="connsiteY12" fmla="*/ 297567 h 6250127"/>
                <a:gd name="connsiteX13" fmla="*/ 3840784 w 5535001"/>
                <a:gd name="connsiteY13" fmla="*/ 339332 h 6250127"/>
                <a:gd name="connsiteX14" fmla="*/ 3873927 w 5535001"/>
                <a:gd name="connsiteY14" fmla="*/ 360495 h 6250127"/>
                <a:gd name="connsiteX15" fmla="*/ 3906062 w 5535001"/>
                <a:gd name="connsiteY15" fmla="*/ 383001 h 6250127"/>
                <a:gd name="connsiteX16" fmla="*/ 3969662 w 5535001"/>
                <a:gd name="connsiteY16" fmla="*/ 428572 h 6250127"/>
                <a:gd name="connsiteX17" fmla="*/ 4423029 w 5535001"/>
                <a:gd name="connsiteY17" fmla="*/ 837600 h 6250127"/>
                <a:gd name="connsiteX18" fmla="*/ 4474647 w 5535001"/>
                <a:gd name="connsiteY18" fmla="*/ 891569 h 6250127"/>
                <a:gd name="connsiteX19" fmla="*/ 4524250 w 5535001"/>
                <a:gd name="connsiteY19" fmla="*/ 946883 h 6250127"/>
                <a:gd name="connsiteX20" fmla="*/ 4573965 w 5535001"/>
                <a:gd name="connsiteY20" fmla="*/ 1001748 h 6250127"/>
                <a:gd name="connsiteX21" fmla="*/ 4622224 w 5535001"/>
                <a:gd name="connsiteY21" fmla="*/ 1057509 h 6250127"/>
                <a:gd name="connsiteX22" fmla="*/ 4717510 w 5535001"/>
                <a:gd name="connsiteY22" fmla="*/ 1169143 h 6250127"/>
                <a:gd name="connsiteX23" fmla="*/ 4764986 w 5535001"/>
                <a:gd name="connsiteY23" fmla="*/ 1224681 h 6250127"/>
                <a:gd name="connsiteX24" fmla="*/ 4813021 w 5535001"/>
                <a:gd name="connsiteY24" fmla="*/ 1279994 h 6250127"/>
                <a:gd name="connsiteX25" fmla="*/ 5001915 w 5535001"/>
                <a:gd name="connsiteY25" fmla="*/ 1506846 h 6250127"/>
                <a:gd name="connsiteX26" fmla="*/ 5170542 w 5535001"/>
                <a:gd name="connsiteY26" fmla="*/ 1751165 h 6250127"/>
                <a:gd name="connsiteX27" fmla="*/ 5428969 w 5535001"/>
                <a:gd name="connsiteY27" fmla="*/ 2293660 h 6250127"/>
                <a:gd name="connsiteX28" fmla="*/ 5534893 w 5535001"/>
                <a:gd name="connsiteY28" fmla="*/ 2899307 h 6250127"/>
                <a:gd name="connsiteX29" fmla="*/ 5508804 w 5535001"/>
                <a:gd name="connsiteY29" fmla="*/ 3211144 h 6250127"/>
                <a:gd name="connsiteX30" fmla="*/ 5426282 w 5535001"/>
                <a:gd name="connsiteY30" fmla="*/ 3513352 h 6250127"/>
                <a:gd name="connsiteX31" fmla="*/ 5248250 w 5535001"/>
                <a:gd name="connsiteY31" fmla="*/ 4030542 h 6250127"/>
                <a:gd name="connsiteX32" fmla="*/ 5208612 w 5535001"/>
                <a:gd name="connsiteY32" fmla="*/ 4161771 h 6250127"/>
                <a:gd name="connsiteX33" fmla="*/ 5170318 w 5535001"/>
                <a:gd name="connsiteY33" fmla="*/ 4294680 h 6250127"/>
                <a:gd name="connsiteX34" fmla="*/ 5132248 w 5535001"/>
                <a:gd name="connsiteY34" fmla="*/ 4430164 h 6250127"/>
                <a:gd name="connsiteX35" fmla="*/ 5112765 w 5535001"/>
                <a:gd name="connsiteY35" fmla="*/ 4498914 h 6250127"/>
                <a:gd name="connsiteX36" fmla="*/ 5091715 w 5535001"/>
                <a:gd name="connsiteY36" fmla="*/ 4569119 h 6250127"/>
                <a:gd name="connsiteX37" fmla="*/ 5068985 w 5535001"/>
                <a:gd name="connsiteY37" fmla="*/ 4640220 h 6250127"/>
                <a:gd name="connsiteX38" fmla="*/ 5043904 w 5535001"/>
                <a:gd name="connsiteY38" fmla="*/ 4712105 h 6250127"/>
                <a:gd name="connsiteX39" fmla="*/ 5015799 w 5535001"/>
                <a:gd name="connsiteY39" fmla="*/ 4784438 h 6250127"/>
                <a:gd name="connsiteX40" fmla="*/ 4982880 w 5535001"/>
                <a:gd name="connsiteY40" fmla="*/ 4856435 h 6250127"/>
                <a:gd name="connsiteX41" fmla="*/ 4817276 w 5535001"/>
                <a:gd name="connsiteY41" fmla="*/ 5125275 h 6250127"/>
                <a:gd name="connsiteX42" fmla="*/ 4618753 w 5535001"/>
                <a:gd name="connsiteY42" fmla="*/ 5355374 h 6250127"/>
                <a:gd name="connsiteX43" fmla="*/ 4566575 w 5535001"/>
                <a:gd name="connsiteY43" fmla="*/ 5408560 h 6250127"/>
                <a:gd name="connsiteX44" fmla="*/ 4513837 w 5535001"/>
                <a:gd name="connsiteY44" fmla="*/ 5461186 h 6250127"/>
                <a:gd name="connsiteX45" fmla="*/ 4459531 w 5535001"/>
                <a:gd name="connsiteY45" fmla="*/ 5512580 h 6250127"/>
                <a:gd name="connsiteX46" fmla="*/ 4404554 w 5535001"/>
                <a:gd name="connsiteY46" fmla="*/ 5563526 h 6250127"/>
                <a:gd name="connsiteX47" fmla="*/ 4348009 w 5535001"/>
                <a:gd name="connsiteY47" fmla="*/ 5613017 h 6250127"/>
                <a:gd name="connsiteX48" fmla="*/ 4290568 w 5535001"/>
                <a:gd name="connsiteY48" fmla="*/ 5661948 h 6250127"/>
                <a:gd name="connsiteX49" fmla="*/ 4276124 w 5535001"/>
                <a:gd name="connsiteY49" fmla="*/ 5674153 h 6250127"/>
                <a:gd name="connsiteX50" fmla="*/ 4261120 w 5535001"/>
                <a:gd name="connsiteY50" fmla="*/ 5685798 h 6250127"/>
                <a:gd name="connsiteX51" fmla="*/ 4231112 w 5535001"/>
                <a:gd name="connsiteY51" fmla="*/ 5708976 h 6250127"/>
                <a:gd name="connsiteX52" fmla="*/ 4170984 w 5535001"/>
                <a:gd name="connsiteY52" fmla="*/ 5755443 h 6250127"/>
                <a:gd name="connsiteX53" fmla="*/ 4046025 w 5535001"/>
                <a:gd name="connsiteY53" fmla="*/ 5843228 h 6250127"/>
                <a:gd name="connsiteX54" fmla="*/ 3915356 w 5535001"/>
                <a:gd name="connsiteY54" fmla="*/ 5923735 h 6250127"/>
                <a:gd name="connsiteX55" fmla="*/ 3346323 w 5535001"/>
                <a:gd name="connsiteY55" fmla="*/ 6158872 h 6250127"/>
                <a:gd name="connsiteX56" fmla="*/ 2743476 w 5535001"/>
                <a:gd name="connsiteY56" fmla="*/ 6247328 h 6250127"/>
                <a:gd name="connsiteX57" fmla="*/ 2668120 w 5535001"/>
                <a:gd name="connsiteY57" fmla="*/ 6249344 h 6250127"/>
                <a:gd name="connsiteX58" fmla="*/ 2630498 w 5535001"/>
                <a:gd name="connsiteY58" fmla="*/ 6250127 h 6250127"/>
                <a:gd name="connsiteX59" fmla="*/ 2592988 w 5535001"/>
                <a:gd name="connsiteY59" fmla="*/ 6249568 h 6250127"/>
                <a:gd name="connsiteX60" fmla="*/ 2518080 w 5535001"/>
                <a:gd name="connsiteY60" fmla="*/ 6247777 h 6250127"/>
                <a:gd name="connsiteX61" fmla="*/ 2442948 w 5535001"/>
                <a:gd name="connsiteY61" fmla="*/ 6244529 h 6250127"/>
                <a:gd name="connsiteX62" fmla="*/ 2291676 w 5535001"/>
                <a:gd name="connsiteY62" fmla="*/ 6232213 h 6250127"/>
                <a:gd name="connsiteX63" fmla="*/ 2141412 w 5535001"/>
                <a:gd name="connsiteY63" fmla="*/ 6212394 h 6250127"/>
                <a:gd name="connsiteX64" fmla="*/ 1992715 w 5535001"/>
                <a:gd name="connsiteY64" fmla="*/ 6184961 h 6250127"/>
                <a:gd name="connsiteX65" fmla="*/ 1845811 w 5535001"/>
                <a:gd name="connsiteY65" fmla="*/ 6151034 h 6250127"/>
                <a:gd name="connsiteX66" fmla="*/ 1701033 w 5535001"/>
                <a:gd name="connsiteY66" fmla="*/ 6110724 h 6250127"/>
                <a:gd name="connsiteX67" fmla="*/ 1629484 w 5535001"/>
                <a:gd name="connsiteY67" fmla="*/ 6088219 h 6250127"/>
                <a:gd name="connsiteX68" fmla="*/ 1558383 w 5535001"/>
                <a:gd name="connsiteY68" fmla="*/ 6064929 h 6250127"/>
                <a:gd name="connsiteX69" fmla="*/ 1011968 w 5535001"/>
                <a:gd name="connsiteY69" fmla="*/ 5828896 h 6250127"/>
                <a:gd name="connsiteX70" fmla="*/ 511237 w 5535001"/>
                <a:gd name="connsiteY70" fmla="*/ 5512356 h 6250127"/>
                <a:gd name="connsiteX71" fmla="*/ 395572 w 5535001"/>
                <a:gd name="connsiteY71" fmla="*/ 5419757 h 6250127"/>
                <a:gd name="connsiteX72" fmla="*/ 284722 w 5535001"/>
                <a:gd name="connsiteY72" fmla="*/ 5321559 h 6250127"/>
                <a:gd name="connsiteX73" fmla="*/ 257513 w 5535001"/>
                <a:gd name="connsiteY73" fmla="*/ 5296477 h 6250127"/>
                <a:gd name="connsiteX74" fmla="*/ 243853 w 5535001"/>
                <a:gd name="connsiteY74" fmla="*/ 5283937 h 6250127"/>
                <a:gd name="connsiteX75" fmla="*/ 230752 w 5535001"/>
                <a:gd name="connsiteY75" fmla="*/ 5270836 h 6250127"/>
                <a:gd name="connsiteX76" fmla="*/ 178574 w 5535001"/>
                <a:gd name="connsiteY76" fmla="*/ 5218322 h 6250127"/>
                <a:gd name="connsiteX77" fmla="*/ 126508 w 5535001"/>
                <a:gd name="connsiteY77" fmla="*/ 5165584 h 6250127"/>
                <a:gd name="connsiteX78" fmla="*/ 76345 w 5535001"/>
                <a:gd name="connsiteY78" fmla="*/ 5111167 h 6250127"/>
                <a:gd name="connsiteX79" fmla="*/ 26407 w 5535001"/>
                <a:gd name="connsiteY79" fmla="*/ 5056413 h 6250127"/>
                <a:gd name="connsiteX80" fmla="*/ 0 w 5535001"/>
                <a:gd name="connsiteY80" fmla="*/ 5024776 h 6250127"/>
                <a:gd name="connsiteX81" fmla="*/ 0 w 5535001"/>
                <a:gd name="connsiteY81" fmla="*/ 4492798 h 6250127"/>
                <a:gd name="connsiteX82" fmla="*/ 28534 w 5535001"/>
                <a:gd name="connsiteY82" fmla="*/ 4537879 h 6250127"/>
                <a:gd name="connsiteX83" fmla="*/ 66604 w 5535001"/>
                <a:gd name="connsiteY83" fmla="*/ 4592745 h 6250127"/>
                <a:gd name="connsiteX84" fmla="*/ 104114 w 5535001"/>
                <a:gd name="connsiteY84" fmla="*/ 4647834 h 6250127"/>
                <a:gd name="connsiteX85" fmla="*/ 143751 w 5535001"/>
                <a:gd name="connsiteY85" fmla="*/ 4701580 h 6250127"/>
                <a:gd name="connsiteX86" fmla="*/ 182717 w 5535001"/>
                <a:gd name="connsiteY86" fmla="*/ 4755773 h 6250127"/>
                <a:gd name="connsiteX87" fmla="*/ 223810 w 5535001"/>
                <a:gd name="connsiteY87" fmla="*/ 4808399 h 6250127"/>
                <a:gd name="connsiteX88" fmla="*/ 264679 w 5535001"/>
                <a:gd name="connsiteY88" fmla="*/ 4861249 h 6250127"/>
                <a:gd name="connsiteX89" fmla="*/ 307788 w 5535001"/>
                <a:gd name="connsiteY89" fmla="*/ 4912420 h 6250127"/>
                <a:gd name="connsiteX90" fmla="*/ 351232 w 5535001"/>
                <a:gd name="connsiteY90" fmla="*/ 4963254 h 6250127"/>
                <a:gd name="connsiteX91" fmla="*/ 397028 w 5535001"/>
                <a:gd name="connsiteY91" fmla="*/ 5012185 h 6250127"/>
                <a:gd name="connsiteX92" fmla="*/ 443496 w 5535001"/>
                <a:gd name="connsiteY92" fmla="*/ 5060444 h 6250127"/>
                <a:gd name="connsiteX93" fmla="*/ 455140 w 5535001"/>
                <a:gd name="connsiteY93" fmla="*/ 5072537 h 6250127"/>
                <a:gd name="connsiteX94" fmla="*/ 467345 w 5535001"/>
                <a:gd name="connsiteY94" fmla="*/ 5083958 h 6250127"/>
                <a:gd name="connsiteX95" fmla="*/ 491755 w 5535001"/>
                <a:gd name="connsiteY95" fmla="*/ 5106912 h 6250127"/>
                <a:gd name="connsiteX96" fmla="*/ 540686 w 5535001"/>
                <a:gd name="connsiteY96" fmla="*/ 5152819 h 6250127"/>
                <a:gd name="connsiteX97" fmla="*/ 552890 w 5535001"/>
                <a:gd name="connsiteY97" fmla="*/ 5164353 h 6250127"/>
                <a:gd name="connsiteX98" fmla="*/ 565655 w 5535001"/>
                <a:gd name="connsiteY98" fmla="*/ 5175214 h 6250127"/>
                <a:gd name="connsiteX99" fmla="*/ 591072 w 5535001"/>
                <a:gd name="connsiteY99" fmla="*/ 5197048 h 6250127"/>
                <a:gd name="connsiteX100" fmla="*/ 694197 w 5535001"/>
                <a:gd name="connsiteY100" fmla="*/ 5283041 h 6250127"/>
                <a:gd name="connsiteX101" fmla="*/ 1146221 w 5535001"/>
                <a:gd name="connsiteY101" fmla="*/ 5573716 h 6250127"/>
                <a:gd name="connsiteX102" fmla="*/ 1650982 w 5535001"/>
                <a:gd name="connsiteY102" fmla="*/ 5758130 h 6250127"/>
                <a:gd name="connsiteX103" fmla="*/ 1716485 w 5535001"/>
                <a:gd name="connsiteY103" fmla="*/ 5772798 h 6250127"/>
                <a:gd name="connsiteX104" fmla="*/ 1782211 w 5535001"/>
                <a:gd name="connsiteY104" fmla="*/ 5786235 h 6250127"/>
                <a:gd name="connsiteX105" fmla="*/ 1848386 w 5535001"/>
                <a:gd name="connsiteY105" fmla="*/ 5796984 h 6250127"/>
                <a:gd name="connsiteX106" fmla="*/ 1881417 w 5535001"/>
                <a:gd name="connsiteY106" fmla="*/ 5802359 h 6250127"/>
                <a:gd name="connsiteX107" fmla="*/ 1914560 w 5535001"/>
                <a:gd name="connsiteY107" fmla="*/ 5807061 h 6250127"/>
                <a:gd name="connsiteX108" fmla="*/ 2047469 w 5535001"/>
                <a:gd name="connsiteY108" fmla="*/ 5821282 h 6250127"/>
                <a:gd name="connsiteX109" fmla="*/ 2180601 w 5535001"/>
                <a:gd name="connsiteY109" fmla="*/ 5828896 h 6250127"/>
                <a:gd name="connsiteX110" fmla="*/ 2313622 w 5535001"/>
                <a:gd name="connsiteY110" fmla="*/ 5830463 h 6250127"/>
                <a:gd name="connsiteX111" fmla="*/ 2380021 w 5535001"/>
                <a:gd name="connsiteY111" fmla="*/ 5828448 h 6250127"/>
                <a:gd name="connsiteX112" fmla="*/ 2446195 w 5535001"/>
                <a:gd name="connsiteY112" fmla="*/ 5826433 h 6250127"/>
                <a:gd name="connsiteX113" fmla="*/ 2513041 w 5535001"/>
                <a:gd name="connsiteY113" fmla="*/ 5822737 h 6250127"/>
                <a:gd name="connsiteX114" fmla="*/ 2580111 w 5535001"/>
                <a:gd name="connsiteY114" fmla="*/ 5818258 h 6250127"/>
                <a:gd name="connsiteX115" fmla="*/ 2613590 w 5535001"/>
                <a:gd name="connsiteY115" fmla="*/ 5816355 h 6250127"/>
                <a:gd name="connsiteX116" fmla="*/ 2646845 w 5535001"/>
                <a:gd name="connsiteY116" fmla="*/ 5813108 h 6250127"/>
                <a:gd name="connsiteX117" fmla="*/ 2713244 w 5535001"/>
                <a:gd name="connsiteY117" fmla="*/ 5806838 h 6250127"/>
                <a:gd name="connsiteX118" fmla="*/ 3230882 w 5535001"/>
                <a:gd name="connsiteY118" fmla="*/ 5721292 h 6250127"/>
                <a:gd name="connsiteX119" fmla="*/ 3720416 w 5535001"/>
                <a:gd name="connsiteY119" fmla="*/ 5556472 h 6250127"/>
                <a:gd name="connsiteX120" fmla="*/ 3837425 w 5535001"/>
                <a:gd name="connsiteY120" fmla="*/ 5499927 h 6250127"/>
                <a:gd name="connsiteX121" fmla="*/ 3951634 w 5535001"/>
                <a:gd name="connsiteY121" fmla="*/ 5436552 h 6250127"/>
                <a:gd name="connsiteX122" fmla="*/ 4007284 w 5535001"/>
                <a:gd name="connsiteY122" fmla="*/ 5401841 h 6250127"/>
                <a:gd name="connsiteX123" fmla="*/ 4035164 w 5535001"/>
                <a:gd name="connsiteY123" fmla="*/ 5384374 h 6250127"/>
                <a:gd name="connsiteX124" fmla="*/ 4049049 w 5535001"/>
                <a:gd name="connsiteY124" fmla="*/ 5375640 h 6250127"/>
                <a:gd name="connsiteX125" fmla="*/ 4062485 w 5535001"/>
                <a:gd name="connsiteY125" fmla="*/ 5366123 h 6250127"/>
                <a:gd name="connsiteX126" fmla="*/ 4116567 w 5535001"/>
                <a:gd name="connsiteY126" fmla="*/ 5328277 h 6250127"/>
                <a:gd name="connsiteX127" fmla="*/ 4169976 w 5535001"/>
                <a:gd name="connsiteY127" fmla="*/ 5289199 h 6250127"/>
                <a:gd name="connsiteX128" fmla="*/ 4222042 w 5535001"/>
                <a:gd name="connsiteY128" fmla="*/ 5247994 h 6250127"/>
                <a:gd name="connsiteX129" fmla="*/ 4273213 w 5535001"/>
                <a:gd name="connsiteY129" fmla="*/ 5205558 h 6250127"/>
                <a:gd name="connsiteX130" fmla="*/ 4323151 w 5535001"/>
                <a:gd name="connsiteY130" fmla="*/ 5161329 h 6250127"/>
                <a:gd name="connsiteX131" fmla="*/ 4371971 w 5535001"/>
                <a:gd name="connsiteY131" fmla="*/ 5116093 h 6250127"/>
                <a:gd name="connsiteX132" fmla="*/ 4546868 w 5535001"/>
                <a:gd name="connsiteY132" fmla="*/ 4924400 h 6250127"/>
                <a:gd name="connsiteX133" fmla="*/ 4675634 w 5535001"/>
                <a:gd name="connsiteY133" fmla="*/ 4715352 h 6250127"/>
                <a:gd name="connsiteX134" fmla="*/ 4700155 w 5535001"/>
                <a:gd name="connsiteY134" fmla="*/ 4659255 h 6250127"/>
                <a:gd name="connsiteX135" fmla="*/ 4721206 w 5535001"/>
                <a:gd name="connsiteY135" fmla="*/ 4600135 h 6250127"/>
                <a:gd name="connsiteX136" fmla="*/ 4740465 w 5535001"/>
                <a:gd name="connsiteY136" fmla="*/ 4538887 h 6250127"/>
                <a:gd name="connsiteX137" fmla="*/ 4758492 w 5535001"/>
                <a:gd name="connsiteY137" fmla="*/ 4475848 h 6250127"/>
                <a:gd name="connsiteX138" fmla="*/ 4891288 w 5535001"/>
                <a:gd name="connsiteY138" fmla="*/ 3930329 h 6250127"/>
                <a:gd name="connsiteX139" fmla="*/ 5066298 w 5535001"/>
                <a:gd name="connsiteY139" fmla="*/ 3382235 h 6250127"/>
                <a:gd name="connsiteX140" fmla="*/ 5156994 w 5535001"/>
                <a:gd name="connsiteY140" fmla="*/ 2898635 h 6250127"/>
                <a:gd name="connsiteX141" fmla="*/ 5083317 w 5535001"/>
                <a:gd name="connsiteY141" fmla="*/ 2402047 h 6250127"/>
                <a:gd name="connsiteX142" fmla="*/ 4871022 w 5535001"/>
                <a:gd name="connsiteY142" fmla="*/ 1926958 h 6250127"/>
                <a:gd name="connsiteX143" fmla="*/ 4727028 w 5535001"/>
                <a:gd name="connsiteY143" fmla="*/ 1703577 h 6250127"/>
                <a:gd name="connsiteX144" fmla="*/ 4563776 w 5535001"/>
                <a:gd name="connsiteY144" fmla="*/ 1490834 h 6250127"/>
                <a:gd name="connsiteX145" fmla="*/ 4370291 w 5535001"/>
                <a:gd name="connsiteY145" fmla="*/ 1300596 h 6250127"/>
                <a:gd name="connsiteX146" fmla="*/ 4266046 w 5535001"/>
                <a:gd name="connsiteY146" fmla="*/ 1214491 h 6250127"/>
                <a:gd name="connsiteX147" fmla="*/ 4212973 w 5535001"/>
                <a:gd name="connsiteY147" fmla="*/ 1173062 h 6250127"/>
                <a:gd name="connsiteX148" fmla="*/ 4157995 w 5535001"/>
                <a:gd name="connsiteY148" fmla="*/ 1134545 h 6250127"/>
                <a:gd name="connsiteX149" fmla="*/ 3697126 w 5535001"/>
                <a:gd name="connsiteY149" fmla="*/ 881044 h 6250127"/>
                <a:gd name="connsiteX150" fmla="*/ 3637670 w 5535001"/>
                <a:gd name="connsiteY150" fmla="*/ 856747 h 6250127"/>
                <a:gd name="connsiteX151" fmla="*/ 3608222 w 5535001"/>
                <a:gd name="connsiteY151" fmla="*/ 844318 h 6250127"/>
                <a:gd name="connsiteX152" fmla="*/ 3578214 w 5535001"/>
                <a:gd name="connsiteY152" fmla="*/ 833457 h 6250127"/>
                <a:gd name="connsiteX153" fmla="*/ 3518309 w 5535001"/>
                <a:gd name="connsiteY153" fmla="*/ 812294 h 6250127"/>
                <a:gd name="connsiteX154" fmla="*/ 3503417 w 5535001"/>
                <a:gd name="connsiteY154" fmla="*/ 806920 h 6250127"/>
                <a:gd name="connsiteX155" fmla="*/ 3489533 w 5535001"/>
                <a:gd name="connsiteY155" fmla="*/ 799642 h 6250127"/>
                <a:gd name="connsiteX156" fmla="*/ 3460869 w 5535001"/>
                <a:gd name="connsiteY156" fmla="*/ 787101 h 6250127"/>
                <a:gd name="connsiteX157" fmla="*/ 3402980 w 5535001"/>
                <a:gd name="connsiteY157" fmla="*/ 763475 h 6250127"/>
                <a:gd name="connsiteX158" fmla="*/ 3374092 w 5535001"/>
                <a:gd name="connsiteY158" fmla="*/ 751606 h 6250127"/>
                <a:gd name="connsiteX159" fmla="*/ 3344980 w 5535001"/>
                <a:gd name="connsiteY159" fmla="*/ 740409 h 6250127"/>
                <a:gd name="connsiteX160" fmla="*/ 3226627 w 5535001"/>
                <a:gd name="connsiteY160" fmla="*/ 700772 h 6250127"/>
                <a:gd name="connsiteX161" fmla="*/ 2735750 w 5535001"/>
                <a:gd name="connsiteY161" fmla="*/ 614667 h 6250127"/>
                <a:gd name="connsiteX162" fmla="*/ 2673158 w 5535001"/>
                <a:gd name="connsiteY162" fmla="*/ 610412 h 6250127"/>
                <a:gd name="connsiteX163" fmla="*/ 2610119 w 5535001"/>
                <a:gd name="connsiteY163" fmla="*/ 609628 h 6250127"/>
                <a:gd name="connsiteX164" fmla="*/ 2547080 w 5535001"/>
                <a:gd name="connsiteY164" fmla="*/ 608620 h 6250127"/>
                <a:gd name="connsiteX165" fmla="*/ 2516400 w 5535001"/>
                <a:gd name="connsiteY165" fmla="*/ 608844 h 6250127"/>
                <a:gd name="connsiteX166" fmla="*/ 2486280 w 5535001"/>
                <a:gd name="connsiteY166" fmla="*/ 609740 h 6250127"/>
                <a:gd name="connsiteX167" fmla="*/ 2426376 w 5535001"/>
                <a:gd name="connsiteY167" fmla="*/ 613099 h 6250127"/>
                <a:gd name="connsiteX168" fmla="*/ 2366920 w 5535001"/>
                <a:gd name="connsiteY168" fmla="*/ 618474 h 6250127"/>
                <a:gd name="connsiteX169" fmla="*/ 2337248 w 5535001"/>
                <a:gd name="connsiteY169" fmla="*/ 621497 h 6250127"/>
                <a:gd name="connsiteX170" fmla="*/ 2307800 w 5535001"/>
                <a:gd name="connsiteY170" fmla="*/ 625528 h 6250127"/>
                <a:gd name="connsiteX171" fmla="*/ 2278351 w 5535001"/>
                <a:gd name="connsiteY171" fmla="*/ 629559 h 6250127"/>
                <a:gd name="connsiteX172" fmla="*/ 2249127 w 5535001"/>
                <a:gd name="connsiteY172" fmla="*/ 634710 h 6250127"/>
                <a:gd name="connsiteX173" fmla="*/ 1796096 w 5535001"/>
                <a:gd name="connsiteY173" fmla="*/ 781726 h 6250127"/>
                <a:gd name="connsiteX174" fmla="*/ 1370833 w 5535001"/>
                <a:gd name="connsiteY174" fmla="*/ 1048663 h 6250127"/>
                <a:gd name="connsiteX175" fmla="*/ 959790 w 5535001"/>
                <a:gd name="connsiteY175" fmla="*/ 1390844 h 6250127"/>
                <a:gd name="connsiteX176" fmla="*/ 749062 w 5535001"/>
                <a:gd name="connsiteY176" fmla="*/ 1577611 h 6250127"/>
                <a:gd name="connsiteX177" fmla="*/ 524786 w 5535001"/>
                <a:gd name="connsiteY177" fmla="*/ 1763145 h 6250127"/>
                <a:gd name="connsiteX178" fmla="*/ 84071 w 5535001"/>
                <a:gd name="connsiteY178" fmla="*/ 2098496 h 6250127"/>
                <a:gd name="connsiteX179" fmla="*/ 0 w 5535001"/>
                <a:gd name="connsiteY179" fmla="*/ 2168094 h 6250127"/>
                <a:gd name="connsiteX180" fmla="*/ 0 w 5535001"/>
                <a:gd name="connsiteY180" fmla="*/ 1576676 h 6250127"/>
                <a:gd name="connsiteX181" fmla="*/ 174655 w 5535001"/>
                <a:gd name="connsiteY181" fmla="*/ 1387597 h 6250127"/>
                <a:gd name="connsiteX182" fmla="*/ 363661 w 5535001"/>
                <a:gd name="connsiteY182" fmla="*/ 1188626 h 6250127"/>
                <a:gd name="connsiteX183" fmla="*/ 458052 w 5535001"/>
                <a:gd name="connsiteY183" fmla="*/ 1086397 h 6250127"/>
                <a:gd name="connsiteX184" fmla="*/ 557257 w 5535001"/>
                <a:gd name="connsiteY184" fmla="*/ 981593 h 6250127"/>
                <a:gd name="connsiteX185" fmla="*/ 994165 w 5535001"/>
                <a:gd name="connsiteY185" fmla="*/ 578389 h 6250127"/>
                <a:gd name="connsiteX186" fmla="*/ 1520873 w 5535001"/>
                <a:gd name="connsiteY186" fmla="*/ 237215 h 6250127"/>
                <a:gd name="connsiteX187" fmla="*/ 2141748 w 5535001"/>
                <a:gd name="connsiteY187" fmla="*/ 31190 h 6250127"/>
                <a:gd name="connsiteX188" fmla="*/ 2182505 w 5535001"/>
                <a:gd name="connsiteY188" fmla="*/ 24360 h 6250127"/>
                <a:gd name="connsiteX189" fmla="*/ 2223374 w 5535001"/>
                <a:gd name="connsiteY189" fmla="*/ 18873 h 6250127"/>
                <a:gd name="connsiteX190" fmla="*/ 2264355 w 5535001"/>
                <a:gd name="connsiteY190" fmla="*/ 13611 h 6250127"/>
                <a:gd name="connsiteX191" fmla="*/ 2305336 w 5535001"/>
                <a:gd name="connsiteY191" fmla="*/ 9580 h 6250127"/>
                <a:gd name="connsiteX192" fmla="*/ 2387410 w 5535001"/>
                <a:gd name="connsiteY192" fmla="*/ 3645 h 6250127"/>
                <a:gd name="connsiteX193" fmla="*/ 2469373 w 5535001"/>
                <a:gd name="connsiteY193" fmla="*/ 622 h 62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5535001" h="6250127">
                  <a:moveTo>
                    <a:pt x="2510242" y="174"/>
                  </a:moveTo>
                  <a:cubicBezTo>
                    <a:pt x="2523902" y="-50"/>
                    <a:pt x="2537562" y="-162"/>
                    <a:pt x="2550551" y="510"/>
                  </a:cubicBezTo>
                  <a:lnTo>
                    <a:pt x="2629490" y="3757"/>
                  </a:lnTo>
                  <a:lnTo>
                    <a:pt x="2708317" y="7229"/>
                  </a:lnTo>
                  <a:cubicBezTo>
                    <a:pt x="2734630" y="8572"/>
                    <a:pt x="2760943" y="12155"/>
                    <a:pt x="2787256" y="14619"/>
                  </a:cubicBezTo>
                  <a:cubicBezTo>
                    <a:pt x="2997536" y="34885"/>
                    <a:pt x="3207144" y="77994"/>
                    <a:pt x="3408467" y="145064"/>
                  </a:cubicBezTo>
                  <a:lnTo>
                    <a:pt x="3557723" y="199593"/>
                  </a:lnTo>
                  <a:cubicBezTo>
                    <a:pt x="3570264" y="203848"/>
                    <a:pt x="3582245" y="209447"/>
                    <a:pt x="3594337" y="214597"/>
                  </a:cubicBezTo>
                  <a:lnTo>
                    <a:pt x="3630616" y="230385"/>
                  </a:lnTo>
                  <a:lnTo>
                    <a:pt x="3703172" y="262073"/>
                  </a:lnTo>
                  <a:cubicBezTo>
                    <a:pt x="3715265" y="267335"/>
                    <a:pt x="3727358" y="272598"/>
                    <a:pt x="3739003" y="278756"/>
                  </a:cubicBezTo>
                  <a:cubicBezTo>
                    <a:pt x="3744937" y="281667"/>
                    <a:pt x="3750984" y="284131"/>
                    <a:pt x="3756806" y="287266"/>
                  </a:cubicBezTo>
                  <a:cubicBezTo>
                    <a:pt x="3762517" y="290513"/>
                    <a:pt x="3768115" y="294208"/>
                    <a:pt x="3773714" y="297567"/>
                  </a:cubicBezTo>
                  <a:lnTo>
                    <a:pt x="3840784" y="339332"/>
                  </a:lnTo>
                  <a:cubicBezTo>
                    <a:pt x="3851869" y="346386"/>
                    <a:pt x="3863290" y="352881"/>
                    <a:pt x="3873927" y="360495"/>
                  </a:cubicBezTo>
                  <a:lnTo>
                    <a:pt x="3906062" y="383001"/>
                  </a:lnTo>
                  <a:lnTo>
                    <a:pt x="3969662" y="428572"/>
                  </a:lnTo>
                  <a:cubicBezTo>
                    <a:pt x="4137281" y="552188"/>
                    <a:pt x="4285417" y="693270"/>
                    <a:pt x="4423029" y="837600"/>
                  </a:cubicBezTo>
                  <a:cubicBezTo>
                    <a:pt x="4440160" y="855739"/>
                    <a:pt x="4457404" y="873766"/>
                    <a:pt x="4474647" y="891569"/>
                  </a:cubicBezTo>
                  <a:lnTo>
                    <a:pt x="4524250" y="946883"/>
                  </a:lnTo>
                  <a:lnTo>
                    <a:pt x="4573965" y="1001748"/>
                  </a:lnTo>
                  <a:cubicBezTo>
                    <a:pt x="4590760" y="1019887"/>
                    <a:pt x="4605988" y="1039146"/>
                    <a:pt x="4622224" y="1057509"/>
                  </a:cubicBezTo>
                  <a:cubicBezTo>
                    <a:pt x="4653911" y="1094907"/>
                    <a:pt x="4686831" y="1131409"/>
                    <a:pt x="4717510" y="1169143"/>
                  </a:cubicBezTo>
                  <a:cubicBezTo>
                    <a:pt x="4733186" y="1187730"/>
                    <a:pt x="4748862" y="1206430"/>
                    <a:pt x="4764986" y="1224681"/>
                  </a:cubicBezTo>
                  <a:cubicBezTo>
                    <a:pt x="4780886" y="1243044"/>
                    <a:pt x="4797233" y="1261071"/>
                    <a:pt x="4813021" y="1279994"/>
                  </a:cubicBezTo>
                  <a:cubicBezTo>
                    <a:pt x="4877292" y="1354230"/>
                    <a:pt x="4941339" y="1428914"/>
                    <a:pt x="5001915" y="1506846"/>
                  </a:cubicBezTo>
                  <a:cubicBezTo>
                    <a:pt x="5062603" y="1584665"/>
                    <a:pt x="5118252" y="1666739"/>
                    <a:pt x="5170542" y="1751165"/>
                  </a:cubicBezTo>
                  <a:cubicBezTo>
                    <a:pt x="5274898" y="1920240"/>
                    <a:pt x="5363579" y="2101295"/>
                    <a:pt x="5428969" y="2293660"/>
                  </a:cubicBezTo>
                  <a:cubicBezTo>
                    <a:pt x="5494136" y="2485801"/>
                    <a:pt x="5533102" y="2690819"/>
                    <a:pt x="5534893" y="2899307"/>
                  </a:cubicBezTo>
                  <a:cubicBezTo>
                    <a:pt x="5536124" y="3003439"/>
                    <a:pt x="5526831" y="3108132"/>
                    <a:pt x="5508804" y="3211144"/>
                  </a:cubicBezTo>
                  <a:cubicBezTo>
                    <a:pt x="5490441" y="3314157"/>
                    <a:pt x="5462336" y="3415490"/>
                    <a:pt x="5426282" y="3513352"/>
                  </a:cubicBezTo>
                  <a:cubicBezTo>
                    <a:pt x="5363355" y="3684890"/>
                    <a:pt x="5302219" y="3856428"/>
                    <a:pt x="5248250" y="4030542"/>
                  </a:cubicBezTo>
                  <a:lnTo>
                    <a:pt x="5208612" y="4161771"/>
                  </a:lnTo>
                  <a:lnTo>
                    <a:pt x="5170318" y="4294680"/>
                  </a:lnTo>
                  <a:lnTo>
                    <a:pt x="5132248" y="4430164"/>
                  </a:lnTo>
                  <a:lnTo>
                    <a:pt x="5112765" y="4498914"/>
                  </a:lnTo>
                  <a:lnTo>
                    <a:pt x="5091715" y="4569119"/>
                  </a:lnTo>
                  <a:cubicBezTo>
                    <a:pt x="5085221" y="4592297"/>
                    <a:pt x="5076823" y="4616482"/>
                    <a:pt x="5068985" y="4640220"/>
                  </a:cubicBezTo>
                  <a:cubicBezTo>
                    <a:pt x="5060699" y="4664182"/>
                    <a:pt x="5053981" y="4687807"/>
                    <a:pt x="5043904" y="4712105"/>
                  </a:cubicBezTo>
                  <a:lnTo>
                    <a:pt x="5015799" y="4784438"/>
                  </a:lnTo>
                  <a:cubicBezTo>
                    <a:pt x="5005274" y="4808511"/>
                    <a:pt x="4993965" y="4832473"/>
                    <a:pt x="4982880" y="4856435"/>
                  </a:cubicBezTo>
                  <a:cubicBezTo>
                    <a:pt x="4936524" y="4951273"/>
                    <a:pt x="4881099" y="5044096"/>
                    <a:pt x="4817276" y="5125275"/>
                  </a:cubicBezTo>
                  <a:cubicBezTo>
                    <a:pt x="4755244" y="5208805"/>
                    <a:pt x="4686943" y="5282817"/>
                    <a:pt x="4618753" y="5355374"/>
                  </a:cubicBezTo>
                  <a:cubicBezTo>
                    <a:pt x="4602069" y="5374073"/>
                    <a:pt x="4584154" y="5391092"/>
                    <a:pt x="4566575" y="5408560"/>
                  </a:cubicBezTo>
                  <a:lnTo>
                    <a:pt x="4513837" y="5461186"/>
                  </a:lnTo>
                  <a:cubicBezTo>
                    <a:pt x="4496593" y="5479101"/>
                    <a:pt x="4477894" y="5495560"/>
                    <a:pt x="4459531" y="5512580"/>
                  </a:cubicBezTo>
                  <a:lnTo>
                    <a:pt x="4404554" y="5563526"/>
                  </a:lnTo>
                  <a:cubicBezTo>
                    <a:pt x="4386527" y="5580770"/>
                    <a:pt x="4366932" y="5596670"/>
                    <a:pt x="4348009" y="5613017"/>
                  </a:cubicBezTo>
                  <a:lnTo>
                    <a:pt x="4290568" y="5661948"/>
                  </a:lnTo>
                  <a:lnTo>
                    <a:pt x="4276124" y="5674153"/>
                  </a:lnTo>
                  <a:lnTo>
                    <a:pt x="4261120" y="5685798"/>
                  </a:lnTo>
                  <a:lnTo>
                    <a:pt x="4231112" y="5708976"/>
                  </a:lnTo>
                  <a:lnTo>
                    <a:pt x="4170984" y="5755443"/>
                  </a:lnTo>
                  <a:cubicBezTo>
                    <a:pt x="4130227" y="5785563"/>
                    <a:pt x="4087790" y="5813892"/>
                    <a:pt x="4046025" y="5843228"/>
                  </a:cubicBezTo>
                  <a:cubicBezTo>
                    <a:pt x="4002917" y="5870437"/>
                    <a:pt x="3959248" y="5897309"/>
                    <a:pt x="3915356" y="5923735"/>
                  </a:cubicBezTo>
                  <a:cubicBezTo>
                    <a:pt x="3737659" y="6026299"/>
                    <a:pt x="3544847" y="6106022"/>
                    <a:pt x="3346323" y="6158872"/>
                  </a:cubicBezTo>
                  <a:cubicBezTo>
                    <a:pt x="3147800" y="6211946"/>
                    <a:pt x="2944462" y="6239714"/>
                    <a:pt x="2743476" y="6247328"/>
                  </a:cubicBezTo>
                  <a:lnTo>
                    <a:pt x="2668120" y="6249344"/>
                  </a:lnTo>
                  <a:lnTo>
                    <a:pt x="2630498" y="6250127"/>
                  </a:lnTo>
                  <a:lnTo>
                    <a:pt x="2592988" y="6249568"/>
                  </a:lnTo>
                  <a:lnTo>
                    <a:pt x="2518080" y="6247777"/>
                  </a:lnTo>
                  <a:cubicBezTo>
                    <a:pt x="2493110" y="6247105"/>
                    <a:pt x="2468365" y="6246881"/>
                    <a:pt x="2442948" y="6244529"/>
                  </a:cubicBezTo>
                  <a:cubicBezTo>
                    <a:pt x="2392337" y="6240722"/>
                    <a:pt x="2341950" y="6237699"/>
                    <a:pt x="2291676" y="6232213"/>
                  </a:cubicBezTo>
                  <a:lnTo>
                    <a:pt x="2141412" y="6212394"/>
                  </a:lnTo>
                  <a:lnTo>
                    <a:pt x="1992715" y="6184961"/>
                  </a:lnTo>
                  <a:cubicBezTo>
                    <a:pt x="1943561" y="6173988"/>
                    <a:pt x="1894630" y="6162231"/>
                    <a:pt x="1845811" y="6151034"/>
                  </a:cubicBezTo>
                  <a:cubicBezTo>
                    <a:pt x="1797215" y="6138829"/>
                    <a:pt x="1749180" y="6123938"/>
                    <a:pt x="1701033" y="6110724"/>
                  </a:cubicBezTo>
                  <a:cubicBezTo>
                    <a:pt x="1676847" y="6104566"/>
                    <a:pt x="1653334" y="6095833"/>
                    <a:pt x="1629484" y="6088219"/>
                  </a:cubicBezTo>
                  <a:lnTo>
                    <a:pt x="1558383" y="6064929"/>
                  </a:lnTo>
                  <a:cubicBezTo>
                    <a:pt x="1369713" y="6000210"/>
                    <a:pt x="1186978" y="5921271"/>
                    <a:pt x="1011968" y="5828896"/>
                  </a:cubicBezTo>
                  <a:cubicBezTo>
                    <a:pt x="837071" y="5736408"/>
                    <a:pt x="668556" y="5631940"/>
                    <a:pt x="511237" y="5512356"/>
                  </a:cubicBezTo>
                  <a:cubicBezTo>
                    <a:pt x="471152" y="5483468"/>
                    <a:pt x="433642" y="5451220"/>
                    <a:pt x="395572" y="5419757"/>
                  </a:cubicBezTo>
                  <a:cubicBezTo>
                    <a:pt x="356831" y="5388965"/>
                    <a:pt x="321112" y="5354926"/>
                    <a:pt x="284722" y="5321559"/>
                  </a:cubicBezTo>
                  <a:lnTo>
                    <a:pt x="257513" y="5296477"/>
                  </a:lnTo>
                  <a:lnTo>
                    <a:pt x="243853" y="5283937"/>
                  </a:lnTo>
                  <a:lnTo>
                    <a:pt x="230752" y="5270836"/>
                  </a:lnTo>
                  <a:lnTo>
                    <a:pt x="178574" y="5218322"/>
                  </a:lnTo>
                  <a:cubicBezTo>
                    <a:pt x="161331" y="5200631"/>
                    <a:pt x="143191" y="5183948"/>
                    <a:pt x="126508" y="5165584"/>
                  </a:cubicBezTo>
                  <a:lnTo>
                    <a:pt x="76345" y="5111167"/>
                  </a:lnTo>
                  <a:cubicBezTo>
                    <a:pt x="59774" y="5092916"/>
                    <a:pt x="42530" y="5075112"/>
                    <a:pt x="26407" y="5056413"/>
                  </a:cubicBezTo>
                  <a:lnTo>
                    <a:pt x="0" y="5024776"/>
                  </a:lnTo>
                  <a:lnTo>
                    <a:pt x="0" y="4492798"/>
                  </a:lnTo>
                  <a:lnTo>
                    <a:pt x="28534" y="4537879"/>
                  </a:lnTo>
                  <a:cubicBezTo>
                    <a:pt x="41299" y="4556130"/>
                    <a:pt x="54175" y="4574382"/>
                    <a:pt x="66604" y="4592745"/>
                  </a:cubicBezTo>
                  <a:lnTo>
                    <a:pt x="104114" y="4647834"/>
                  </a:lnTo>
                  <a:lnTo>
                    <a:pt x="143751" y="4701580"/>
                  </a:lnTo>
                  <a:cubicBezTo>
                    <a:pt x="156964" y="4719495"/>
                    <a:pt x="169728" y="4737746"/>
                    <a:pt x="182717" y="4755773"/>
                  </a:cubicBezTo>
                  <a:lnTo>
                    <a:pt x="223810" y="4808399"/>
                  </a:lnTo>
                  <a:lnTo>
                    <a:pt x="264679" y="4861249"/>
                  </a:lnTo>
                  <a:cubicBezTo>
                    <a:pt x="278563" y="4878717"/>
                    <a:pt x="293455" y="4895288"/>
                    <a:pt x="307788" y="4912420"/>
                  </a:cubicBezTo>
                  <a:lnTo>
                    <a:pt x="351232" y="4963254"/>
                  </a:lnTo>
                  <a:cubicBezTo>
                    <a:pt x="365788" y="4980162"/>
                    <a:pt x="381688" y="4995837"/>
                    <a:pt x="397028" y="5012185"/>
                  </a:cubicBezTo>
                  <a:lnTo>
                    <a:pt x="443496" y="5060444"/>
                  </a:lnTo>
                  <a:lnTo>
                    <a:pt x="455140" y="5072537"/>
                  </a:lnTo>
                  <a:lnTo>
                    <a:pt x="467345" y="5083958"/>
                  </a:lnTo>
                  <a:lnTo>
                    <a:pt x="491755" y="5106912"/>
                  </a:lnTo>
                  <a:lnTo>
                    <a:pt x="540686" y="5152819"/>
                  </a:lnTo>
                  <a:lnTo>
                    <a:pt x="552890" y="5164353"/>
                  </a:lnTo>
                  <a:lnTo>
                    <a:pt x="565655" y="5175214"/>
                  </a:lnTo>
                  <a:lnTo>
                    <a:pt x="591072" y="5197048"/>
                  </a:lnTo>
                  <a:cubicBezTo>
                    <a:pt x="624999" y="5226160"/>
                    <a:pt x="658366" y="5256056"/>
                    <a:pt x="694197" y="5283041"/>
                  </a:cubicBezTo>
                  <a:cubicBezTo>
                    <a:pt x="834272" y="5394675"/>
                    <a:pt x="985207" y="5493881"/>
                    <a:pt x="1146221" y="5573716"/>
                  </a:cubicBezTo>
                  <a:cubicBezTo>
                    <a:pt x="1307122" y="5653774"/>
                    <a:pt x="1476869" y="5715918"/>
                    <a:pt x="1650982" y="5758130"/>
                  </a:cubicBezTo>
                  <a:lnTo>
                    <a:pt x="1716485" y="5772798"/>
                  </a:lnTo>
                  <a:cubicBezTo>
                    <a:pt x="1738431" y="5777390"/>
                    <a:pt x="1759929" y="5783100"/>
                    <a:pt x="1782211" y="5786235"/>
                  </a:cubicBezTo>
                  <a:lnTo>
                    <a:pt x="1848386" y="5796984"/>
                  </a:lnTo>
                  <a:lnTo>
                    <a:pt x="1881417" y="5802359"/>
                  </a:lnTo>
                  <a:cubicBezTo>
                    <a:pt x="1892390" y="5804151"/>
                    <a:pt x="1903363" y="5806054"/>
                    <a:pt x="1914560" y="5807061"/>
                  </a:cubicBezTo>
                  <a:cubicBezTo>
                    <a:pt x="1959012" y="5811765"/>
                    <a:pt x="2003241" y="5817251"/>
                    <a:pt x="2047469" y="5821282"/>
                  </a:cubicBezTo>
                  <a:lnTo>
                    <a:pt x="2180601" y="5828896"/>
                  </a:lnTo>
                  <a:lnTo>
                    <a:pt x="2313622" y="5830463"/>
                  </a:lnTo>
                  <a:cubicBezTo>
                    <a:pt x="2335680" y="5830799"/>
                    <a:pt x="2357962" y="5829008"/>
                    <a:pt x="2380021" y="5828448"/>
                  </a:cubicBezTo>
                  <a:lnTo>
                    <a:pt x="2446195" y="5826433"/>
                  </a:lnTo>
                  <a:cubicBezTo>
                    <a:pt x="2468029" y="5826208"/>
                    <a:pt x="2490647" y="5824193"/>
                    <a:pt x="2513041" y="5822737"/>
                  </a:cubicBezTo>
                  <a:lnTo>
                    <a:pt x="2580111" y="5818258"/>
                  </a:lnTo>
                  <a:lnTo>
                    <a:pt x="2613590" y="5816355"/>
                  </a:lnTo>
                  <a:lnTo>
                    <a:pt x="2646845" y="5813108"/>
                  </a:lnTo>
                  <a:cubicBezTo>
                    <a:pt x="2669016" y="5810869"/>
                    <a:pt x="2691074" y="5808741"/>
                    <a:pt x="2713244" y="5806838"/>
                  </a:cubicBezTo>
                  <a:cubicBezTo>
                    <a:pt x="2889933" y="5789371"/>
                    <a:pt x="3062815" y="5762050"/>
                    <a:pt x="3230882" y="5721292"/>
                  </a:cubicBezTo>
                  <a:cubicBezTo>
                    <a:pt x="3398837" y="5680423"/>
                    <a:pt x="3562426" y="5626902"/>
                    <a:pt x="3720416" y="5556472"/>
                  </a:cubicBezTo>
                  <a:cubicBezTo>
                    <a:pt x="3759381" y="5537997"/>
                    <a:pt x="3798347" y="5518962"/>
                    <a:pt x="3837425" y="5499927"/>
                  </a:cubicBezTo>
                  <a:cubicBezTo>
                    <a:pt x="3875271" y="5478765"/>
                    <a:pt x="3913900" y="5458610"/>
                    <a:pt x="3951634" y="5436552"/>
                  </a:cubicBezTo>
                  <a:lnTo>
                    <a:pt x="4007284" y="5401841"/>
                  </a:lnTo>
                  <a:lnTo>
                    <a:pt x="4035164" y="5384374"/>
                  </a:lnTo>
                  <a:lnTo>
                    <a:pt x="4049049" y="5375640"/>
                  </a:lnTo>
                  <a:lnTo>
                    <a:pt x="4062485" y="5366123"/>
                  </a:lnTo>
                  <a:lnTo>
                    <a:pt x="4116567" y="5328277"/>
                  </a:lnTo>
                  <a:cubicBezTo>
                    <a:pt x="4134594" y="5315624"/>
                    <a:pt x="4152957" y="5303420"/>
                    <a:pt x="4169976" y="5289199"/>
                  </a:cubicBezTo>
                  <a:lnTo>
                    <a:pt x="4222042" y="5247994"/>
                  </a:lnTo>
                  <a:cubicBezTo>
                    <a:pt x="4239398" y="5234222"/>
                    <a:pt x="4256865" y="5220562"/>
                    <a:pt x="4273213" y="5205558"/>
                  </a:cubicBezTo>
                  <a:lnTo>
                    <a:pt x="4323151" y="5161329"/>
                  </a:lnTo>
                  <a:cubicBezTo>
                    <a:pt x="4339611" y="5146437"/>
                    <a:pt x="4356631" y="5131881"/>
                    <a:pt x="4371971" y="5116093"/>
                  </a:cubicBezTo>
                  <a:cubicBezTo>
                    <a:pt x="4435457" y="5054398"/>
                    <a:pt x="4496258" y="4991135"/>
                    <a:pt x="4546868" y="4924400"/>
                  </a:cubicBezTo>
                  <a:cubicBezTo>
                    <a:pt x="4600054" y="4858450"/>
                    <a:pt x="4640699" y="4788916"/>
                    <a:pt x="4675634" y="4715352"/>
                  </a:cubicBezTo>
                  <a:lnTo>
                    <a:pt x="4700155" y="4659255"/>
                  </a:lnTo>
                  <a:lnTo>
                    <a:pt x="4721206" y="4600135"/>
                  </a:lnTo>
                  <a:cubicBezTo>
                    <a:pt x="4728707" y="4580988"/>
                    <a:pt x="4733970" y="4559266"/>
                    <a:pt x="4740465" y="4538887"/>
                  </a:cubicBezTo>
                  <a:cubicBezTo>
                    <a:pt x="4746623" y="4518061"/>
                    <a:pt x="4753005" y="4497906"/>
                    <a:pt x="4758492" y="4475848"/>
                  </a:cubicBezTo>
                  <a:cubicBezTo>
                    <a:pt x="4803168" y="4303637"/>
                    <a:pt x="4840902" y="4115080"/>
                    <a:pt x="4891288" y="3930329"/>
                  </a:cubicBezTo>
                  <a:cubicBezTo>
                    <a:pt x="4940891" y="3744906"/>
                    <a:pt x="5000235" y="3562059"/>
                    <a:pt x="5066298" y="3382235"/>
                  </a:cubicBezTo>
                  <a:cubicBezTo>
                    <a:pt x="5124186" y="3226932"/>
                    <a:pt x="5154530" y="3064015"/>
                    <a:pt x="5156994" y="2898635"/>
                  </a:cubicBezTo>
                  <a:cubicBezTo>
                    <a:pt x="5159681" y="2733255"/>
                    <a:pt x="5132920" y="2565636"/>
                    <a:pt x="5083317" y="2402047"/>
                  </a:cubicBezTo>
                  <a:cubicBezTo>
                    <a:pt x="5033938" y="2238123"/>
                    <a:pt x="4960150" y="2079013"/>
                    <a:pt x="4871022" y="1926958"/>
                  </a:cubicBezTo>
                  <a:cubicBezTo>
                    <a:pt x="4826570" y="1850818"/>
                    <a:pt x="4777415" y="1776918"/>
                    <a:pt x="4727028" y="1703577"/>
                  </a:cubicBezTo>
                  <a:cubicBezTo>
                    <a:pt x="4676418" y="1630349"/>
                    <a:pt x="4622784" y="1558464"/>
                    <a:pt x="4563776" y="1490834"/>
                  </a:cubicBezTo>
                  <a:cubicBezTo>
                    <a:pt x="4503647" y="1423764"/>
                    <a:pt x="4439041" y="1359157"/>
                    <a:pt x="4370291" y="1300596"/>
                  </a:cubicBezTo>
                  <a:cubicBezTo>
                    <a:pt x="4336812" y="1270141"/>
                    <a:pt x="4301541" y="1242148"/>
                    <a:pt x="4266046" y="1214491"/>
                  </a:cubicBezTo>
                  <a:cubicBezTo>
                    <a:pt x="4248355" y="1200607"/>
                    <a:pt x="4230776" y="1186611"/>
                    <a:pt x="4212973" y="1173062"/>
                  </a:cubicBezTo>
                  <a:cubicBezTo>
                    <a:pt x="4194722" y="1160074"/>
                    <a:pt x="4176359" y="1147197"/>
                    <a:pt x="4157995" y="1134545"/>
                  </a:cubicBezTo>
                  <a:cubicBezTo>
                    <a:pt x="4011426" y="1031980"/>
                    <a:pt x="3855004" y="948562"/>
                    <a:pt x="3697126" y="881044"/>
                  </a:cubicBezTo>
                  <a:lnTo>
                    <a:pt x="3637670" y="856747"/>
                  </a:lnTo>
                  <a:lnTo>
                    <a:pt x="3608222" y="844318"/>
                  </a:lnTo>
                  <a:cubicBezTo>
                    <a:pt x="3598480" y="840063"/>
                    <a:pt x="3588179" y="837040"/>
                    <a:pt x="3578214" y="833457"/>
                  </a:cubicBezTo>
                  <a:lnTo>
                    <a:pt x="3518309" y="812294"/>
                  </a:lnTo>
                  <a:cubicBezTo>
                    <a:pt x="3513383" y="810503"/>
                    <a:pt x="3508344" y="808823"/>
                    <a:pt x="3503417" y="806920"/>
                  </a:cubicBezTo>
                  <a:cubicBezTo>
                    <a:pt x="3498603" y="804792"/>
                    <a:pt x="3494236" y="801993"/>
                    <a:pt x="3489533" y="799642"/>
                  </a:cubicBezTo>
                  <a:cubicBezTo>
                    <a:pt x="3480240" y="794827"/>
                    <a:pt x="3470498" y="791020"/>
                    <a:pt x="3460869" y="787101"/>
                  </a:cubicBezTo>
                  <a:lnTo>
                    <a:pt x="3402980" y="763475"/>
                  </a:lnTo>
                  <a:lnTo>
                    <a:pt x="3374092" y="751606"/>
                  </a:lnTo>
                  <a:cubicBezTo>
                    <a:pt x="3364462" y="747688"/>
                    <a:pt x="3354945" y="743433"/>
                    <a:pt x="3344980" y="740409"/>
                  </a:cubicBezTo>
                  <a:lnTo>
                    <a:pt x="3226627" y="700772"/>
                  </a:lnTo>
                  <a:cubicBezTo>
                    <a:pt x="3067405" y="652849"/>
                    <a:pt x="2902697" y="625192"/>
                    <a:pt x="2735750" y="614667"/>
                  </a:cubicBezTo>
                  <a:cubicBezTo>
                    <a:pt x="2714811" y="613435"/>
                    <a:pt x="2694209" y="610860"/>
                    <a:pt x="2673158" y="610412"/>
                  </a:cubicBezTo>
                  <a:lnTo>
                    <a:pt x="2610119" y="609628"/>
                  </a:lnTo>
                  <a:lnTo>
                    <a:pt x="2547080" y="608620"/>
                  </a:lnTo>
                  <a:cubicBezTo>
                    <a:pt x="2536443" y="608173"/>
                    <a:pt x="2526365" y="608397"/>
                    <a:pt x="2516400" y="608844"/>
                  </a:cubicBezTo>
                  <a:lnTo>
                    <a:pt x="2486280" y="609740"/>
                  </a:lnTo>
                  <a:cubicBezTo>
                    <a:pt x="2466125" y="609852"/>
                    <a:pt x="2446307" y="611868"/>
                    <a:pt x="2426376" y="613099"/>
                  </a:cubicBezTo>
                  <a:cubicBezTo>
                    <a:pt x="2406333" y="613995"/>
                    <a:pt x="2386627" y="616458"/>
                    <a:pt x="2366920" y="618474"/>
                  </a:cubicBezTo>
                  <a:cubicBezTo>
                    <a:pt x="2357066" y="619482"/>
                    <a:pt x="2347101" y="620153"/>
                    <a:pt x="2337248" y="621497"/>
                  </a:cubicBezTo>
                  <a:lnTo>
                    <a:pt x="2307800" y="625528"/>
                  </a:lnTo>
                  <a:lnTo>
                    <a:pt x="2278351" y="629559"/>
                  </a:lnTo>
                  <a:lnTo>
                    <a:pt x="2249127" y="634710"/>
                  </a:lnTo>
                  <a:cubicBezTo>
                    <a:pt x="2093377" y="661918"/>
                    <a:pt x="1942329" y="710849"/>
                    <a:pt x="1796096" y="781726"/>
                  </a:cubicBezTo>
                  <a:cubicBezTo>
                    <a:pt x="1649751" y="852268"/>
                    <a:pt x="1508892" y="944307"/>
                    <a:pt x="1370833" y="1048663"/>
                  </a:cubicBezTo>
                  <a:cubicBezTo>
                    <a:pt x="1232774" y="1153244"/>
                    <a:pt x="1097290" y="1269917"/>
                    <a:pt x="959790" y="1390844"/>
                  </a:cubicBezTo>
                  <a:lnTo>
                    <a:pt x="749062" y="1577611"/>
                  </a:lnTo>
                  <a:cubicBezTo>
                    <a:pt x="674602" y="1642329"/>
                    <a:pt x="599806" y="1704137"/>
                    <a:pt x="524786" y="1763145"/>
                  </a:cubicBezTo>
                  <a:cubicBezTo>
                    <a:pt x="374858" y="1881498"/>
                    <a:pt x="223810" y="1987422"/>
                    <a:pt x="84071" y="2098496"/>
                  </a:cubicBezTo>
                  <a:lnTo>
                    <a:pt x="0" y="2168094"/>
                  </a:lnTo>
                  <a:lnTo>
                    <a:pt x="0" y="1576676"/>
                  </a:lnTo>
                  <a:lnTo>
                    <a:pt x="174655" y="1387597"/>
                  </a:lnTo>
                  <a:cubicBezTo>
                    <a:pt x="238926" y="1320079"/>
                    <a:pt x="302749" y="1254577"/>
                    <a:pt x="363661" y="1188626"/>
                  </a:cubicBezTo>
                  <a:lnTo>
                    <a:pt x="458052" y="1086397"/>
                  </a:lnTo>
                  <a:cubicBezTo>
                    <a:pt x="490635" y="1051351"/>
                    <a:pt x="523666" y="1016416"/>
                    <a:pt x="557257" y="981593"/>
                  </a:cubicBezTo>
                  <a:cubicBezTo>
                    <a:pt x="691510" y="842414"/>
                    <a:pt x="835055" y="705699"/>
                    <a:pt x="994165" y="578389"/>
                  </a:cubicBezTo>
                  <a:cubicBezTo>
                    <a:pt x="1152939" y="451190"/>
                    <a:pt x="1328060" y="333398"/>
                    <a:pt x="1520873" y="237215"/>
                  </a:cubicBezTo>
                  <a:cubicBezTo>
                    <a:pt x="1713238" y="141033"/>
                    <a:pt x="1924302" y="68028"/>
                    <a:pt x="2141748" y="31190"/>
                  </a:cubicBezTo>
                  <a:lnTo>
                    <a:pt x="2182505" y="24360"/>
                  </a:lnTo>
                  <a:cubicBezTo>
                    <a:pt x="2196165" y="22344"/>
                    <a:pt x="2209826" y="20665"/>
                    <a:pt x="2223374" y="18873"/>
                  </a:cubicBezTo>
                  <a:lnTo>
                    <a:pt x="2264355" y="13611"/>
                  </a:lnTo>
                  <a:cubicBezTo>
                    <a:pt x="2278015" y="11931"/>
                    <a:pt x="2291676" y="10924"/>
                    <a:pt x="2305336" y="9580"/>
                  </a:cubicBezTo>
                  <a:cubicBezTo>
                    <a:pt x="2332657" y="7229"/>
                    <a:pt x="2360090" y="4653"/>
                    <a:pt x="2387410" y="3645"/>
                  </a:cubicBezTo>
                  <a:cubicBezTo>
                    <a:pt x="2414731" y="2414"/>
                    <a:pt x="2442164" y="510"/>
                    <a:pt x="2469373" y="622"/>
                  </a:cubicBezTo>
                  <a:close/>
                </a:path>
              </a:pathLst>
            </a:custGeom>
            <a:gradFill>
              <a:gsLst>
                <a:gs pos="37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67C4629D-4AB7-48D4-A61B-1AE1837A78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646908" cy="6130481"/>
            </a:xfrm>
            <a:custGeom>
              <a:avLst/>
              <a:gdLst>
                <a:gd name="connsiteX0" fmla="*/ 2616837 w 5646908"/>
                <a:gd name="connsiteY0" fmla="*/ 0 h 6130481"/>
                <a:gd name="connsiteX1" fmla="*/ 4918721 w 5646908"/>
                <a:gd name="connsiteY1" fmla="*/ 1134258 h 6130481"/>
                <a:gd name="connsiteX2" fmla="*/ 5539036 w 5646908"/>
                <a:gd name="connsiteY2" fmla="*/ 3362353 h 6130481"/>
                <a:gd name="connsiteX3" fmla="*/ 4712024 w 5646908"/>
                <a:gd name="connsiteY3" fmla="*/ 5293280 h 6130481"/>
                <a:gd name="connsiteX4" fmla="*/ 2547864 w 5646908"/>
                <a:gd name="connsiteY4" fmla="*/ 6130481 h 6130481"/>
                <a:gd name="connsiteX5" fmla="*/ 263223 w 5646908"/>
                <a:gd name="connsiteY5" fmla="*/ 5212325 h 6130481"/>
                <a:gd name="connsiteX6" fmla="*/ 49974 w 5646908"/>
                <a:gd name="connsiteY6" fmla="*/ 4985345 h 6130481"/>
                <a:gd name="connsiteX7" fmla="*/ 0 w 5646908"/>
                <a:gd name="connsiteY7" fmla="*/ 4920618 h 6130481"/>
                <a:gd name="connsiteX8" fmla="*/ 0 w 5646908"/>
                <a:gd name="connsiteY8" fmla="*/ 3760303 h 6130481"/>
                <a:gd name="connsiteX9" fmla="*/ 80488 w 5646908"/>
                <a:gd name="connsiteY9" fmla="*/ 3974159 h 6130481"/>
                <a:gd name="connsiteX10" fmla="*/ 664748 w 5646908"/>
                <a:gd name="connsiteY10" fmla="*/ 4813600 h 6130481"/>
                <a:gd name="connsiteX11" fmla="*/ 2548087 w 5646908"/>
                <a:gd name="connsiteY11" fmla="*/ 5570406 h 6130481"/>
                <a:gd name="connsiteX12" fmla="*/ 3536561 w 5646908"/>
                <a:gd name="connsiteY12" fmla="*/ 5407153 h 6130481"/>
                <a:gd name="connsiteX13" fmla="*/ 4308035 w 5646908"/>
                <a:gd name="connsiteY13" fmla="*/ 4897241 h 6130481"/>
                <a:gd name="connsiteX14" fmla="*/ 4569038 w 5646908"/>
                <a:gd name="connsiteY14" fmla="*/ 4564802 h 6130481"/>
                <a:gd name="connsiteX15" fmla="*/ 4699147 w 5646908"/>
                <a:gd name="connsiteY15" fmla="*/ 4149952 h 6130481"/>
                <a:gd name="connsiteX16" fmla="*/ 5003034 w 5646908"/>
                <a:gd name="connsiteY16" fmla="*/ 3168421 h 6130481"/>
                <a:gd name="connsiteX17" fmla="*/ 4994189 w 5646908"/>
                <a:gd name="connsiteY17" fmla="*/ 2321590 h 6130481"/>
                <a:gd name="connsiteX18" fmla="*/ 4487860 w 5646908"/>
                <a:gd name="connsiteY18" fmla="*/ 1501856 h 6130481"/>
                <a:gd name="connsiteX19" fmla="*/ 3640469 w 5646908"/>
                <a:gd name="connsiteY19" fmla="*/ 808425 h 6130481"/>
                <a:gd name="connsiteX20" fmla="*/ 2616837 w 5646908"/>
                <a:gd name="connsiteY20" fmla="*/ 559851 h 6130481"/>
                <a:gd name="connsiteX21" fmla="*/ 1762952 w 5646908"/>
                <a:gd name="connsiteY21" fmla="*/ 812008 h 6130481"/>
                <a:gd name="connsiteX22" fmla="*/ 939635 w 5646908"/>
                <a:gd name="connsiteY22" fmla="*/ 1502976 h 6130481"/>
                <a:gd name="connsiteX23" fmla="*/ 585250 w 5646908"/>
                <a:gd name="connsiteY23" fmla="*/ 1831049 h 6130481"/>
                <a:gd name="connsiteX24" fmla="*/ 40403 w 5646908"/>
                <a:gd name="connsiteY24" fmla="*/ 2389556 h 6130481"/>
                <a:gd name="connsiteX25" fmla="*/ 0 w 5646908"/>
                <a:gd name="connsiteY25" fmla="*/ 2456747 h 6130481"/>
                <a:gd name="connsiteX26" fmla="*/ 0 w 5646908"/>
                <a:gd name="connsiteY26" fmla="*/ 1601114 h 6130481"/>
                <a:gd name="connsiteX27" fmla="*/ 93200 w 5646908"/>
                <a:gd name="connsiteY27" fmla="*/ 1513741 h 6130481"/>
                <a:gd name="connsiteX28" fmla="*/ 535423 w 5646908"/>
                <a:gd name="connsiteY28" fmla="*/ 1107273 h 6130481"/>
                <a:gd name="connsiteX29" fmla="*/ 2616837 w 5646908"/>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646908" h="6130481">
                  <a:moveTo>
                    <a:pt x="2616837" y="0"/>
                  </a:moveTo>
                  <a:cubicBezTo>
                    <a:pt x="3596241" y="0"/>
                    <a:pt x="4322479" y="463445"/>
                    <a:pt x="4918721" y="1134258"/>
                  </a:cubicBezTo>
                  <a:cubicBezTo>
                    <a:pt x="5416317" y="1694109"/>
                    <a:pt x="5857703" y="2516643"/>
                    <a:pt x="5539036" y="3362353"/>
                  </a:cubicBezTo>
                  <a:cubicBezTo>
                    <a:pt x="5111758" y="4496612"/>
                    <a:pt x="5300763" y="4716633"/>
                    <a:pt x="4712024" y="5293280"/>
                  </a:cubicBezTo>
                  <a:cubicBezTo>
                    <a:pt x="4123284" y="5869926"/>
                    <a:pt x="3446201" y="6130481"/>
                    <a:pt x="2547864" y="6130481"/>
                  </a:cubicBezTo>
                  <a:cubicBezTo>
                    <a:pt x="1657476" y="6130481"/>
                    <a:pt x="850619" y="5780127"/>
                    <a:pt x="263223" y="5212325"/>
                  </a:cubicBezTo>
                  <a:cubicBezTo>
                    <a:pt x="188497" y="5140091"/>
                    <a:pt x="117321" y="5064339"/>
                    <a:pt x="49974" y="4985345"/>
                  </a:cubicBezTo>
                  <a:lnTo>
                    <a:pt x="0" y="4920618"/>
                  </a:lnTo>
                  <a:lnTo>
                    <a:pt x="0" y="3760303"/>
                  </a:lnTo>
                  <a:lnTo>
                    <a:pt x="80488" y="3974159"/>
                  </a:lnTo>
                  <a:cubicBezTo>
                    <a:pt x="217875" y="4289243"/>
                    <a:pt x="414383" y="4571632"/>
                    <a:pt x="664748" y="4813600"/>
                  </a:cubicBezTo>
                  <a:cubicBezTo>
                    <a:pt x="1169734" y="5301566"/>
                    <a:pt x="1838644" y="5570406"/>
                    <a:pt x="2548087" y="5570406"/>
                  </a:cubicBezTo>
                  <a:cubicBezTo>
                    <a:pt x="2928786" y="5570406"/>
                    <a:pt x="3252156" y="5516996"/>
                    <a:pt x="3536561" y="5407153"/>
                  </a:cubicBezTo>
                  <a:cubicBezTo>
                    <a:pt x="3815366" y="5299438"/>
                    <a:pt x="4067747" y="5132603"/>
                    <a:pt x="4308035" y="4897241"/>
                  </a:cubicBezTo>
                  <a:cubicBezTo>
                    <a:pt x="4475095" y="4733653"/>
                    <a:pt x="4533767" y="4637358"/>
                    <a:pt x="4569038" y="4564802"/>
                  </a:cubicBezTo>
                  <a:cubicBezTo>
                    <a:pt x="4619313" y="4461453"/>
                    <a:pt x="4652792" y="4330784"/>
                    <a:pt x="4699147" y="4149952"/>
                  </a:cubicBezTo>
                  <a:cubicBezTo>
                    <a:pt x="4758491" y="3918846"/>
                    <a:pt x="4839558" y="3602194"/>
                    <a:pt x="5003034" y="3168421"/>
                  </a:cubicBezTo>
                  <a:cubicBezTo>
                    <a:pt x="5103024" y="2902940"/>
                    <a:pt x="5100112" y="2626037"/>
                    <a:pt x="4994189" y="2321590"/>
                  </a:cubicBezTo>
                  <a:cubicBezTo>
                    <a:pt x="4900470" y="2052526"/>
                    <a:pt x="4725460" y="1769129"/>
                    <a:pt x="4487860" y="1501856"/>
                  </a:cubicBezTo>
                  <a:cubicBezTo>
                    <a:pt x="4210285" y="1189683"/>
                    <a:pt x="3933047" y="962832"/>
                    <a:pt x="3640469" y="808425"/>
                  </a:cubicBezTo>
                  <a:cubicBezTo>
                    <a:pt x="3323369" y="641141"/>
                    <a:pt x="2988578" y="559851"/>
                    <a:pt x="2616837" y="559851"/>
                  </a:cubicBezTo>
                  <a:cubicBezTo>
                    <a:pt x="2315413" y="559851"/>
                    <a:pt x="2044110" y="640134"/>
                    <a:pt x="1762952" y="812008"/>
                  </a:cubicBezTo>
                  <a:cubicBezTo>
                    <a:pt x="1472838" y="989593"/>
                    <a:pt x="1197167" y="1250707"/>
                    <a:pt x="939635" y="1502976"/>
                  </a:cubicBezTo>
                  <a:cubicBezTo>
                    <a:pt x="819379" y="1620769"/>
                    <a:pt x="700355" y="1727700"/>
                    <a:pt x="585250" y="1831049"/>
                  </a:cubicBezTo>
                  <a:cubicBezTo>
                    <a:pt x="362317" y="2031140"/>
                    <a:pt x="169840" y="2204022"/>
                    <a:pt x="40403" y="2389556"/>
                  </a:cubicBezTo>
                  <a:lnTo>
                    <a:pt x="0" y="2456747"/>
                  </a:lnTo>
                  <a:lnTo>
                    <a:pt x="0" y="1601114"/>
                  </a:lnTo>
                  <a:lnTo>
                    <a:pt x="93200" y="1513741"/>
                  </a:lnTo>
                  <a:cubicBezTo>
                    <a:pt x="237107" y="1383294"/>
                    <a:pt x="388238" y="1251435"/>
                    <a:pt x="535423" y="1107273"/>
                  </a:cubicBezTo>
                  <a:cubicBezTo>
                    <a:pt x="1124050" y="530627"/>
                    <a:pt x="1718500" y="0"/>
                    <a:pt x="2616837" y="0"/>
                  </a:cubicBezTo>
                  <a:close/>
                </a:path>
              </a:pathLst>
            </a:custGeom>
            <a:gradFill>
              <a:gsLst>
                <a:gs pos="2000">
                  <a:schemeClr val="bg1">
                    <a:alpha val="10000"/>
                  </a:schemeClr>
                </a:gs>
                <a:gs pos="54000">
                  <a:schemeClr val="accent6">
                    <a:alpha val="10000"/>
                  </a:schemeClr>
                </a:gs>
                <a:gs pos="100000">
                  <a:schemeClr val="bg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D1E30050-9FC4-4CC7-8C0B-BF5EFD106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517522" cy="6130481"/>
            </a:xfrm>
            <a:custGeom>
              <a:avLst/>
              <a:gdLst>
                <a:gd name="connsiteX0" fmla="*/ 2549095 w 5517522"/>
                <a:gd name="connsiteY0" fmla="*/ 0 h 6130481"/>
                <a:gd name="connsiteX1" fmla="*/ 4804175 w 5517522"/>
                <a:gd name="connsiteY1" fmla="*/ 1134258 h 6130481"/>
                <a:gd name="connsiteX2" fmla="*/ 5411838 w 5517522"/>
                <a:gd name="connsiteY2" fmla="*/ 3362353 h 6130481"/>
                <a:gd name="connsiteX3" fmla="*/ 4601621 w 5517522"/>
                <a:gd name="connsiteY3" fmla="*/ 5293280 h 6130481"/>
                <a:gd name="connsiteX4" fmla="*/ 2481577 w 5517522"/>
                <a:gd name="connsiteY4" fmla="*/ 6130481 h 6130481"/>
                <a:gd name="connsiteX5" fmla="*/ 243517 w 5517522"/>
                <a:gd name="connsiteY5" fmla="*/ 5212325 h 6130481"/>
                <a:gd name="connsiteX6" fmla="*/ 34587 w 5517522"/>
                <a:gd name="connsiteY6" fmla="*/ 4985345 h 6130481"/>
                <a:gd name="connsiteX7" fmla="*/ 0 w 5517522"/>
                <a:gd name="connsiteY7" fmla="*/ 4939620 h 6130481"/>
                <a:gd name="connsiteX8" fmla="*/ 0 w 5517522"/>
                <a:gd name="connsiteY8" fmla="*/ 3335329 h 6130481"/>
                <a:gd name="connsiteX9" fmla="*/ 17141 w 5517522"/>
                <a:gd name="connsiteY9" fmla="*/ 3448738 h 6130481"/>
                <a:gd name="connsiteX10" fmla="*/ 167489 w 5517522"/>
                <a:gd name="connsiteY10" fmla="*/ 3930490 h 6130481"/>
                <a:gd name="connsiteX11" fmla="*/ 715471 w 5517522"/>
                <a:gd name="connsiteY11" fmla="*/ 4734212 h 6130481"/>
                <a:gd name="connsiteX12" fmla="*/ 2481689 w 5517522"/>
                <a:gd name="connsiteY12" fmla="*/ 5458772 h 6130481"/>
                <a:gd name="connsiteX13" fmla="*/ 4126644 w 5517522"/>
                <a:gd name="connsiteY13" fmla="*/ 4818302 h 6130481"/>
                <a:gd name="connsiteX14" fmla="*/ 4360437 w 5517522"/>
                <a:gd name="connsiteY14" fmla="*/ 4516766 h 6130481"/>
                <a:gd name="connsiteX15" fmla="*/ 4480357 w 5517522"/>
                <a:gd name="connsiteY15" fmla="*/ 4122855 h 6130481"/>
                <a:gd name="connsiteX16" fmla="*/ 4781557 w 5517522"/>
                <a:gd name="connsiteY16" fmla="*/ 3129791 h 6130481"/>
                <a:gd name="connsiteX17" fmla="*/ 4771928 w 5517522"/>
                <a:gd name="connsiteY17" fmla="*/ 2357869 h 6130481"/>
                <a:gd name="connsiteX18" fmla="*/ 4297510 w 5517522"/>
                <a:gd name="connsiteY18" fmla="*/ 1575533 h 6130481"/>
                <a:gd name="connsiteX19" fmla="*/ 3498715 w 5517522"/>
                <a:gd name="connsiteY19" fmla="*/ 907071 h 6130481"/>
                <a:gd name="connsiteX20" fmla="*/ 2549095 w 5517522"/>
                <a:gd name="connsiteY20" fmla="*/ 671821 h 6130481"/>
                <a:gd name="connsiteX21" fmla="*/ 985319 w 5517522"/>
                <a:gd name="connsiteY21" fmla="*/ 1582475 h 6130481"/>
                <a:gd name="connsiteX22" fmla="*/ 634628 w 5517522"/>
                <a:gd name="connsiteY22" fmla="*/ 1913907 h 6130481"/>
                <a:gd name="connsiteX23" fmla="*/ 117662 w 5517522"/>
                <a:gd name="connsiteY23" fmla="*/ 2453044 h 6130481"/>
                <a:gd name="connsiteX24" fmla="*/ 2515 w 5517522"/>
                <a:gd name="connsiteY24" fmla="*/ 2685494 h 6130481"/>
                <a:gd name="connsiteX25" fmla="*/ 0 w 5517522"/>
                <a:gd name="connsiteY25" fmla="*/ 2696965 h 6130481"/>
                <a:gd name="connsiteX26" fmla="*/ 0 w 5517522"/>
                <a:gd name="connsiteY26" fmla="*/ 1587383 h 6130481"/>
                <a:gd name="connsiteX27" fmla="*/ 76951 w 5517522"/>
                <a:gd name="connsiteY27" fmla="*/ 1513741 h 6130481"/>
                <a:gd name="connsiteX28" fmla="*/ 510118 w 5517522"/>
                <a:gd name="connsiteY28" fmla="*/ 1107273 h 6130481"/>
                <a:gd name="connsiteX29" fmla="*/ 2549095 w 5517522"/>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522" h="6130481">
                  <a:moveTo>
                    <a:pt x="2549095" y="0"/>
                  </a:moveTo>
                  <a:cubicBezTo>
                    <a:pt x="3508568" y="0"/>
                    <a:pt x="4219915" y="463445"/>
                    <a:pt x="4804175" y="1134258"/>
                  </a:cubicBezTo>
                  <a:cubicBezTo>
                    <a:pt x="5291694" y="1694109"/>
                    <a:pt x="5724011"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335329"/>
                  </a:lnTo>
                  <a:lnTo>
                    <a:pt x="17141" y="3448738"/>
                  </a:lnTo>
                  <a:cubicBezTo>
                    <a:pt x="50676" y="3613558"/>
                    <a:pt x="100867" y="3774516"/>
                    <a:pt x="167489" y="3930490"/>
                  </a:cubicBezTo>
                  <a:cubicBezTo>
                    <a:pt x="296255" y="4232138"/>
                    <a:pt x="480670" y="4502546"/>
                    <a:pt x="715471" y="4734212"/>
                  </a:cubicBezTo>
                  <a:cubicBezTo>
                    <a:pt x="1188993" y="5201464"/>
                    <a:pt x="1816250" y="5458772"/>
                    <a:pt x="2481689" y="5458772"/>
                  </a:cubicBezTo>
                  <a:cubicBezTo>
                    <a:pt x="3185758" y="5458772"/>
                    <a:pt x="3677755" y="5267191"/>
                    <a:pt x="4126644" y="4818302"/>
                  </a:cubicBezTo>
                  <a:cubicBezTo>
                    <a:pt x="4278363" y="4666583"/>
                    <a:pt x="4329982" y="4580701"/>
                    <a:pt x="4360437" y="4516766"/>
                  </a:cubicBezTo>
                  <a:cubicBezTo>
                    <a:pt x="4404890" y="4423495"/>
                    <a:pt x="4436577" y="4297417"/>
                    <a:pt x="4480357" y="4122855"/>
                  </a:cubicBezTo>
                  <a:cubicBezTo>
                    <a:pt x="4539030" y="3889285"/>
                    <a:pt x="4619425" y="3569275"/>
                    <a:pt x="4781557" y="3129791"/>
                  </a:cubicBezTo>
                  <a:cubicBezTo>
                    <a:pt x="4870238" y="2889503"/>
                    <a:pt x="4867103" y="2637010"/>
                    <a:pt x="4771928" y="2357869"/>
                  </a:cubicBezTo>
                  <a:cubicBezTo>
                    <a:pt x="4684815" y="2102465"/>
                    <a:pt x="4520779" y="1831945"/>
                    <a:pt x="4297510" y="1575533"/>
                  </a:cubicBezTo>
                  <a:cubicBezTo>
                    <a:pt x="4034492" y="1273549"/>
                    <a:pt x="3773266" y="1054983"/>
                    <a:pt x="3498715" y="907071"/>
                  </a:cubicBezTo>
                  <a:cubicBezTo>
                    <a:pt x="3204905" y="748745"/>
                    <a:pt x="2894187" y="671821"/>
                    <a:pt x="2549095" y="671821"/>
                  </a:cubicBezTo>
                  <a:cubicBezTo>
                    <a:pt x="1942553" y="671821"/>
                    <a:pt x="1518298" y="1049273"/>
                    <a:pt x="985319" y="1582475"/>
                  </a:cubicBezTo>
                  <a:cubicBezTo>
                    <a:pt x="865735" y="1702059"/>
                    <a:pt x="748278" y="1809774"/>
                    <a:pt x="634628" y="1913907"/>
                  </a:cubicBezTo>
                  <a:cubicBezTo>
                    <a:pt x="421325" y="2109407"/>
                    <a:pt x="237134" y="2278146"/>
                    <a:pt x="117662" y="2453044"/>
                  </a:cubicBezTo>
                  <a:cubicBezTo>
                    <a:pt x="64756" y="2530415"/>
                    <a:pt x="27022" y="2605799"/>
                    <a:pt x="2515" y="2685494"/>
                  </a:cubicBezTo>
                  <a:lnTo>
                    <a:pt x="0" y="2696965"/>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E7E03733-50FD-49A6-B226-40F6A0AD45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76241"/>
              <a:ext cx="5517475" cy="6130481"/>
            </a:xfrm>
            <a:custGeom>
              <a:avLst/>
              <a:gdLst>
                <a:gd name="connsiteX0" fmla="*/ 2549095 w 5517475"/>
                <a:gd name="connsiteY0" fmla="*/ 0 h 6130481"/>
                <a:gd name="connsiteX1" fmla="*/ 4804175 w 5517475"/>
                <a:gd name="connsiteY1" fmla="*/ 1134258 h 6130481"/>
                <a:gd name="connsiteX2" fmla="*/ 5411838 w 5517475"/>
                <a:gd name="connsiteY2" fmla="*/ 3362353 h 6130481"/>
                <a:gd name="connsiteX3" fmla="*/ 4601621 w 5517475"/>
                <a:gd name="connsiteY3" fmla="*/ 5293280 h 6130481"/>
                <a:gd name="connsiteX4" fmla="*/ 2481577 w 5517475"/>
                <a:gd name="connsiteY4" fmla="*/ 6130481 h 6130481"/>
                <a:gd name="connsiteX5" fmla="*/ 243517 w 5517475"/>
                <a:gd name="connsiteY5" fmla="*/ 5212325 h 6130481"/>
                <a:gd name="connsiteX6" fmla="*/ 34587 w 5517475"/>
                <a:gd name="connsiteY6" fmla="*/ 4985345 h 6130481"/>
                <a:gd name="connsiteX7" fmla="*/ 0 w 5517475"/>
                <a:gd name="connsiteY7" fmla="*/ 4939620 h 6130481"/>
                <a:gd name="connsiteX8" fmla="*/ 0 w 5517475"/>
                <a:gd name="connsiteY8" fmla="*/ 3799573 h 6130481"/>
                <a:gd name="connsiteX9" fmla="*/ 64364 w 5517475"/>
                <a:gd name="connsiteY9" fmla="*/ 3974159 h 6130481"/>
                <a:gd name="connsiteX10" fmla="*/ 636644 w 5517475"/>
                <a:gd name="connsiteY10" fmla="*/ 4813600 h 6130481"/>
                <a:gd name="connsiteX11" fmla="*/ 2481577 w 5517475"/>
                <a:gd name="connsiteY11" fmla="*/ 5570406 h 6130481"/>
                <a:gd name="connsiteX12" fmla="*/ 3449896 w 5517475"/>
                <a:gd name="connsiteY12" fmla="*/ 5407153 h 6130481"/>
                <a:gd name="connsiteX13" fmla="*/ 4205695 w 5517475"/>
                <a:gd name="connsiteY13" fmla="*/ 4897241 h 6130481"/>
                <a:gd name="connsiteX14" fmla="*/ 4461434 w 5517475"/>
                <a:gd name="connsiteY14" fmla="*/ 4564802 h 6130481"/>
                <a:gd name="connsiteX15" fmla="*/ 4588969 w 5517475"/>
                <a:gd name="connsiteY15" fmla="*/ 4149952 h 6130481"/>
                <a:gd name="connsiteX16" fmla="*/ 4886585 w 5517475"/>
                <a:gd name="connsiteY16" fmla="*/ 3168421 h 6130481"/>
                <a:gd name="connsiteX17" fmla="*/ 4877964 w 5517475"/>
                <a:gd name="connsiteY17" fmla="*/ 2321590 h 6130481"/>
                <a:gd name="connsiteX18" fmla="*/ 4382048 w 5517475"/>
                <a:gd name="connsiteY18" fmla="*/ 1501856 h 6130481"/>
                <a:gd name="connsiteX19" fmla="*/ 3551900 w 5517475"/>
                <a:gd name="connsiteY19" fmla="*/ 808425 h 6130481"/>
                <a:gd name="connsiteX20" fmla="*/ 2549095 w 5517475"/>
                <a:gd name="connsiteY20" fmla="*/ 559851 h 6130481"/>
                <a:gd name="connsiteX21" fmla="*/ 1712566 w 5517475"/>
                <a:gd name="connsiteY21" fmla="*/ 812008 h 6130481"/>
                <a:gd name="connsiteX22" fmla="*/ 906044 w 5517475"/>
                <a:gd name="connsiteY22" fmla="*/ 1502976 h 6130481"/>
                <a:gd name="connsiteX23" fmla="*/ 558825 w 5517475"/>
                <a:gd name="connsiteY23" fmla="*/ 1831049 h 6130481"/>
                <a:gd name="connsiteX24" fmla="*/ 25063 w 5517475"/>
                <a:gd name="connsiteY24" fmla="*/ 2389556 h 6130481"/>
                <a:gd name="connsiteX25" fmla="*/ 0 w 5517475"/>
                <a:gd name="connsiteY25" fmla="*/ 2432109 h 6130481"/>
                <a:gd name="connsiteX26" fmla="*/ 0 w 5517475"/>
                <a:gd name="connsiteY26" fmla="*/ 1587383 h 6130481"/>
                <a:gd name="connsiteX27" fmla="*/ 76951 w 5517475"/>
                <a:gd name="connsiteY27" fmla="*/ 1513741 h 6130481"/>
                <a:gd name="connsiteX28" fmla="*/ 510118 w 5517475"/>
                <a:gd name="connsiteY28" fmla="*/ 1107273 h 6130481"/>
                <a:gd name="connsiteX29" fmla="*/ 2549095 w 5517475"/>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475" h="6130481">
                  <a:moveTo>
                    <a:pt x="2549095" y="0"/>
                  </a:moveTo>
                  <a:cubicBezTo>
                    <a:pt x="3508568" y="0"/>
                    <a:pt x="4219915" y="463445"/>
                    <a:pt x="4804175" y="1134258"/>
                  </a:cubicBezTo>
                  <a:cubicBezTo>
                    <a:pt x="5291694" y="1694109"/>
                    <a:pt x="5723899"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799573"/>
                  </a:lnTo>
                  <a:lnTo>
                    <a:pt x="64364" y="3974159"/>
                  </a:lnTo>
                  <a:cubicBezTo>
                    <a:pt x="198841" y="4289243"/>
                    <a:pt x="391429" y="4571632"/>
                    <a:pt x="636644" y="4813600"/>
                  </a:cubicBezTo>
                  <a:cubicBezTo>
                    <a:pt x="1131328" y="5301566"/>
                    <a:pt x="1786578" y="5570406"/>
                    <a:pt x="2481577" y="5570406"/>
                  </a:cubicBezTo>
                  <a:cubicBezTo>
                    <a:pt x="2854550" y="5570406"/>
                    <a:pt x="3171314" y="5516996"/>
                    <a:pt x="3449896" y="5407153"/>
                  </a:cubicBezTo>
                  <a:cubicBezTo>
                    <a:pt x="3723103" y="5299438"/>
                    <a:pt x="3970333" y="5132603"/>
                    <a:pt x="4205695" y="4897241"/>
                  </a:cubicBezTo>
                  <a:cubicBezTo>
                    <a:pt x="4369395" y="4733653"/>
                    <a:pt x="4426836" y="4637358"/>
                    <a:pt x="4461434" y="4564802"/>
                  </a:cubicBezTo>
                  <a:cubicBezTo>
                    <a:pt x="4510701" y="4461453"/>
                    <a:pt x="4543509" y="4330784"/>
                    <a:pt x="4588969" y="4149952"/>
                  </a:cubicBezTo>
                  <a:cubicBezTo>
                    <a:pt x="4646969" y="3918846"/>
                    <a:pt x="4726468" y="3602194"/>
                    <a:pt x="4886585" y="3168421"/>
                  </a:cubicBezTo>
                  <a:cubicBezTo>
                    <a:pt x="4984560" y="2902940"/>
                    <a:pt x="4981760" y="2626037"/>
                    <a:pt x="4877964" y="2321590"/>
                  </a:cubicBezTo>
                  <a:cubicBezTo>
                    <a:pt x="4786260" y="2052526"/>
                    <a:pt x="4614834" y="1769129"/>
                    <a:pt x="4382048" y="1501856"/>
                  </a:cubicBezTo>
                  <a:cubicBezTo>
                    <a:pt x="4110072" y="1189683"/>
                    <a:pt x="3838544" y="962832"/>
                    <a:pt x="3551900" y="808425"/>
                  </a:cubicBezTo>
                  <a:cubicBezTo>
                    <a:pt x="3241183" y="641141"/>
                    <a:pt x="2913222" y="559851"/>
                    <a:pt x="2549095" y="559851"/>
                  </a:cubicBezTo>
                  <a:cubicBezTo>
                    <a:pt x="2253830" y="559851"/>
                    <a:pt x="1988013" y="640134"/>
                    <a:pt x="1712566" y="812008"/>
                  </a:cubicBezTo>
                  <a:cubicBezTo>
                    <a:pt x="1428385" y="989593"/>
                    <a:pt x="1158313" y="1250707"/>
                    <a:pt x="906044" y="1502976"/>
                  </a:cubicBezTo>
                  <a:cubicBezTo>
                    <a:pt x="788140" y="1620769"/>
                    <a:pt x="671579" y="1727700"/>
                    <a:pt x="558825" y="1831049"/>
                  </a:cubicBezTo>
                  <a:cubicBezTo>
                    <a:pt x="340371" y="2031140"/>
                    <a:pt x="151813" y="2204022"/>
                    <a:pt x="25063" y="2389556"/>
                  </a:cubicBezTo>
                  <a:lnTo>
                    <a:pt x="0" y="2432109"/>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8A614510-A9F4-41B6-B78E-F49E390C7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0"/>
              <a:ext cx="5646974" cy="6483075"/>
            </a:xfrm>
            <a:custGeom>
              <a:avLst/>
              <a:gdLst>
                <a:gd name="connsiteX0" fmla="*/ 2405773 w 5646974"/>
                <a:gd name="connsiteY0" fmla="*/ 0 h 6483075"/>
                <a:gd name="connsiteX1" fmla="*/ 5646974 w 5646974"/>
                <a:gd name="connsiteY1" fmla="*/ 3241538 h 6483075"/>
                <a:gd name="connsiteX2" fmla="*/ 2405773 w 5646974"/>
                <a:gd name="connsiteY2" fmla="*/ 6483075 h 6483075"/>
                <a:gd name="connsiteX3" fmla="*/ 113897 w 5646974"/>
                <a:gd name="connsiteY3" fmla="*/ 5533666 h 6483075"/>
                <a:gd name="connsiteX4" fmla="*/ 0 w 5646974"/>
                <a:gd name="connsiteY4" fmla="*/ 5408336 h 6483075"/>
                <a:gd name="connsiteX5" fmla="*/ 0 w 5646974"/>
                <a:gd name="connsiteY5" fmla="*/ 4983659 h 6483075"/>
                <a:gd name="connsiteX6" fmla="*/ 155731 w 5646974"/>
                <a:gd name="connsiteY6" fmla="*/ 5176047 h 6483075"/>
                <a:gd name="connsiteX7" fmla="*/ 1093706 w 5646974"/>
                <a:gd name="connsiteY7" fmla="*/ 5866903 h 6483075"/>
                <a:gd name="connsiteX8" fmla="*/ 1639673 w 5646974"/>
                <a:gd name="connsiteY8" fmla="*/ 6059940 h 6483075"/>
                <a:gd name="connsiteX9" fmla="*/ 1709990 w 5646974"/>
                <a:gd name="connsiteY9" fmla="*/ 6076287 h 6483075"/>
                <a:gd name="connsiteX10" fmla="*/ 1780307 w 5646974"/>
                <a:gd name="connsiteY10" fmla="*/ 6091963 h 6483075"/>
                <a:gd name="connsiteX11" fmla="*/ 1851072 w 5646974"/>
                <a:gd name="connsiteY11" fmla="*/ 6105176 h 6483075"/>
                <a:gd name="connsiteX12" fmla="*/ 1886455 w 5646974"/>
                <a:gd name="connsiteY12" fmla="*/ 6111782 h 6483075"/>
                <a:gd name="connsiteX13" fmla="*/ 1921949 w 5646974"/>
                <a:gd name="connsiteY13" fmla="*/ 6117716 h 6483075"/>
                <a:gd name="connsiteX14" fmla="*/ 2064152 w 5646974"/>
                <a:gd name="connsiteY14" fmla="*/ 6137647 h 6483075"/>
                <a:gd name="connsiteX15" fmla="*/ 2206914 w 5646974"/>
                <a:gd name="connsiteY15" fmla="*/ 6151195 h 6483075"/>
                <a:gd name="connsiteX16" fmla="*/ 2350011 w 5646974"/>
                <a:gd name="connsiteY16" fmla="*/ 6158250 h 6483075"/>
                <a:gd name="connsiteX17" fmla="*/ 2493109 w 5646974"/>
                <a:gd name="connsiteY17" fmla="*/ 6159705 h 6483075"/>
                <a:gd name="connsiteX18" fmla="*/ 2781321 w 5646974"/>
                <a:gd name="connsiteY18" fmla="*/ 6147277 h 6483075"/>
                <a:gd name="connsiteX19" fmla="*/ 3345091 w 5646974"/>
                <a:gd name="connsiteY19" fmla="*/ 6060276 h 6483075"/>
                <a:gd name="connsiteX20" fmla="*/ 3878853 w 5646974"/>
                <a:gd name="connsiteY20" fmla="*/ 5871718 h 6483075"/>
                <a:gd name="connsiteX21" fmla="*/ 4367267 w 5646974"/>
                <a:gd name="connsiteY21" fmla="*/ 5573093 h 6483075"/>
                <a:gd name="connsiteX22" fmla="*/ 4424484 w 5646974"/>
                <a:gd name="connsiteY22" fmla="*/ 5528529 h 6483075"/>
                <a:gd name="connsiteX23" fmla="*/ 4481252 w 5646974"/>
                <a:gd name="connsiteY23" fmla="*/ 5483069 h 6483075"/>
                <a:gd name="connsiteX24" fmla="*/ 4536790 w 5646974"/>
                <a:gd name="connsiteY24" fmla="*/ 5435818 h 6483075"/>
                <a:gd name="connsiteX25" fmla="*/ 4591543 w 5646974"/>
                <a:gd name="connsiteY25" fmla="*/ 5387671 h 6483075"/>
                <a:gd name="connsiteX26" fmla="*/ 4794209 w 5646974"/>
                <a:gd name="connsiteY26" fmla="*/ 5181198 h 6483075"/>
                <a:gd name="connsiteX27" fmla="*/ 4956678 w 5646974"/>
                <a:gd name="connsiteY27" fmla="*/ 4945836 h 6483075"/>
                <a:gd name="connsiteX28" fmla="*/ 4989262 w 5646974"/>
                <a:gd name="connsiteY28" fmla="*/ 4881453 h 6483075"/>
                <a:gd name="connsiteX29" fmla="*/ 5017814 w 5646974"/>
                <a:gd name="connsiteY29" fmla="*/ 4814607 h 6483075"/>
                <a:gd name="connsiteX30" fmla="*/ 5044127 w 5646974"/>
                <a:gd name="connsiteY30" fmla="*/ 4746193 h 6483075"/>
                <a:gd name="connsiteX31" fmla="*/ 5068425 w 5646974"/>
                <a:gd name="connsiteY31" fmla="*/ 4676436 h 6483075"/>
                <a:gd name="connsiteX32" fmla="*/ 5154641 w 5646974"/>
                <a:gd name="connsiteY32" fmla="*/ 4390352 h 6483075"/>
                <a:gd name="connsiteX33" fmla="*/ 5196854 w 5646974"/>
                <a:gd name="connsiteY33" fmla="*/ 4246134 h 6483075"/>
                <a:gd name="connsiteX34" fmla="*/ 5240299 w 5646974"/>
                <a:gd name="connsiteY34" fmla="*/ 4102140 h 6483075"/>
                <a:gd name="connsiteX35" fmla="*/ 5432440 w 5646974"/>
                <a:gd name="connsiteY35" fmla="*/ 3532884 h 6483075"/>
                <a:gd name="connsiteX36" fmla="*/ 5528846 w 5646974"/>
                <a:gd name="connsiteY36" fmla="*/ 2951647 h 6483075"/>
                <a:gd name="connsiteX37" fmla="*/ 5495927 w 5646974"/>
                <a:gd name="connsiteY37" fmla="*/ 2658733 h 6483075"/>
                <a:gd name="connsiteX38" fmla="*/ 5480027 w 5646974"/>
                <a:gd name="connsiteY38" fmla="*/ 2586848 h 6483075"/>
                <a:gd name="connsiteX39" fmla="*/ 5461328 w 5646974"/>
                <a:gd name="connsiteY39" fmla="*/ 2515635 h 6483075"/>
                <a:gd name="connsiteX40" fmla="*/ 5439605 w 5646974"/>
                <a:gd name="connsiteY40" fmla="*/ 2445317 h 6483075"/>
                <a:gd name="connsiteX41" fmla="*/ 5415532 w 5646974"/>
                <a:gd name="connsiteY41" fmla="*/ 2375896 h 6483075"/>
                <a:gd name="connsiteX42" fmla="*/ 5144564 w 5646974"/>
                <a:gd name="connsiteY42" fmla="*/ 1857138 h 6483075"/>
                <a:gd name="connsiteX43" fmla="*/ 4774838 w 5646974"/>
                <a:gd name="connsiteY43" fmla="*/ 1405450 h 6483075"/>
                <a:gd name="connsiteX44" fmla="*/ 4345769 w 5646974"/>
                <a:gd name="connsiteY44" fmla="*/ 1012323 h 6483075"/>
                <a:gd name="connsiteX45" fmla="*/ 4115334 w 5646974"/>
                <a:gd name="connsiteY45" fmla="*/ 841344 h 6483075"/>
                <a:gd name="connsiteX46" fmla="*/ 3874038 w 5646974"/>
                <a:gd name="connsiteY46" fmla="*/ 691528 h 6483075"/>
                <a:gd name="connsiteX47" fmla="*/ 3359535 w 5646974"/>
                <a:gd name="connsiteY47" fmla="*/ 468819 h 6483075"/>
                <a:gd name="connsiteX48" fmla="*/ 2811105 w 5646974"/>
                <a:gd name="connsiteY48" fmla="*/ 366031 h 6483075"/>
                <a:gd name="connsiteX49" fmla="*/ 2741124 w 5646974"/>
                <a:gd name="connsiteY49" fmla="*/ 361440 h 6483075"/>
                <a:gd name="connsiteX50" fmla="*/ 2671030 w 5646974"/>
                <a:gd name="connsiteY50" fmla="*/ 358417 h 6483075"/>
                <a:gd name="connsiteX51" fmla="*/ 2600713 w 5646974"/>
                <a:gd name="connsiteY51" fmla="*/ 357521 h 6483075"/>
                <a:gd name="connsiteX52" fmla="*/ 2531739 w 5646974"/>
                <a:gd name="connsiteY52" fmla="*/ 358529 h 6483075"/>
                <a:gd name="connsiteX53" fmla="*/ 2259988 w 5646974"/>
                <a:gd name="connsiteY53" fmla="*/ 385289 h 6483075"/>
                <a:gd name="connsiteX54" fmla="*/ 1740670 w 5646974"/>
                <a:gd name="connsiteY54" fmla="*/ 553917 h 6483075"/>
                <a:gd name="connsiteX55" fmla="*/ 1264124 w 5646974"/>
                <a:gd name="connsiteY55" fmla="*/ 853549 h 6483075"/>
                <a:gd name="connsiteX56" fmla="*/ 823074 w 5646974"/>
                <a:gd name="connsiteY56" fmla="*/ 1234136 h 6483075"/>
                <a:gd name="connsiteX57" fmla="*/ 715694 w 5646974"/>
                <a:gd name="connsiteY57" fmla="*/ 1336252 h 6483075"/>
                <a:gd name="connsiteX58" fmla="*/ 606859 w 5646974"/>
                <a:gd name="connsiteY58" fmla="*/ 1440945 h 6483075"/>
                <a:gd name="connsiteX59" fmla="*/ 382023 w 5646974"/>
                <a:gd name="connsiteY59" fmla="*/ 1646074 h 6483075"/>
                <a:gd name="connsiteX60" fmla="*/ 158531 w 5646974"/>
                <a:gd name="connsiteY60" fmla="*/ 1843813 h 6483075"/>
                <a:gd name="connsiteX61" fmla="*/ 0 w 5646974"/>
                <a:gd name="connsiteY61" fmla="*/ 1991775 h 6483075"/>
                <a:gd name="connsiteX62" fmla="*/ 0 w 5646974"/>
                <a:gd name="connsiteY62" fmla="*/ 1074740 h 6483075"/>
                <a:gd name="connsiteX63" fmla="*/ 113897 w 5646974"/>
                <a:gd name="connsiteY63" fmla="*/ 949410 h 6483075"/>
                <a:gd name="connsiteX64" fmla="*/ 2405773 w 5646974"/>
                <a:gd name="connsiteY64" fmla="*/ 0 h 64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646974" h="6483075">
                  <a:moveTo>
                    <a:pt x="2405773" y="0"/>
                  </a:moveTo>
                  <a:cubicBezTo>
                    <a:pt x="4195841" y="0"/>
                    <a:pt x="5646974" y="1451246"/>
                    <a:pt x="5646974" y="3241538"/>
                  </a:cubicBezTo>
                  <a:cubicBezTo>
                    <a:pt x="5646974" y="5031830"/>
                    <a:pt x="4195841" y="6483075"/>
                    <a:pt x="2405773" y="6483075"/>
                  </a:cubicBezTo>
                  <a:cubicBezTo>
                    <a:pt x="1510739" y="6483075"/>
                    <a:pt x="700439" y="6120264"/>
                    <a:pt x="113897" y="5533666"/>
                  </a:cubicBezTo>
                  <a:lnTo>
                    <a:pt x="0" y="5408336"/>
                  </a:lnTo>
                  <a:lnTo>
                    <a:pt x="0" y="4983659"/>
                  </a:lnTo>
                  <a:lnTo>
                    <a:pt x="155731" y="5176047"/>
                  </a:lnTo>
                  <a:cubicBezTo>
                    <a:pt x="417742" y="5469073"/>
                    <a:pt x="741224" y="5704211"/>
                    <a:pt x="1093706" y="5866903"/>
                  </a:cubicBezTo>
                  <a:cubicBezTo>
                    <a:pt x="1269947" y="5948418"/>
                    <a:pt x="1453018" y="6013137"/>
                    <a:pt x="1639673" y="6059940"/>
                  </a:cubicBezTo>
                  <a:lnTo>
                    <a:pt x="1709990" y="6076287"/>
                  </a:lnTo>
                  <a:cubicBezTo>
                    <a:pt x="1733504" y="6081550"/>
                    <a:pt x="1756570" y="6088156"/>
                    <a:pt x="1780307" y="6091963"/>
                  </a:cubicBezTo>
                  <a:lnTo>
                    <a:pt x="1851072" y="6105176"/>
                  </a:lnTo>
                  <a:lnTo>
                    <a:pt x="1886455" y="6111782"/>
                  </a:lnTo>
                  <a:cubicBezTo>
                    <a:pt x="1898212" y="6114021"/>
                    <a:pt x="1909969" y="6116373"/>
                    <a:pt x="1921949" y="6117716"/>
                  </a:cubicBezTo>
                  <a:cubicBezTo>
                    <a:pt x="1969425" y="6124323"/>
                    <a:pt x="2016676" y="6131489"/>
                    <a:pt x="2064152" y="6137647"/>
                  </a:cubicBezTo>
                  <a:cubicBezTo>
                    <a:pt x="2111851" y="6141790"/>
                    <a:pt x="2159438" y="6146381"/>
                    <a:pt x="2206914" y="6151195"/>
                  </a:cubicBezTo>
                  <a:lnTo>
                    <a:pt x="2350011" y="6158250"/>
                  </a:lnTo>
                  <a:cubicBezTo>
                    <a:pt x="2397711" y="6159593"/>
                    <a:pt x="2445410" y="6159146"/>
                    <a:pt x="2493109" y="6159705"/>
                  </a:cubicBezTo>
                  <a:cubicBezTo>
                    <a:pt x="2589068" y="6158137"/>
                    <a:pt x="2685922" y="6154666"/>
                    <a:pt x="2781321" y="6147277"/>
                  </a:cubicBezTo>
                  <a:cubicBezTo>
                    <a:pt x="2972566" y="6132944"/>
                    <a:pt x="3161348" y="6105288"/>
                    <a:pt x="3345091" y="6060276"/>
                  </a:cubicBezTo>
                  <a:cubicBezTo>
                    <a:pt x="3528834" y="6015375"/>
                    <a:pt x="3707539" y="5952785"/>
                    <a:pt x="3878853" y="5871718"/>
                  </a:cubicBezTo>
                  <a:cubicBezTo>
                    <a:pt x="4050167" y="5790428"/>
                    <a:pt x="4213084" y="5689318"/>
                    <a:pt x="4367267" y="5573093"/>
                  </a:cubicBezTo>
                  <a:lnTo>
                    <a:pt x="4424484" y="5528529"/>
                  </a:lnTo>
                  <a:cubicBezTo>
                    <a:pt x="4443631" y="5513637"/>
                    <a:pt x="4463113" y="5499193"/>
                    <a:pt x="4481252" y="5483069"/>
                  </a:cubicBezTo>
                  <a:lnTo>
                    <a:pt x="4536790" y="5435818"/>
                  </a:lnTo>
                  <a:cubicBezTo>
                    <a:pt x="4555265" y="5419918"/>
                    <a:pt x="4574188" y="5404466"/>
                    <a:pt x="4591543" y="5387671"/>
                  </a:cubicBezTo>
                  <a:cubicBezTo>
                    <a:pt x="4662980" y="5321944"/>
                    <a:pt x="4733074" y="5254650"/>
                    <a:pt x="4794209" y="5181198"/>
                  </a:cubicBezTo>
                  <a:cubicBezTo>
                    <a:pt x="4857808" y="5109089"/>
                    <a:pt x="4910434" y="5029926"/>
                    <a:pt x="4956678" y="4945836"/>
                  </a:cubicBezTo>
                  <a:cubicBezTo>
                    <a:pt x="4967651" y="4924450"/>
                    <a:pt x="4978624" y="4903064"/>
                    <a:pt x="4989262" y="4881453"/>
                  </a:cubicBezTo>
                  <a:lnTo>
                    <a:pt x="5017814" y="4814607"/>
                  </a:lnTo>
                  <a:cubicBezTo>
                    <a:pt x="5027891" y="4792549"/>
                    <a:pt x="5035393" y="4769035"/>
                    <a:pt x="5044127" y="4746193"/>
                  </a:cubicBezTo>
                  <a:cubicBezTo>
                    <a:pt x="5052636" y="4723128"/>
                    <a:pt x="5061146" y="4700174"/>
                    <a:pt x="5068425" y="4676436"/>
                  </a:cubicBezTo>
                  <a:cubicBezTo>
                    <a:pt x="5099552" y="4582717"/>
                    <a:pt x="5126985" y="4486422"/>
                    <a:pt x="5154641" y="4390352"/>
                  </a:cubicBezTo>
                  <a:lnTo>
                    <a:pt x="5196854" y="4246134"/>
                  </a:lnTo>
                  <a:lnTo>
                    <a:pt x="5240299" y="4102140"/>
                  </a:lnTo>
                  <a:cubicBezTo>
                    <a:pt x="5299195" y="3910560"/>
                    <a:pt x="5364697" y="3721330"/>
                    <a:pt x="5432440" y="3532884"/>
                  </a:cubicBezTo>
                  <a:cubicBezTo>
                    <a:pt x="5500294" y="3346902"/>
                    <a:pt x="5533549" y="3148714"/>
                    <a:pt x="5528846" y="2951647"/>
                  </a:cubicBezTo>
                  <a:cubicBezTo>
                    <a:pt x="5526831" y="2853113"/>
                    <a:pt x="5515409" y="2755027"/>
                    <a:pt x="5495927" y="2658733"/>
                  </a:cubicBezTo>
                  <a:cubicBezTo>
                    <a:pt x="5491112" y="2634659"/>
                    <a:pt x="5486297" y="2610585"/>
                    <a:pt x="5480027" y="2586848"/>
                  </a:cubicBezTo>
                  <a:cubicBezTo>
                    <a:pt x="5474205" y="2562998"/>
                    <a:pt x="5468718" y="2539036"/>
                    <a:pt x="5461328" y="2515635"/>
                  </a:cubicBezTo>
                  <a:cubicBezTo>
                    <a:pt x="5454386" y="2492009"/>
                    <a:pt x="5447668" y="2468495"/>
                    <a:pt x="5439605" y="2445317"/>
                  </a:cubicBezTo>
                  <a:cubicBezTo>
                    <a:pt x="5431879" y="2422028"/>
                    <a:pt x="5424378" y="2398738"/>
                    <a:pt x="5415532" y="2375896"/>
                  </a:cubicBezTo>
                  <a:cubicBezTo>
                    <a:pt x="5347790" y="2191817"/>
                    <a:pt x="5254071" y="2018599"/>
                    <a:pt x="5144564" y="1857138"/>
                  </a:cubicBezTo>
                  <a:cubicBezTo>
                    <a:pt x="5034946" y="1695565"/>
                    <a:pt x="4909762" y="1545301"/>
                    <a:pt x="4774838" y="1405450"/>
                  </a:cubicBezTo>
                  <a:cubicBezTo>
                    <a:pt x="4638907" y="1265040"/>
                    <a:pt x="4496145" y="1132131"/>
                    <a:pt x="4345769" y="1012323"/>
                  </a:cubicBezTo>
                  <a:cubicBezTo>
                    <a:pt x="4270749" y="952195"/>
                    <a:pt x="4194273" y="894642"/>
                    <a:pt x="4115334" y="841344"/>
                  </a:cubicBezTo>
                  <a:cubicBezTo>
                    <a:pt x="4037067" y="787263"/>
                    <a:pt x="3956336" y="737548"/>
                    <a:pt x="3874038" y="691528"/>
                  </a:cubicBezTo>
                  <a:cubicBezTo>
                    <a:pt x="3709554" y="599712"/>
                    <a:pt x="3537792" y="523349"/>
                    <a:pt x="3359535" y="468819"/>
                  </a:cubicBezTo>
                  <a:cubicBezTo>
                    <a:pt x="3181278" y="414514"/>
                    <a:pt x="2997311" y="380699"/>
                    <a:pt x="2811105" y="366031"/>
                  </a:cubicBezTo>
                  <a:cubicBezTo>
                    <a:pt x="2787703" y="364575"/>
                    <a:pt x="2764525" y="362448"/>
                    <a:pt x="2741124" y="361440"/>
                  </a:cubicBezTo>
                  <a:lnTo>
                    <a:pt x="2671030" y="358417"/>
                  </a:lnTo>
                  <a:lnTo>
                    <a:pt x="2600713" y="357521"/>
                  </a:lnTo>
                  <a:cubicBezTo>
                    <a:pt x="2577087" y="356961"/>
                    <a:pt x="2554805" y="358305"/>
                    <a:pt x="2531739" y="358529"/>
                  </a:cubicBezTo>
                  <a:cubicBezTo>
                    <a:pt x="2440259" y="360992"/>
                    <a:pt x="2349564" y="370285"/>
                    <a:pt x="2259988" y="385289"/>
                  </a:cubicBezTo>
                  <a:cubicBezTo>
                    <a:pt x="2080723" y="415521"/>
                    <a:pt x="1906945" y="473634"/>
                    <a:pt x="1740670" y="553917"/>
                  </a:cubicBezTo>
                  <a:cubicBezTo>
                    <a:pt x="1574506" y="634647"/>
                    <a:pt x="1415844" y="737100"/>
                    <a:pt x="1264124" y="853549"/>
                  </a:cubicBezTo>
                  <a:cubicBezTo>
                    <a:pt x="1112181" y="969886"/>
                    <a:pt x="966508" y="1099212"/>
                    <a:pt x="823074" y="1234136"/>
                  </a:cubicBezTo>
                  <a:cubicBezTo>
                    <a:pt x="787131" y="1267951"/>
                    <a:pt x="751413" y="1301990"/>
                    <a:pt x="715694" y="1336252"/>
                  </a:cubicBezTo>
                  <a:lnTo>
                    <a:pt x="606859" y="1440945"/>
                  </a:lnTo>
                  <a:cubicBezTo>
                    <a:pt x="532623" y="1511374"/>
                    <a:pt x="457267" y="1579452"/>
                    <a:pt x="382023" y="1646074"/>
                  </a:cubicBezTo>
                  <a:lnTo>
                    <a:pt x="158531" y="1843813"/>
                  </a:lnTo>
                  <a:lnTo>
                    <a:pt x="0" y="1991775"/>
                  </a:lnTo>
                  <a:lnTo>
                    <a:pt x="0" y="1074740"/>
                  </a:lnTo>
                  <a:lnTo>
                    <a:pt x="113897" y="949410"/>
                  </a:lnTo>
                  <a:cubicBezTo>
                    <a:pt x="700439" y="362812"/>
                    <a:pt x="1510739" y="0"/>
                    <a:pt x="2405773" y="0"/>
                  </a:cubicBezTo>
                  <a:close/>
                </a:path>
              </a:pathLst>
            </a:custGeom>
            <a:gradFill>
              <a:gsLst>
                <a:gs pos="2000">
                  <a:schemeClr val="bg1">
                    <a:alpha val="10000"/>
                  </a:schemeClr>
                </a:gs>
                <a:gs pos="16000">
                  <a:schemeClr val="accent6">
                    <a:alpha val="10000"/>
                  </a:schemeClr>
                </a:gs>
                <a:gs pos="100000">
                  <a:schemeClr val="bg1">
                    <a:alpha val="10000"/>
                  </a:schemeClr>
                </a:gs>
                <a:gs pos="74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5BAB3628-F7A8-9207-6E31-D4D22BA2AD2C}"/>
              </a:ext>
            </a:extLst>
          </p:cNvPr>
          <p:cNvSpPr>
            <a:spLocks noGrp="1"/>
          </p:cNvSpPr>
          <p:nvPr>
            <p:ph type="title"/>
          </p:nvPr>
        </p:nvSpPr>
        <p:spPr>
          <a:xfrm>
            <a:off x="804672" y="2053641"/>
            <a:ext cx="3669161" cy="2760098"/>
          </a:xfrm>
        </p:spPr>
        <p:txBody>
          <a:bodyPr>
            <a:normAutofit/>
          </a:bodyPr>
          <a:lstStyle/>
          <a:p>
            <a:r>
              <a:rPr lang="en-US" sz="4000">
                <a:solidFill>
                  <a:schemeClr val="tx2"/>
                </a:solidFill>
              </a:rPr>
              <a:t>Course Policies</a:t>
            </a:r>
          </a:p>
        </p:txBody>
      </p:sp>
      <p:sp>
        <p:nvSpPr>
          <p:cNvPr id="3" name="Content Placeholder 2">
            <a:extLst>
              <a:ext uri="{FF2B5EF4-FFF2-40B4-BE49-F238E27FC236}">
                <a16:creationId xmlns:a16="http://schemas.microsoft.com/office/drawing/2014/main" id="{AFB45680-D7C6-8A67-7162-68FA1CE0BF5E}"/>
              </a:ext>
            </a:extLst>
          </p:cNvPr>
          <p:cNvSpPr>
            <a:spLocks noGrp="1"/>
          </p:cNvSpPr>
          <p:nvPr>
            <p:ph idx="1"/>
          </p:nvPr>
        </p:nvSpPr>
        <p:spPr>
          <a:xfrm>
            <a:off x="6090574" y="261258"/>
            <a:ext cx="5306084" cy="6346372"/>
          </a:xfrm>
          <a:noFill/>
          <a:ln>
            <a:noFill/>
          </a:ln>
        </p:spPr>
        <p:txBody>
          <a:bodyPr anchor="ctr">
            <a:normAutofit/>
          </a:bodyPr>
          <a:lstStyle/>
          <a:p>
            <a:r>
              <a:rPr lang="en-US" sz="2400" dirty="0">
                <a:solidFill>
                  <a:schemeClr val="tx2"/>
                </a:solidFill>
              </a:rPr>
              <a:t>It is extremely important to submit assignments on time in this course especially proposal assignments as they build on each other and revisions are expected</a:t>
            </a:r>
          </a:p>
          <a:p>
            <a:r>
              <a:rPr lang="en-US" sz="2400" dirty="0">
                <a:solidFill>
                  <a:schemeClr val="tx2"/>
                </a:solidFill>
              </a:rPr>
              <a:t>Plagiarism will not be tolerated, and ideas taken from other sources must be properly cited. Plagiarized work will receive a 0 and could lead to failure of the course.</a:t>
            </a:r>
          </a:p>
          <a:p>
            <a:r>
              <a:rPr lang="en-US" sz="2400" dirty="0">
                <a:solidFill>
                  <a:schemeClr val="tx2"/>
                </a:solidFill>
              </a:rPr>
              <a:t>Generative AI can be used as a support tool for brainstorming and editing, but assignments must be your own original writing. Improper use of AI can also result in failure of the assignment and a report of academic misconduct to </a:t>
            </a:r>
            <a:r>
              <a:rPr lang="en-US" sz="2400">
                <a:solidFill>
                  <a:schemeClr val="tx2"/>
                </a:solidFill>
              </a:rPr>
              <a:t>the university.</a:t>
            </a:r>
            <a:endParaRPr lang="en-US" sz="2400" dirty="0">
              <a:solidFill>
                <a:schemeClr val="tx2"/>
              </a:solidFill>
            </a:endParaRPr>
          </a:p>
        </p:txBody>
      </p:sp>
    </p:spTree>
    <p:extLst>
      <p:ext uri="{BB962C8B-B14F-4D97-AF65-F5344CB8AC3E}">
        <p14:creationId xmlns:p14="http://schemas.microsoft.com/office/powerpoint/2010/main" val="6541512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F75AD06-DFC4-4B3A-8490-330823D081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C587C93-0840-40DF-96D5-D1F2137E64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77BA7D41-F65E-08E6-48EA-B98AF8D59FF5}"/>
              </a:ext>
            </a:extLst>
          </p:cNvPr>
          <p:cNvSpPr>
            <a:spLocks noGrp="1"/>
          </p:cNvSpPr>
          <p:nvPr>
            <p:ph type="title"/>
          </p:nvPr>
        </p:nvSpPr>
        <p:spPr>
          <a:xfrm>
            <a:off x="804672" y="1401859"/>
            <a:ext cx="4130185" cy="4054282"/>
          </a:xfrm>
        </p:spPr>
        <p:txBody>
          <a:bodyPr>
            <a:normAutofit/>
          </a:bodyPr>
          <a:lstStyle/>
          <a:p>
            <a:r>
              <a:rPr lang="en-US" sz="3600">
                <a:solidFill>
                  <a:schemeClr val="tx2"/>
                </a:solidFill>
              </a:rPr>
              <a:t>Communication</a:t>
            </a:r>
          </a:p>
        </p:txBody>
      </p:sp>
      <p:grpSp>
        <p:nvGrpSpPr>
          <p:cNvPr id="12" name="Group 11">
            <a:extLst>
              <a:ext uri="{FF2B5EF4-FFF2-40B4-BE49-F238E27FC236}">
                <a16:creationId xmlns:a16="http://schemas.microsoft.com/office/drawing/2014/main" id="{5E02D55A-F529-4B19-BAF9-F63240A7B4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3839" y="0"/>
            <a:ext cx="4324865" cy="2641149"/>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60367E3C-3947-493D-9458-5955DB20AE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1E8D9785-21DB-4CE6-B138-2999AD6161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43AA5AD5-8F29-4165-8112-305DDDDDD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A4EC0CF-F38F-4D7F-B48D-9A26E814DF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F47D00F9-6853-0C16-D112-700314F46AEB}"/>
              </a:ext>
            </a:extLst>
          </p:cNvPr>
          <p:cNvSpPr>
            <a:spLocks noGrp="1"/>
          </p:cNvSpPr>
          <p:nvPr>
            <p:ph idx="1"/>
          </p:nvPr>
        </p:nvSpPr>
        <p:spPr>
          <a:xfrm>
            <a:off x="5257800" y="1553134"/>
            <a:ext cx="6128539" cy="3751732"/>
          </a:xfrm>
        </p:spPr>
        <p:txBody>
          <a:bodyPr anchor="ctr">
            <a:normAutofit/>
          </a:bodyPr>
          <a:lstStyle/>
          <a:p>
            <a:r>
              <a:rPr lang="en-US" sz="2000" dirty="0">
                <a:solidFill>
                  <a:schemeClr val="tx2"/>
                </a:solidFill>
              </a:rPr>
              <a:t>Your capstone project is meant to be the culmination of all your learning in the program</a:t>
            </a:r>
          </a:p>
          <a:p>
            <a:r>
              <a:rPr lang="en-US" sz="2000" dirty="0">
                <a:solidFill>
                  <a:schemeClr val="tx2"/>
                </a:solidFill>
              </a:rPr>
              <a:t>These courses can be more time-intensive than other courses</a:t>
            </a:r>
          </a:p>
          <a:p>
            <a:r>
              <a:rPr lang="en-US" sz="2000" dirty="0">
                <a:solidFill>
                  <a:schemeClr val="tx2"/>
                </a:solidFill>
              </a:rPr>
              <a:t>I’m here to help you succeed and ensure you develop a feasible, quality research proposal</a:t>
            </a:r>
          </a:p>
          <a:p>
            <a:r>
              <a:rPr lang="en-US" sz="2000" dirty="0">
                <a:solidFill>
                  <a:schemeClr val="tx2"/>
                </a:solidFill>
              </a:rPr>
              <a:t>It is critical that you communicate with me if you have questions, concerns, or need additional guidance throughout the semester. </a:t>
            </a:r>
          </a:p>
        </p:txBody>
      </p:sp>
      <p:grpSp>
        <p:nvGrpSpPr>
          <p:cNvPr id="18" name="Group 17">
            <a:extLst>
              <a:ext uri="{FF2B5EF4-FFF2-40B4-BE49-F238E27FC236}">
                <a16:creationId xmlns:a16="http://schemas.microsoft.com/office/drawing/2014/main" id="{47A3A52F-BCB3-444D-9372-EE018B135C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8535970" y="4114799"/>
            <a:ext cx="3655725" cy="2743201"/>
            <a:chOff x="-305" y="-1"/>
            <a:chExt cx="3832880" cy="2876136"/>
          </a:xfrm>
        </p:grpSpPr>
        <p:sp>
          <p:nvSpPr>
            <p:cNvPr id="19" name="Freeform: Shape 18">
              <a:extLst>
                <a:ext uri="{FF2B5EF4-FFF2-40B4-BE49-F238E27FC236}">
                  <a16:creationId xmlns:a16="http://schemas.microsoft.com/office/drawing/2014/main" id="{91E32C13-DED6-4967-85B8-68DD77103F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38DDA515-BC6A-47FB-951E-E1E7928750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B97EEFA7-6787-4EC0-8284-6D3D273061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1A9621AC-50AB-4B43-896D-78FE571A38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1470677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1385</TotalTime>
  <Words>1978</Words>
  <Application>Microsoft Office PowerPoint</Application>
  <PresentationFormat>Widescreen</PresentationFormat>
  <Paragraphs>61</Paragraphs>
  <Slides>8</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Course Overview</vt:lpstr>
      <vt:lpstr>Capstone Project</vt:lpstr>
      <vt:lpstr>Expectations for Proposed Research</vt:lpstr>
      <vt:lpstr>Course Content</vt:lpstr>
      <vt:lpstr>Course Structure</vt:lpstr>
      <vt:lpstr>Assignments</vt:lpstr>
      <vt:lpstr>Course Policies</vt:lpstr>
      <vt:lpstr>Communication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Kayden Jordan</dc:creator>
  <cp:lastModifiedBy>Kayden Jordan</cp:lastModifiedBy>
  <cp:revision>1</cp:revision>
  <dcterms:created xsi:type="dcterms:W3CDTF">2025-04-28T21:45:56Z</dcterms:created>
  <dcterms:modified xsi:type="dcterms:W3CDTF">2025-11-12T22:01:59Z</dcterms:modified>
</cp:coreProperties>
</file>