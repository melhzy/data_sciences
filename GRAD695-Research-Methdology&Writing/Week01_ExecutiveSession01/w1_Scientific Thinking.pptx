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 id="2147483732" r:id="rId2"/>
  </p:sldMasterIdLst>
  <p:notesMasterIdLst>
    <p:notesMasterId r:id="rId23"/>
  </p:notesMasterIdLst>
  <p:sldIdLst>
    <p:sldId id="256" r:id="rId3"/>
    <p:sldId id="257" r:id="rId4"/>
    <p:sldId id="258" r:id="rId5"/>
    <p:sldId id="272" r:id="rId6"/>
    <p:sldId id="273" r:id="rId7"/>
    <p:sldId id="274" r:id="rId8"/>
    <p:sldId id="275" r:id="rId9"/>
    <p:sldId id="260" r:id="rId10"/>
    <p:sldId id="261" r:id="rId11"/>
    <p:sldId id="262" r:id="rId12"/>
    <p:sldId id="277" r:id="rId13"/>
    <p:sldId id="264" r:id="rId14"/>
    <p:sldId id="265" r:id="rId15"/>
    <p:sldId id="266" r:id="rId16"/>
    <p:sldId id="267" r:id="rId17"/>
    <p:sldId id="268" r:id="rId18"/>
    <p:sldId id="269" r:id="rId19"/>
    <p:sldId id="270" r:id="rId20"/>
    <p:sldId id="271"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BF2F08-5915-4BB0-B07F-A6B91B49B00D}" v="13" dt="2025-11-12T22:10:48.1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74090" autoAdjust="0"/>
  </p:normalViewPr>
  <p:slideViewPr>
    <p:cSldViewPr snapToGrid="0">
      <p:cViewPr varScale="1">
        <p:scale>
          <a:sx n="47" d="100"/>
          <a:sy n="47" d="100"/>
        </p:scale>
        <p:origin x="141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yden Jordan" userId="e8c6793a-f4f0-4dab-a372-bcc2bed74348" providerId="ADAL" clId="{2D097765-E3AD-4BF7-A734-A5DEE3B1B8ED}"/>
    <pc:docChg chg="custSel addSld delSld modSld sldOrd">
      <pc:chgData name="Kayden Jordan" userId="e8c6793a-f4f0-4dab-a372-bcc2bed74348" providerId="ADAL" clId="{2D097765-E3AD-4BF7-A734-A5DEE3B1B8ED}" dt="2025-11-12T22:26:00.650" v="1419" actId="20577"/>
      <pc:docMkLst>
        <pc:docMk/>
      </pc:docMkLst>
      <pc:sldChg chg="delSp delDesignElem">
        <pc:chgData name="Kayden Jordan" userId="e8c6793a-f4f0-4dab-a372-bcc2bed74348" providerId="ADAL" clId="{2D097765-E3AD-4BF7-A734-A5DEE3B1B8ED}" dt="2025-11-12T22:10:16.771" v="170"/>
        <pc:sldMkLst>
          <pc:docMk/>
          <pc:sldMk cId="0" sldId="256"/>
        </pc:sldMkLst>
        <pc:spChg chg="del">
          <ac:chgData name="Kayden Jordan" userId="e8c6793a-f4f0-4dab-a372-bcc2bed74348" providerId="ADAL" clId="{2D097765-E3AD-4BF7-A734-A5DEE3B1B8ED}" dt="2025-11-12T22:10:16.771" v="170"/>
          <ac:spMkLst>
            <pc:docMk/>
            <pc:sldMk cId="0" sldId="256"/>
            <ac:spMk id="12" creationId="{EE362070-691D-44DB-98D4-BC61774B0E61}"/>
          </ac:spMkLst>
        </pc:spChg>
        <pc:spChg chg="del">
          <ac:chgData name="Kayden Jordan" userId="e8c6793a-f4f0-4dab-a372-bcc2bed74348" providerId="ADAL" clId="{2D097765-E3AD-4BF7-A734-A5DEE3B1B8ED}" dt="2025-11-12T22:10:16.771" v="170"/>
          <ac:spMkLst>
            <pc:docMk/>
            <pc:sldMk cId="0" sldId="256"/>
            <ac:spMk id="16" creationId="{3F0CE275-BAEC-48E9-B00C-1B635C68FF8C}"/>
          </ac:spMkLst>
        </pc:spChg>
        <pc:spChg chg="del">
          <ac:chgData name="Kayden Jordan" userId="e8c6793a-f4f0-4dab-a372-bcc2bed74348" providerId="ADAL" clId="{2D097765-E3AD-4BF7-A734-A5DEE3B1B8ED}" dt="2025-11-12T22:10:16.771" v="170"/>
          <ac:spMkLst>
            <pc:docMk/>
            <pc:sldMk cId="0" sldId="256"/>
            <ac:spMk id="18" creationId="{A22C524A-01E1-4209-AE20-DA64F7CB1824}"/>
          </ac:spMkLst>
        </pc:spChg>
        <pc:cxnChg chg="del">
          <ac:chgData name="Kayden Jordan" userId="e8c6793a-f4f0-4dab-a372-bcc2bed74348" providerId="ADAL" clId="{2D097765-E3AD-4BF7-A734-A5DEE3B1B8ED}" dt="2025-11-12T22:10:16.771" v="170"/>
          <ac:cxnSpMkLst>
            <pc:docMk/>
            <pc:sldMk cId="0" sldId="256"/>
            <ac:cxnSpMk id="14" creationId="{5A7EFE9C-DAE7-4ECA-BDB2-34E2534B8AB7}"/>
          </ac:cxnSpMkLst>
        </pc:cxnChg>
      </pc:sldChg>
      <pc:sldChg chg="delSp delDesignElem">
        <pc:chgData name="Kayden Jordan" userId="e8c6793a-f4f0-4dab-a372-bcc2bed74348" providerId="ADAL" clId="{2D097765-E3AD-4BF7-A734-A5DEE3B1B8ED}" dt="2025-11-12T22:10:16.771" v="170"/>
        <pc:sldMkLst>
          <pc:docMk/>
          <pc:sldMk cId="0" sldId="257"/>
        </pc:sldMkLst>
        <pc:spChg chg="del">
          <ac:chgData name="Kayden Jordan" userId="e8c6793a-f4f0-4dab-a372-bcc2bed74348" providerId="ADAL" clId="{2D097765-E3AD-4BF7-A734-A5DEE3B1B8ED}" dt="2025-11-12T22:10:16.771" v="170"/>
          <ac:spMkLst>
            <pc:docMk/>
            <pc:sldMk cId="0" sldId="257"/>
            <ac:spMk id="9" creationId="{EE1530B0-6F96-46C0-8B3E-3215CB756BE4}"/>
          </ac:spMkLst>
        </pc:spChg>
        <pc:spChg chg="del">
          <ac:chgData name="Kayden Jordan" userId="e8c6793a-f4f0-4dab-a372-bcc2bed74348" providerId="ADAL" clId="{2D097765-E3AD-4BF7-A734-A5DEE3B1B8ED}" dt="2025-11-12T22:10:16.771" v="170"/>
          <ac:spMkLst>
            <pc:docMk/>
            <pc:sldMk cId="0" sldId="257"/>
            <ac:spMk id="11" creationId="{754910CF-1B56-45D3-960A-E89F7B3B9131}"/>
          </ac:spMkLst>
        </pc:spChg>
        <pc:spChg chg="del">
          <ac:chgData name="Kayden Jordan" userId="e8c6793a-f4f0-4dab-a372-bcc2bed74348" providerId="ADAL" clId="{2D097765-E3AD-4BF7-A734-A5DEE3B1B8ED}" dt="2025-11-12T22:10:16.771" v="170"/>
          <ac:spMkLst>
            <pc:docMk/>
            <pc:sldMk cId="0" sldId="257"/>
            <ac:spMk id="13" creationId="{6669F804-A677-4B75-95F4-A5E4426FB774}"/>
          </ac:spMkLst>
        </pc:spChg>
      </pc:sldChg>
      <pc:sldChg chg="delSp delDesignElem">
        <pc:chgData name="Kayden Jordan" userId="e8c6793a-f4f0-4dab-a372-bcc2bed74348" providerId="ADAL" clId="{2D097765-E3AD-4BF7-A734-A5DEE3B1B8ED}" dt="2025-11-12T22:10:16.771" v="170"/>
        <pc:sldMkLst>
          <pc:docMk/>
          <pc:sldMk cId="0" sldId="258"/>
        </pc:sldMkLst>
        <pc:spChg chg="del">
          <ac:chgData name="Kayden Jordan" userId="e8c6793a-f4f0-4dab-a372-bcc2bed74348" providerId="ADAL" clId="{2D097765-E3AD-4BF7-A734-A5DEE3B1B8ED}" dt="2025-11-12T22:10:16.771" v="170"/>
          <ac:spMkLst>
            <pc:docMk/>
            <pc:sldMk cId="0" sldId="258"/>
            <ac:spMk id="9" creationId="{EE1530B0-6F96-46C0-8B3E-3215CB756BE4}"/>
          </ac:spMkLst>
        </pc:spChg>
        <pc:spChg chg="del">
          <ac:chgData name="Kayden Jordan" userId="e8c6793a-f4f0-4dab-a372-bcc2bed74348" providerId="ADAL" clId="{2D097765-E3AD-4BF7-A734-A5DEE3B1B8ED}" dt="2025-11-12T22:10:16.771" v="170"/>
          <ac:spMkLst>
            <pc:docMk/>
            <pc:sldMk cId="0" sldId="258"/>
            <ac:spMk id="11" creationId="{754910CF-1B56-45D3-960A-E89F7B3B9131}"/>
          </ac:spMkLst>
        </pc:spChg>
        <pc:spChg chg="del">
          <ac:chgData name="Kayden Jordan" userId="e8c6793a-f4f0-4dab-a372-bcc2bed74348" providerId="ADAL" clId="{2D097765-E3AD-4BF7-A734-A5DEE3B1B8ED}" dt="2025-11-12T22:10:16.771" v="170"/>
          <ac:spMkLst>
            <pc:docMk/>
            <pc:sldMk cId="0" sldId="258"/>
            <ac:spMk id="13" creationId="{6669F804-A677-4B75-95F4-A5E4426FB774}"/>
          </ac:spMkLst>
        </pc:spChg>
      </pc:sldChg>
      <pc:sldChg chg="delSp modSp mod delDesignElem">
        <pc:chgData name="Kayden Jordan" userId="e8c6793a-f4f0-4dab-a372-bcc2bed74348" providerId="ADAL" clId="{2D097765-E3AD-4BF7-A734-A5DEE3B1B8ED}" dt="2025-11-12T22:10:16.862" v="171" actId="27636"/>
        <pc:sldMkLst>
          <pc:docMk/>
          <pc:sldMk cId="0" sldId="260"/>
        </pc:sldMkLst>
        <pc:spChg chg="mod">
          <ac:chgData name="Kayden Jordan" userId="e8c6793a-f4f0-4dab-a372-bcc2bed74348" providerId="ADAL" clId="{2D097765-E3AD-4BF7-A734-A5DEE3B1B8ED}" dt="2025-11-12T22:10:16.862" v="171" actId="27636"/>
          <ac:spMkLst>
            <pc:docMk/>
            <pc:sldMk cId="0" sldId="260"/>
            <ac:spMk id="3" creationId="{00000000-0000-0000-0000-000000000000}"/>
          </ac:spMkLst>
        </pc:spChg>
        <pc:spChg chg="del">
          <ac:chgData name="Kayden Jordan" userId="e8c6793a-f4f0-4dab-a372-bcc2bed74348" providerId="ADAL" clId="{2D097765-E3AD-4BF7-A734-A5DEE3B1B8ED}" dt="2025-11-12T22:10:16.771" v="170"/>
          <ac:spMkLst>
            <pc:docMk/>
            <pc:sldMk cId="0" sldId="260"/>
            <ac:spMk id="8" creationId="{E54CE3AD-C754-4F1E-A76F-1EDDF71796A0}"/>
          </ac:spMkLst>
        </pc:spChg>
        <pc:spChg chg="del">
          <ac:chgData name="Kayden Jordan" userId="e8c6793a-f4f0-4dab-a372-bcc2bed74348" providerId="ADAL" clId="{2D097765-E3AD-4BF7-A734-A5DEE3B1B8ED}" dt="2025-11-12T22:10:16.771" v="170"/>
          <ac:spMkLst>
            <pc:docMk/>
            <pc:sldMk cId="0" sldId="260"/>
            <ac:spMk id="10" creationId="{D238B743-4443-4735-BFC2-B514F64099E8}"/>
          </ac:spMkLst>
        </pc:spChg>
      </pc:sldChg>
      <pc:sldChg chg="modSp">
        <pc:chgData name="Kayden Jordan" userId="e8c6793a-f4f0-4dab-a372-bcc2bed74348" providerId="ADAL" clId="{2D097765-E3AD-4BF7-A734-A5DEE3B1B8ED}" dt="2025-11-12T22:10:16.771" v="170"/>
        <pc:sldMkLst>
          <pc:docMk/>
          <pc:sldMk cId="0" sldId="261"/>
        </pc:sldMkLst>
        <pc:spChg chg="mod">
          <ac:chgData name="Kayden Jordan" userId="e8c6793a-f4f0-4dab-a372-bcc2bed74348" providerId="ADAL" clId="{2D097765-E3AD-4BF7-A734-A5DEE3B1B8ED}" dt="2025-11-12T22:10:16.771" v="170"/>
          <ac:spMkLst>
            <pc:docMk/>
            <pc:sldMk cId="0" sldId="261"/>
            <ac:spMk id="2" creationId="{00000000-0000-0000-0000-000000000000}"/>
          </ac:spMkLst>
        </pc:spChg>
        <pc:spChg chg="mod">
          <ac:chgData name="Kayden Jordan" userId="e8c6793a-f4f0-4dab-a372-bcc2bed74348" providerId="ADAL" clId="{2D097765-E3AD-4BF7-A734-A5DEE3B1B8ED}" dt="2025-11-12T22:10:16.771" v="170"/>
          <ac:spMkLst>
            <pc:docMk/>
            <pc:sldMk cId="0" sldId="261"/>
            <ac:spMk id="3" creationId="{00000000-0000-0000-0000-000000000000}"/>
          </ac:spMkLst>
        </pc:spChg>
      </pc:sldChg>
      <pc:sldChg chg="delSp modSp delDesignElem">
        <pc:chgData name="Kayden Jordan" userId="e8c6793a-f4f0-4dab-a372-bcc2bed74348" providerId="ADAL" clId="{2D097765-E3AD-4BF7-A734-A5DEE3B1B8ED}" dt="2025-11-12T22:10:16.771" v="170"/>
        <pc:sldMkLst>
          <pc:docMk/>
          <pc:sldMk cId="0" sldId="262"/>
        </pc:sldMkLst>
        <pc:spChg chg="mod">
          <ac:chgData name="Kayden Jordan" userId="e8c6793a-f4f0-4dab-a372-bcc2bed74348" providerId="ADAL" clId="{2D097765-E3AD-4BF7-A734-A5DEE3B1B8ED}" dt="2025-11-12T22:10:16.771" v="170"/>
          <ac:spMkLst>
            <pc:docMk/>
            <pc:sldMk cId="0" sldId="262"/>
            <ac:spMk id="2" creationId="{00000000-0000-0000-0000-000000000000}"/>
          </ac:spMkLst>
        </pc:spChg>
        <pc:spChg chg="del">
          <ac:chgData name="Kayden Jordan" userId="e8c6793a-f4f0-4dab-a372-bcc2bed74348" providerId="ADAL" clId="{2D097765-E3AD-4BF7-A734-A5DEE3B1B8ED}" dt="2025-11-12T22:10:16.771" v="170"/>
          <ac:spMkLst>
            <pc:docMk/>
            <pc:sldMk cId="0" sldId="262"/>
            <ac:spMk id="10" creationId="{13BCCAE5-A35B-4B66-A4A7-E23C34A403A4}"/>
          </ac:spMkLst>
        </pc:spChg>
        <pc:spChg chg="del">
          <ac:chgData name="Kayden Jordan" userId="e8c6793a-f4f0-4dab-a372-bcc2bed74348" providerId="ADAL" clId="{2D097765-E3AD-4BF7-A734-A5DEE3B1B8ED}" dt="2025-11-12T22:10:16.771" v="170"/>
          <ac:spMkLst>
            <pc:docMk/>
            <pc:sldMk cId="0" sldId="262"/>
            <ac:spMk id="14" creationId="{BD7A74B5-8367-4A83-ABEC-0FCDDE97B149}"/>
          </ac:spMkLst>
        </pc:spChg>
        <pc:spChg chg="del">
          <ac:chgData name="Kayden Jordan" userId="e8c6793a-f4f0-4dab-a372-bcc2bed74348" providerId="ADAL" clId="{2D097765-E3AD-4BF7-A734-A5DEE3B1B8ED}" dt="2025-11-12T22:10:16.771" v="170"/>
          <ac:spMkLst>
            <pc:docMk/>
            <pc:sldMk cId="0" sldId="262"/>
            <ac:spMk id="16" creationId="{2CC184B0-C2C6-4BF0-B078-816C7AF95977}"/>
          </ac:spMkLst>
        </pc:spChg>
        <pc:cxnChg chg="del">
          <ac:chgData name="Kayden Jordan" userId="e8c6793a-f4f0-4dab-a372-bcc2bed74348" providerId="ADAL" clId="{2D097765-E3AD-4BF7-A734-A5DEE3B1B8ED}" dt="2025-11-12T22:10:16.771" v="170"/>
          <ac:cxnSpMkLst>
            <pc:docMk/>
            <pc:sldMk cId="0" sldId="262"/>
            <ac:cxnSpMk id="12" creationId="{6987BDFB-DE64-4B56-B44F-45FAE19FA94E}"/>
          </ac:cxnSpMkLst>
        </pc:cxnChg>
      </pc:sldChg>
      <pc:sldChg chg="addSp delSp modSp mod addAnim delDesignElem">
        <pc:chgData name="Kayden Jordan" userId="e8c6793a-f4f0-4dab-a372-bcc2bed74348" providerId="ADAL" clId="{2D097765-E3AD-4BF7-A734-A5DEE3B1B8ED}" dt="2025-11-12T22:10:30.551" v="173" actId="207"/>
        <pc:sldMkLst>
          <pc:docMk/>
          <pc:sldMk cId="0" sldId="264"/>
        </pc:sldMkLst>
        <pc:spChg chg="mod ord">
          <ac:chgData name="Kayden Jordan" userId="e8c6793a-f4f0-4dab-a372-bcc2bed74348" providerId="ADAL" clId="{2D097765-E3AD-4BF7-A734-A5DEE3B1B8ED}" dt="2025-11-12T22:10:30.551" v="173" actId="207"/>
          <ac:spMkLst>
            <pc:docMk/>
            <pc:sldMk cId="0" sldId="264"/>
            <ac:spMk id="2" creationId="{00000000-0000-0000-0000-000000000000}"/>
          </ac:spMkLst>
        </pc:spChg>
        <pc:spChg chg="del">
          <ac:chgData name="Kayden Jordan" userId="e8c6793a-f4f0-4dab-a372-bcc2bed74348" providerId="ADAL" clId="{2D097765-E3AD-4BF7-A734-A5DEE3B1B8ED}" dt="2025-11-12T22:09:35.172" v="148" actId="26606"/>
          <ac:spMkLst>
            <pc:docMk/>
            <pc:sldMk cId="0" sldId="264"/>
            <ac:spMk id="35" creationId="{F240A2FC-E2C3-458D-96B4-5DF9028D93A5}"/>
          </ac:spMkLst>
        </pc:spChg>
        <pc:spChg chg="del">
          <ac:chgData name="Kayden Jordan" userId="e8c6793a-f4f0-4dab-a372-bcc2bed74348" providerId="ADAL" clId="{2D097765-E3AD-4BF7-A734-A5DEE3B1B8ED}" dt="2025-11-12T22:09:35.172" v="148" actId="26606"/>
          <ac:spMkLst>
            <pc:docMk/>
            <pc:sldMk cId="0" sldId="264"/>
            <ac:spMk id="36" creationId="{5F097929-F3D6-4D1F-8AFC-CF348171A9E1}"/>
          </ac:spMkLst>
        </pc:spChg>
        <pc:spChg chg="del">
          <ac:chgData name="Kayden Jordan" userId="e8c6793a-f4f0-4dab-a372-bcc2bed74348" providerId="ADAL" clId="{2D097765-E3AD-4BF7-A734-A5DEE3B1B8ED}" dt="2025-11-12T22:09:35.172" v="148" actId="26606"/>
          <ac:spMkLst>
            <pc:docMk/>
            <pc:sldMk cId="0" sldId="264"/>
            <ac:spMk id="38" creationId="{990BAFCD-EA0A-47F4-8B00-AAB1E67A90CC}"/>
          </ac:spMkLst>
        </pc:spChg>
        <pc:spChg chg="del">
          <ac:chgData name="Kayden Jordan" userId="e8c6793a-f4f0-4dab-a372-bcc2bed74348" providerId="ADAL" clId="{2D097765-E3AD-4BF7-A734-A5DEE3B1B8ED}" dt="2025-11-12T22:09:35.172" v="148" actId="26606"/>
          <ac:spMkLst>
            <pc:docMk/>
            <pc:sldMk cId="0" sldId="264"/>
            <ac:spMk id="39" creationId="{621D8EC4-8163-48C9-89D6-8555E98AB9A8}"/>
          </ac:spMkLst>
        </pc:spChg>
        <pc:spChg chg="del">
          <ac:chgData name="Kayden Jordan" userId="e8c6793a-f4f0-4dab-a372-bcc2bed74348" providerId="ADAL" clId="{2D097765-E3AD-4BF7-A734-A5DEE3B1B8ED}" dt="2025-11-12T22:09:35.172" v="148" actId="26606"/>
          <ac:spMkLst>
            <pc:docMk/>
            <pc:sldMk cId="0" sldId="264"/>
            <ac:spMk id="40" creationId="{7B7C6C2A-33C4-4D5D-8EB1-A8803DCB7566}"/>
          </ac:spMkLst>
        </pc:spChg>
        <pc:spChg chg="add del">
          <ac:chgData name="Kayden Jordan" userId="e8c6793a-f4f0-4dab-a372-bcc2bed74348" providerId="ADAL" clId="{2D097765-E3AD-4BF7-A734-A5DEE3B1B8ED}" dt="2025-11-12T22:10:10.540" v="151" actId="26606"/>
          <ac:spMkLst>
            <pc:docMk/>
            <pc:sldMk cId="0" sldId="264"/>
            <ac:spMk id="45" creationId="{D829E218-74FB-4455-98BE-F2C5BA8978BE}"/>
          </ac:spMkLst>
        </pc:spChg>
        <pc:spChg chg="add del">
          <ac:chgData name="Kayden Jordan" userId="e8c6793a-f4f0-4dab-a372-bcc2bed74348" providerId="ADAL" clId="{2D097765-E3AD-4BF7-A734-A5DEE3B1B8ED}" dt="2025-11-12T22:10:10.540" v="151" actId="26606"/>
          <ac:spMkLst>
            <pc:docMk/>
            <pc:sldMk cId="0" sldId="264"/>
            <ac:spMk id="47" creationId="{7E8D75FD-D4F9-4D11-B70D-82EFCB4CFA5B}"/>
          </ac:spMkLst>
        </pc:spChg>
        <pc:spChg chg="del">
          <ac:chgData name="Kayden Jordan" userId="e8c6793a-f4f0-4dab-a372-bcc2bed74348" providerId="ADAL" clId="{2D097765-E3AD-4BF7-A734-A5DEE3B1B8ED}" dt="2025-11-12T22:10:10.540" v="151" actId="26606"/>
          <ac:spMkLst>
            <pc:docMk/>
            <pc:sldMk cId="0" sldId="264"/>
            <ac:spMk id="51" creationId="{8638A98B-4B4B-4607-B11F-7DCA0D7CCE17}"/>
          </ac:spMkLst>
        </pc:spChg>
        <pc:spChg chg="add del">
          <ac:chgData name="Kayden Jordan" userId="e8c6793a-f4f0-4dab-a372-bcc2bed74348" providerId="ADAL" clId="{2D097765-E3AD-4BF7-A734-A5DEE3B1B8ED}" dt="2025-11-12T22:10:10.540" v="151" actId="26606"/>
          <ac:spMkLst>
            <pc:docMk/>
            <pc:sldMk cId="0" sldId="264"/>
            <ac:spMk id="53" creationId="{8E3B9B0E-204E-4BFD-B58A-E71D9CDC37F3}"/>
          </ac:spMkLst>
        </pc:spChg>
        <pc:spChg chg="add del">
          <ac:chgData name="Kayden Jordan" userId="e8c6793a-f4f0-4dab-a372-bcc2bed74348" providerId="ADAL" clId="{2D097765-E3AD-4BF7-A734-A5DEE3B1B8ED}" dt="2025-11-12T22:10:10.540" v="151" actId="26606"/>
          <ac:spMkLst>
            <pc:docMk/>
            <pc:sldMk cId="0" sldId="264"/>
            <ac:spMk id="55" creationId="{B1121E64-CB88-4BF5-B531-C0316E7F6E30}"/>
          </ac:spMkLst>
        </pc:spChg>
        <pc:spChg chg="add del">
          <ac:chgData name="Kayden Jordan" userId="e8c6793a-f4f0-4dab-a372-bcc2bed74348" providerId="ADAL" clId="{2D097765-E3AD-4BF7-A734-A5DEE3B1B8ED}" dt="2025-11-12T22:10:16.771" v="170"/>
          <ac:spMkLst>
            <pc:docMk/>
            <pc:sldMk cId="0" sldId="264"/>
            <ac:spMk id="60" creationId="{D829E218-74FB-4455-98BE-F2C5BA8978BE}"/>
          </ac:spMkLst>
        </pc:spChg>
        <pc:spChg chg="add del">
          <ac:chgData name="Kayden Jordan" userId="e8c6793a-f4f0-4dab-a372-bcc2bed74348" providerId="ADAL" clId="{2D097765-E3AD-4BF7-A734-A5DEE3B1B8ED}" dt="2025-11-12T22:10:16.771" v="170"/>
          <ac:spMkLst>
            <pc:docMk/>
            <pc:sldMk cId="0" sldId="264"/>
            <ac:spMk id="62" creationId="{7E8D75FD-D4F9-4D11-B70D-82EFCB4CFA5B}"/>
          </ac:spMkLst>
        </pc:spChg>
        <pc:spChg chg="add del">
          <ac:chgData name="Kayden Jordan" userId="e8c6793a-f4f0-4dab-a372-bcc2bed74348" providerId="ADAL" clId="{2D097765-E3AD-4BF7-A734-A5DEE3B1B8ED}" dt="2025-11-12T22:10:16.771" v="170"/>
          <ac:spMkLst>
            <pc:docMk/>
            <pc:sldMk cId="0" sldId="264"/>
            <ac:spMk id="66" creationId="{0B4FB531-34DA-4777-9BD5-5B885DC38198}"/>
          </ac:spMkLst>
        </pc:spChg>
        <pc:spChg chg="add del">
          <ac:chgData name="Kayden Jordan" userId="e8c6793a-f4f0-4dab-a372-bcc2bed74348" providerId="ADAL" clId="{2D097765-E3AD-4BF7-A734-A5DEE3B1B8ED}" dt="2025-11-12T22:10:16.771" v="170"/>
          <ac:spMkLst>
            <pc:docMk/>
            <pc:sldMk cId="0" sldId="264"/>
            <ac:spMk id="68" creationId="{84831CE8-CE7C-49DF-BA32-7884E868A21D}"/>
          </ac:spMkLst>
        </pc:spChg>
        <pc:picChg chg="mod">
          <ac:chgData name="Kayden Jordan" userId="e8c6793a-f4f0-4dab-a372-bcc2bed74348" providerId="ADAL" clId="{2D097765-E3AD-4BF7-A734-A5DEE3B1B8ED}" dt="2025-11-12T22:10:24.671" v="172" actId="1076"/>
          <ac:picMkLst>
            <pc:docMk/>
            <pc:sldMk cId="0" sldId="264"/>
            <ac:picMk id="3" creationId="{00000000-0000-0000-0000-000000000000}"/>
          </ac:picMkLst>
        </pc:picChg>
        <pc:cxnChg chg="del">
          <ac:chgData name="Kayden Jordan" userId="e8c6793a-f4f0-4dab-a372-bcc2bed74348" providerId="ADAL" clId="{2D097765-E3AD-4BF7-A734-A5DEE3B1B8ED}" dt="2025-11-12T22:10:16.771" v="170"/>
          <ac:cxnSpMkLst>
            <pc:docMk/>
            <pc:sldMk cId="0" sldId="264"/>
            <ac:cxnSpMk id="64" creationId="{1F5DC8C3-BA5F-4EED-BB9A-A14272BD82A1}"/>
          </ac:cxnSpMkLst>
        </pc:cxnChg>
      </pc:sldChg>
      <pc:sldChg chg="delSp modSp delDesignElem">
        <pc:chgData name="Kayden Jordan" userId="e8c6793a-f4f0-4dab-a372-bcc2bed74348" providerId="ADAL" clId="{2D097765-E3AD-4BF7-A734-A5DEE3B1B8ED}" dt="2025-11-12T22:10:16.771" v="170"/>
        <pc:sldMkLst>
          <pc:docMk/>
          <pc:sldMk cId="0" sldId="265"/>
        </pc:sldMkLst>
        <pc:spChg chg="mod">
          <ac:chgData name="Kayden Jordan" userId="e8c6793a-f4f0-4dab-a372-bcc2bed74348" providerId="ADAL" clId="{2D097765-E3AD-4BF7-A734-A5DEE3B1B8ED}" dt="2025-11-12T22:10:16.771" v="170"/>
          <ac:spMkLst>
            <pc:docMk/>
            <pc:sldMk cId="0" sldId="265"/>
            <ac:spMk id="2" creationId="{00000000-0000-0000-0000-000000000000}"/>
          </ac:spMkLst>
        </pc:spChg>
        <pc:spChg chg="del">
          <ac:chgData name="Kayden Jordan" userId="e8c6793a-f4f0-4dab-a372-bcc2bed74348" providerId="ADAL" clId="{2D097765-E3AD-4BF7-A734-A5DEE3B1B8ED}" dt="2025-11-12T22:10:16.771" v="170"/>
          <ac:spMkLst>
            <pc:docMk/>
            <pc:sldMk cId="0" sldId="265"/>
            <ac:spMk id="10" creationId="{13BCCAE5-A35B-4B66-A4A7-E23C34A403A4}"/>
          </ac:spMkLst>
        </pc:spChg>
        <pc:spChg chg="del">
          <ac:chgData name="Kayden Jordan" userId="e8c6793a-f4f0-4dab-a372-bcc2bed74348" providerId="ADAL" clId="{2D097765-E3AD-4BF7-A734-A5DEE3B1B8ED}" dt="2025-11-12T22:10:16.771" v="170"/>
          <ac:spMkLst>
            <pc:docMk/>
            <pc:sldMk cId="0" sldId="265"/>
            <ac:spMk id="14" creationId="{BD7A74B5-8367-4A83-ABEC-0FCDDE97B149}"/>
          </ac:spMkLst>
        </pc:spChg>
        <pc:spChg chg="del">
          <ac:chgData name="Kayden Jordan" userId="e8c6793a-f4f0-4dab-a372-bcc2bed74348" providerId="ADAL" clId="{2D097765-E3AD-4BF7-A734-A5DEE3B1B8ED}" dt="2025-11-12T22:10:16.771" v="170"/>
          <ac:spMkLst>
            <pc:docMk/>
            <pc:sldMk cId="0" sldId="265"/>
            <ac:spMk id="16" creationId="{2CC184B0-C2C6-4BF0-B078-816C7AF95977}"/>
          </ac:spMkLst>
        </pc:spChg>
        <pc:cxnChg chg="del">
          <ac:chgData name="Kayden Jordan" userId="e8c6793a-f4f0-4dab-a372-bcc2bed74348" providerId="ADAL" clId="{2D097765-E3AD-4BF7-A734-A5DEE3B1B8ED}" dt="2025-11-12T22:10:16.771" v="170"/>
          <ac:cxnSpMkLst>
            <pc:docMk/>
            <pc:sldMk cId="0" sldId="265"/>
            <ac:cxnSpMk id="12" creationId="{6987BDFB-DE64-4B56-B44F-45FAE19FA94E}"/>
          </ac:cxnSpMkLst>
        </pc:cxnChg>
      </pc:sldChg>
      <pc:sldChg chg="delSp modSp delDesignElem">
        <pc:chgData name="Kayden Jordan" userId="e8c6793a-f4f0-4dab-a372-bcc2bed74348" providerId="ADAL" clId="{2D097765-E3AD-4BF7-A734-A5DEE3B1B8ED}" dt="2025-11-12T22:10:48.170" v="174" actId="207"/>
        <pc:sldMkLst>
          <pc:docMk/>
          <pc:sldMk cId="0" sldId="266"/>
        </pc:sldMkLst>
        <pc:spChg chg="mod">
          <ac:chgData name="Kayden Jordan" userId="e8c6793a-f4f0-4dab-a372-bcc2bed74348" providerId="ADAL" clId="{2D097765-E3AD-4BF7-A734-A5DEE3B1B8ED}" dt="2025-11-12T22:10:48.170" v="174" actId="207"/>
          <ac:spMkLst>
            <pc:docMk/>
            <pc:sldMk cId="0" sldId="266"/>
            <ac:spMk id="2" creationId="{00000000-0000-0000-0000-000000000000}"/>
          </ac:spMkLst>
        </pc:spChg>
        <pc:spChg chg="del">
          <ac:chgData name="Kayden Jordan" userId="e8c6793a-f4f0-4dab-a372-bcc2bed74348" providerId="ADAL" clId="{2D097765-E3AD-4BF7-A734-A5DEE3B1B8ED}" dt="2025-11-12T22:10:16.771" v="170"/>
          <ac:spMkLst>
            <pc:docMk/>
            <pc:sldMk cId="0" sldId="266"/>
            <ac:spMk id="9" creationId="{EE1530B0-6F96-46C0-8B3E-3215CB756BE4}"/>
          </ac:spMkLst>
        </pc:spChg>
        <pc:spChg chg="del">
          <ac:chgData name="Kayden Jordan" userId="e8c6793a-f4f0-4dab-a372-bcc2bed74348" providerId="ADAL" clId="{2D097765-E3AD-4BF7-A734-A5DEE3B1B8ED}" dt="2025-11-12T22:10:16.771" v="170"/>
          <ac:spMkLst>
            <pc:docMk/>
            <pc:sldMk cId="0" sldId="266"/>
            <ac:spMk id="11" creationId="{754910CF-1B56-45D3-960A-E89F7B3B9131}"/>
          </ac:spMkLst>
        </pc:spChg>
        <pc:spChg chg="del">
          <ac:chgData name="Kayden Jordan" userId="e8c6793a-f4f0-4dab-a372-bcc2bed74348" providerId="ADAL" clId="{2D097765-E3AD-4BF7-A734-A5DEE3B1B8ED}" dt="2025-11-12T22:10:16.771" v="170"/>
          <ac:spMkLst>
            <pc:docMk/>
            <pc:sldMk cId="0" sldId="266"/>
            <ac:spMk id="13" creationId="{6669F804-A677-4B75-95F4-A5E4426FB774}"/>
          </ac:spMkLst>
        </pc:spChg>
        <pc:graphicFrameChg chg="mod">
          <ac:chgData name="Kayden Jordan" userId="e8c6793a-f4f0-4dab-a372-bcc2bed74348" providerId="ADAL" clId="{2D097765-E3AD-4BF7-A734-A5DEE3B1B8ED}" dt="2025-11-12T22:10:48.170" v="174" actId="207"/>
          <ac:graphicFrameMkLst>
            <pc:docMk/>
            <pc:sldMk cId="0" sldId="266"/>
            <ac:graphicFrameMk id="5" creationId="{2ECF7765-52C6-D0AB-D1E9-B6116050B888}"/>
          </ac:graphicFrameMkLst>
        </pc:graphicFrameChg>
      </pc:sldChg>
      <pc:sldChg chg="delSp modSp mod delDesignElem">
        <pc:chgData name="Kayden Jordan" userId="e8c6793a-f4f0-4dab-a372-bcc2bed74348" providerId="ADAL" clId="{2D097765-E3AD-4BF7-A734-A5DEE3B1B8ED}" dt="2025-11-12T22:11:04.423" v="177" actId="403"/>
        <pc:sldMkLst>
          <pc:docMk/>
          <pc:sldMk cId="0" sldId="267"/>
        </pc:sldMkLst>
        <pc:spChg chg="mod">
          <ac:chgData name="Kayden Jordan" userId="e8c6793a-f4f0-4dab-a372-bcc2bed74348" providerId="ADAL" clId="{2D097765-E3AD-4BF7-A734-A5DEE3B1B8ED}" dt="2025-11-12T22:11:04.423" v="177" actId="403"/>
          <ac:spMkLst>
            <pc:docMk/>
            <pc:sldMk cId="0" sldId="267"/>
            <ac:spMk id="2" creationId="{00000000-0000-0000-0000-000000000000}"/>
          </ac:spMkLst>
        </pc:spChg>
        <pc:spChg chg="del">
          <ac:chgData name="Kayden Jordan" userId="e8c6793a-f4f0-4dab-a372-bcc2bed74348" providerId="ADAL" clId="{2D097765-E3AD-4BF7-A734-A5DEE3B1B8ED}" dt="2025-11-12T22:10:16.771" v="170"/>
          <ac:spMkLst>
            <pc:docMk/>
            <pc:sldMk cId="0" sldId="267"/>
            <ac:spMk id="6" creationId="{EE1530B0-6F96-46C0-8B3E-3215CB756BE4}"/>
          </ac:spMkLst>
        </pc:spChg>
        <pc:spChg chg="del">
          <ac:chgData name="Kayden Jordan" userId="e8c6793a-f4f0-4dab-a372-bcc2bed74348" providerId="ADAL" clId="{2D097765-E3AD-4BF7-A734-A5DEE3B1B8ED}" dt="2025-11-12T22:10:16.771" v="170"/>
          <ac:spMkLst>
            <pc:docMk/>
            <pc:sldMk cId="0" sldId="267"/>
            <ac:spMk id="7" creationId="{754910CF-1B56-45D3-960A-E89F7B3B9131}"/>
          </ac:spMkLst>
        </pc:spChg>
        <pc:spChg chg="del">
          <ac:chgData name="Kayden Jordan" userId="e8c6793a-f4f0-4dab-a372-bcc2bed74348" providerId="ADAL" clId="{2D097765-E3AD-4BF7-A734-A5DEE3B1B8ED}" dt="2025-11-12T22:10:16.771" v="170"/>
          <ac:spMkLst>
            <pc:docMk/>
            <pc:sldMk cId="0" sldId="267"/>
            <ac:spMk id="8" creationId="{6669F804-A677-4B75-95F4-A5E4426FB774}"/>
          </ac:spMkLst>
        </pc:spChg>
      </pc:sldChg>
      <pc:sldChg chg="addSp delSp modSp mod delDesignElem">
        <pc:chgData name="Kayden Jordan" userId="e8c6793a-f4f0-4dab-a372-bcc2bed74348" providerId="ADAL" clId="{2D097765-E3AD-4BF7-A734-A5DEE3B1B8ED}" dt="2025-11-12T22:11:55.870" v="191" actId="403"/>
        <pc:sldMkLst>
          <pc:docMk/>
          <pc:sldMk cId="0" sldId="268"/>
        </pc:sldMkLst>
        <pc:spChg chg="mod">
          <ac:chgData name="Kayden Jordan" userId="e8c6793a-f4f0-4dab-a372-bcc2bed74348" providerId="ADAL" clId="{2D097765-E3AD-4BF7-A734-A5DEE3B1B8ED}" dt="2025-11-12T22:11:55.870" v="191" actId="403"/>
          <ac:spMkLst>
            <pc:docMk/>
            <pc:sldMk cId="0" sldId="268"/>
            <ac:spMk id="2" creationId="{00000000-0000-0000-0000-000000000000}"/>
          </ac:spMkLst>
        </pc:spChg>
        <pc:spChg chg="mod">
          <ac:chgData name="Kayden Jordan" userId="e8c6793a-f4f0-4dab-a372-bcc2bed74348" providerId="ADAL" clId="{2D097765-E3AD-4BF7-A734-A5DEE3B1B8ED}" dt="2025-11-12T22:11:52.279" v="189" actId="403"/>
          <ac:spMkLst>
            <pc:docMk/>
            <pc:sldMk cId="0" sldId="268"/>
            <ac:spMk id="3" creationId="{00000000-0000-0000-0000-000000000000}"/>
          </ac:spMkLst>
        </pc:spChg>
        <pc:spChg chg="add">
          <ac:chgData name="Kayden Jordan" userId="e8c6793a-f4f0-4dab-a372-bcc2bed74348" providerId="ADAL" clId="{2D097765-E3AD-4BF7-A734-A5DEE3B1B8ED}" dt="2025-11-12T22:11:47.610" v="183" actId="26606"/>
          <ac:spMkLst>
            <pc:docMk/>
            <pc:sldMk cId="0" sldId="268"/>
            <ac:spMk id="5" creationId="{3741B58E-3B65-4A01-A276-975AB2CF8A08}"/>
          </ac:spMkLst>
        </pc:spChg>
        <pc:spChg chg="add">
          <ac:chgData name="Kayden Jordan" userId="e8c6793a-f4f0-4dab-a372-bcc2bed74348" providerId="ADAL" clId="{2D097765-E3AD-4BF7-A734-A5DEE3B1B8ED}" dt="2025-11-12T22:11:47.610" v="183" actId="26606"/>
          <ac:spMkLst>
            <pc:docMk/>
            <pc:sldMk cId="0" sldId="268"/>
            <ac:spMk id="6" creationId="{7AAC67C3-831B-4AB1-A259-DFB839CAFAFC}"/>
          </ac:spMkLst>
        </pc:spChg>
        <pc:spChg chg="add">
          <ac:chgData name="Kayden Jordan" userId="e8c6793a-f4f0-4dab-a372-bcc2bed74348" providerId="ADAL" clId="{2D097765-E3AD-4BF7-A734-A5DEE3B1B8ED}" dt="2025-11-12T22:11:47.610" v="183" actId="26606"/>
          <ac:spMkLst>
            <pc:docMk/>
            <pc:sldMk cId="0" sldId="268"/>
            <ac:spMk id="7" creationId="{054B3F04-9EAC-45C0-B3CE-0387EEA10A0C}"/>
          </ac:spMkLst>
        </pc:spChg>
        <pc:spChg chg="del">
          <ac:chgData name="Kayden Jordan" userId="e8c6793a-f4f0-4dab-a372-bcc2bed74348" providerId="ADAL" clId="{2D097765-E3AD-4BF7-A734-A5DEE3B1B8ED}" dt="2025-11-12T22:10:16.771" v="170"/>
          <ac:spMkLst>
            <pc:docMk/>
            <pc:sldMk cId="0" sldId="268"/>
            <ac:spMk id="8" creationId="{C843AFC8-D8D0-4784-B08C-6324FA88E6DD}"/>
          </ac:spMkLst>
        </pc:spChg>
        <pc:spChg chg="del">
          <ac:chgData name="Kayden Jordan" userId="e8c6793a-f4f0-4dab-a372-bcc2bed74348" providerId="ADAL" clId="{2D097765-E3AD-4BF7-A734-A5DEE3B1B8ED}" dt="2025-11-12T22:10:16.771" v="170"/>
          <ac:spMkLst>
            <pc:docMk/>
            <pc:sldMk cId="0" sldId="268"/>
            <ac:spMk id="10" creationId="{F8E828FC-05B4-4BA4-92D3-3DF79D42D88E}"/>
          </ac:spMkLst>
        </pc:spChg>
        <pc:spChg chg="del">
          <ac:chgData name="Kayden Jordan" userId="e8c6793a-f4f0-4dab-a372-bcc2bed74348" providerId="ADAL" clId="{2D097765-E3AD-4BF7-A734-A5DEE3B1B8ED}" dt="2025-11-12T22:10:16.771" v="170"/>
          <ac:spMkLst>
            <pc:docMk/>
            <pc:sldMk cId="0" sldId="268"/>
            <ac:spMk id="12" creationId="{854B1A56-8AFB-4D4F-8D98-1E832D6FFE67}"/>
          </ac:spMkLst>
        </pc:spChg>
      </pc:sldChg>
      <pc:sldChg chg="addSp delSp modSp mod delDesignElem">
        <pc:chgData name="Kayden Jordan" userId="e8c6793a-f4f0-4dab-a372-bcc2bed74348" providerId="ADAL" clId="{2D097765-E3AD-4BF7-A734-A5DEE3B1B8ED}" dt="2025-11-12T22:12:08.130" v="199" actId="403"/>
        <pc:sldMkLst>
          <pc:docMk/>
          <pc:sldMk cId="0" sldId="269"/>
        </pc:sldMkLst>
        <pc:spChg chg="mod">
          <ac:chgData name="Kayden Jordan" userId="e8c6793a-f4f0-4dab-a372-bcc2bed74348" providerId="ADAL" clId="{2D097765-E3AD-4BF7-A734-A5DEE3B1B8ED}" dt="2025-11-12T22:12:08.130" v="199" actId="403"/>
          <ac:spMkLst>
            <pc:docMk/>
            <pc:sldMk cId="0" sldId="269"/>
            <ac:spMk id="2" creationId="{00000000-0000-0000-0000-000000000000}"/>
          </ac:spMkLst>
        </pc:spChg>
        <pc:spChg chg="mod">
          <ac:chgData name="Kayden Jordan" userId="e8c6793a-f4f0-4dab-a372-bcc2bed74348" providerId="ADAL" clId="{2D097765-E3AD-4BF7-A734-A5DEE3B1B8ED}" dt="2025-11-12T22:12:04.231" v="197" actId="27636"/>
          <ac:spMkLst>
            <pc:docMk/>
            <pc:sldMk cId="0" sldId="269"/>
            <ac:spMk id="3" creationId="{00000000-0000-0000-0000-000000000000}"/>
          </ac:spMkLst>
        </pc:spChg>
        <pc:spChg chg="add">
          <ac:chgData name="Kayden Jordan" userId="e8c6793a-f4f0-4dab-a372-bcc2bed74348" providerId="ADAL" clId="{2D097765-E3AD-4BF7-A734-A5DEE3B1B8ED}" dt="2025-11-12T22:12:00.362" v="192" actId="26606"/>
          <ac:spMkLst>
            <pc:docMk/>
            <pc:sldMk cId="0" sldId="269"/>
            <ac:spMk id="5" creationId="{3741B58E-3B65-4A01-A276-975AB2CF8A08}"/>
          </ac:spMkLst>
        </pc:spChg>
        <pc:spChg chg="add">
          <ac:chgData name="Kayden Jordan" userId="e8c6793a-f4f0-4dab-a372-bcc2bed74348" providerId="ADAL" clId="{2D097765-E3AD-4BF7-A734-A5DEE3B1B8ED}" dt="2025-11-12T22:12:00.362" v="192" actId="26606"/>
          <ac:spMkLst>
            <pc:docMk/>
            <pc:sldMk cId="0" sldId="269"/>
            <ac:spMk id="6" creationId="{7AAC67C3-831B-4AB1-A259-DFB839CAFAFC}"/>
          </ac:spMkLst>
        </pc:spChg>
        <pc:spChg chg="add">
          <ac:chgData name="Kayden Jordan" userId="e8c6793a-f4f0-4dab-a372-bcc2bed74348" providerId="ADAL" clId="{2D097765-E3AD-4BF7-A734-A5DEE3B1B8ED}" dt="2025-11-12T22:12:00.362" v="192" actId="26606"/>
          <ac:spMkLst>
            <pc:docMk/>
            <pc:sldMk cId="0" sldId="269"/>
            <ac:spMk id="7" creationId="{054B3F04-9EAC-45C0-B3CE-0387EEA10A0C}"/>
          </ac:spMkLst>
        </pc:spChg>
        <pc:spChg chg="del">
          <ac:chgData name="Kayden Jordan" userId="e8c6793a-f4f0-4dab-a372-bcc2bed74348" providerId="ADAL" clId="{2D097765-E3AD-4BF7-A734-A5DEE3B1B8ED}" dt="2025-11-12T22:10:16.771" v="170"/>
          <ac:spMkLst>
            <pc:docMk/>
            <pc:sldMk cId="0" sldId="269"/>
            <ac:spMk id="8" creationId="{C843AFC8-D8D0-4784-B08C-6324FA88E6DD}"/>
          </ac:spMkLst>
        </pc:spChg>
        <pc:spChg chg="del">
          <ac:chgData name="Kayden Jordan" userId="e8c6793a-f4f0-4dab-a372-bcc2bed74348" providerId="ADAL" clId="{2D097765-E3AD-4BF7-A734-A5DEE3B1B8ED}" dt="2025-11-12T22:10:16.771" v="170"/>
          <ac:spMkLst>
            <pc:docMk/>
            <pc:sldMk cId="0" sldId="269"/>
            <ac:spMk id="10" creationId="{F8E828FC-05B4-4BA4-92D3-3DF79D42D88E}"/>
          </ac:spMkLst>
        </pc:spChg>
        <pc:spChg chg="del">
          <ac:chgData name="Kayden Jordan" userId="e8c6793a-f4f0-4dab-a372-bcc2bed74348" providerId="ADAL" clId="{2D097765-E3AD-4BF7-A734-A5DEE3B1B8ED}" dt="2025-11-12T22:10:16.771" v="170"/>
          <ac:spMkLst>
            <pc:docMk/>
            <pc:sldMk cId="0" sldId="269"/>
            <ac:spMk id="12" creationId="{854B1A56-8AFB-4D4F-8D98-1E832D6FFE67}"/>
          </ac:spMkLst>
        </pc:spChg>
      </pc:sldChg>
      <pc:sldChg chg="addSp delSp modSp mod delDesignElem">
        <pc:chgData name="Kayden Jordan" userId="e8c6793a-f4f0-4dab-a372-bcc2bed74348" providerId="ADAL" clId="{2D097765-E3AD-4BF7-A734-A5DEE3B1B8ED}" dt="2025-11-12T22:12:21.516" v="208" actId="403"/>
        <pc:sldMkLst>
          <pc:docMk/>
          <pc:sldMk cId="0" sldId="270"/>
        </pc:sldMkLst>
        <pc:spChg chg="mod">
          <ac:chgData name="Kayden Jordan" userId="e8c6793a-f4f0-4dab-a372-bcc2bed74348" providerId="ADAL" clId="{2D097765-E3AD-4BF7-A734-A5DEE3B1B8ED}" dt="2025-11-12T22:12:21.516" v="208" actId="403"/>
          <ac:spMkLst>
            <pc:docMk/>
            <pc:sldMk cId="0" sldId="270"/>
            <ac:spMk id="2" creationId="{00000000-0000-0000-0000-000000000000}"/>
          </ac:spMkLst>
        </pc:spChg>
        <pc:spChg chg="mod">
          <ac:chgData name="Kayden Jordan" userId="e8c6793a-f4f0-4dab-a372-bcc2bed74348" providerId="ADAL" clId="{2D097765-E3AD-4BF7-A734-A5DEE3B1B8ED}" dt="2025-11-12T22:12:16.661" v="205" actId="403"/>
          <ac:spMkLst>
            <pc:docMk/>
            <pc:sldMk cId="0" sldId="270"/>
            <ac:spMk id="3" creationId="{00000000-0000-0000-0000-000000000000}"/>
          </ac:spMkLst>
        </pc:spChg>
        <pc:spChg chg="add">
          <ac:chgData name="Kayden Jordan" userId="e8c6793a-f4f0-4dab-a372-bcc2bed74348" providerId="ADAL" clId="{2D097765-E3AD-4BF7-A734-A5DEE3B1B8ED}" dt="2025-11-12T22:12:11.304" v="200" actId="26606"/>
          <ac:spMkLst>
            <pc:docMk/>
            <pc:sldMk cId="0" sldId="270"/>
            <ac:spMk id="5" creationId="{3741B58E-3B65-4A01-A276-975AB2CF8A08}"/>
          </ac:spMkLst>
        </pc:spChg>
        <pc:spChg chg="add">
          <ac:chgData name="Kayden Jordan" userId="e8c6793a-f4f0-4dab-a372-bcc2bed74348" providerId="ADAL" clId="{2D097765-E3AD-4BF7-A734-A5DEE3B1B8ED}" dt="2025-11-12T22:12:11.304" v="200" actId="26606"/>
          <ac:spMkLst>
            <pc:docMk/>
            <pc:sldMk cId="0" sldId="270"/>
            <ac:spMk id="6" creationId="{7AAC67C3-831B-4AB1-A259-DFB839CAFAFC}"/>
          </ac:spMkLst>
        </pc:spChg>
        <pc:spChg chg="add">
          <ac:chgData name="Kayden Jordan" userId="e8c6793a-f4f0-4dab-a372-bcc2bed74348" providerId="ADAL" clId="{2D097765-E3AD-4BF7-A734-A5DEE3B1B8ED}" dt="2025-11-12T22:12:11.304" v="200" actId="26606"/>
          <ac:spMkLst>
            <pc:docMk/>
            <pc:sldMk cId="0" sldId="270"/>
            <ac:spMk id="7" creationId="{054B3F04-9EAC-45C0-B3CE-0387EEA10A0C}"/>
          </ac:spMkLst>
        </pc:spChg>
        <pc:spChg chg="del">
          <ac:chgData name="Kayden Jordan" userId="e8c6793a-f4f0-4dab-a372-bcc2bed74348" providerId="ADAL" clId="{2D097765-E3AD-4BF7-A734-A5DEE3B1B8ED}" dt="2025-11-12T22:10:16.771" v="170"/>
          <ac:spMkLst>
            <pc:docMk/>
            <pc:sldMk cId="0" sldId="270"/>
            <ac:spMk id="8" creationId="{C843AFC8-D8D0-4784-B08C-6324FA88E6DD}"/>
          </ac:spMkLst>
        </pc:spChg>
        <pc:spChg chg="del">
          <ac:chgData name="Kayden Jordan" userId="e8c6793a-f4f0-4dab-a372-bcc2bed74348" providerId="ADAL" clId="{2D097765-E3AD-4BF7-A734-A5DEE3B1B8ED}" dt="2025-11-12T22:10:16.771" v="170"/>
          <ac:spMkLst>
            <pc:docMk/>
            <pc:sldMk cId="0" sldId="270"/>
            <ac:spMk id="10" creationId="{F8E828FC-05B4-4BA4-92D3-3DF79D42D88E}"/>
          </ac:spMkLst>
        </pc:spChg>
        <pc:spChg chg="del">
          <ac:chgData name="Kayden Jordan" userId="e8c6793a-f4f0-4dab-a372-bcc2bed74348" providerId="ADAL" clId="{2D097765-E3AD-4BF7-A734-A5DEE3B1B8ED}" dt="2025-11-12T22:10:16.771" v="170"/>
          <ac:spMkLst>
            <pc:docMk/>
            <pc:sldMk cId="0" sldId="270"/>
            <ac:spMk id="12" creationId="{854B1A56-8AFB-4D4F-8D98-1E832D6FFE67}"/>
          </ac:spMkLst>
        </pc:spChg>
      </pc:sldChg>
      <pc:sldChg chg="addSp delSp modSp mod delDesignElem">
        <pc:chgData name="Kayden Jordan" userId="e8c6793a-f4f0-4dab-a372-bcc2bed74348" providerId="ADAL" clId="{2D097765-E3AD-4BF7-A734-A5DEE3B1B8ED}" dt="2025-11-12T22:12:38.726" v="213" actId="403"/>
        <pc:sldMkLst>
          <pc:docMk/>
          <pc:sldMk cId="0" sldId="271"/>
        </pc:sldMkLst>
        <pc:spChg chg="mod">
          <ac:chgData name="Kayden Jordan" userId="e8c6793a-f4f0-4dab-a372-bcc2bed74348" providerId="ADAL" clId="{2D097765-E3AD-4BF7-A734-A5DEE3B1B8ED}" dt="2025-11-12T22:12:33.777" v="209" actId="26606"/>
          <ac:spMkLst>
            <pc:docMk/>
            <pc:sldMk cId="0" sldId="271"/>
            <ac:spMk id="2" creationId="{00000000-0000-0000-0000-000000000000}"/>
          </ac:spMkLst>
        </pc:spChg>
        <pc:spChg chg="mod">
          <ac:chgData name="Kayden Jordan" userId="e8c6793a-f4f0-4dab-a372-bcc2bed74348" providerId="ADAL" clId="{2D097765-E3AD-4BF7-A734-A5DEE3B1B8ED}" dt="2025-11-12T22:12:38.726" v="213" actId="403"/>
          <ac:spMkLst>
            <pc:docMk/>
            <pc:sldMk cId="0" sldId="271"/>
            <ac:spMk id="3" creationId="{00000000-0000-0000-0000-000000000000}"/>
          </ac:spMkLst>
        </pc:spChg>
        <pc:spChg chg="add">
          <ac:chgData name="Kayden Jordan" userId="e8c6793a-f4f0-4dab-a372-bcc2bed74348" providerId="ADAL" clId="{2D097765-E3AD-4BF7-A734-A5DEE3B1B8ED}" dt="2025-11-12T22:12:33.777" v="209" actId="26606"/>
          <ac:spMkLst>
            <pc:docMk/>
            <pc:sldMk cId="0" sldId="271"/>
            <ac:spMk id="5" creationId="{3741B58E-3B65-4A01-A276-975AB2CF8A08}"/>
          </ac:spMkLst>
        </pc:spChg>
        <pc:spChg chg="add">
          <ac:chgData name="Kayden Jordan" userId="e8c6793a-f4f0-4dab-a372-bcc2bed74348" providerId="ADAL" clId="{2D097765-E3AD-4BF7-A734-A5DEE3B1B8ED}" dt="2025-11-12T22:12:33.777" v="209" actId="26606"/>
          <ac:spMkLst>
            <pc:docMk/>
            <pc:sldMk cId="0" sldId="271"/>
            <ac:spMk id="6" creationId="{7AAC67C3-831B-4AB1-A259-DFB839CAFAFC}"/>
          </ac:spMkLst>
        </pc:spChg>
        <pc:spChg chg="add">
          <ac:chgData name="Kayden Jordan" userId="e8c6793a-f4f0-4dab-a372-bcc2bed74348" providerId="ADAL" clId="{2D097765-E3AD-4BF7-A734-A5DEE3B1B8ED}" dt="2025-11-12T22:12:33.777" v="209" actId="26606"/>
          <ac:spMkLst>
            <pc:docMk/>
            <pc:sldMk cId="0" sldId="271"/>
            <ac:spMk id="7" creationId="{054B3F04-9EAC-45C0-B3CE-0387EEA10A0C}"/>
          </ac:spMkLst>
        </pc:spChg>
        <pc:spChg chg="del">
          <ac:chgData name="Kayden Jordan" userId="e8c6793a-f4f0-4dab-a372-bcc2bed74348" providerId="ADAL" clId="{2D097765-E3AD-4BF7-A734-A5DEE3B1B8ED}" dt="2025-11-12T22:10:16.771" v="170"/>
          <ac:spMkLst>
            <pc:docMk/>
            <pc:sldMk cId="0" sldId="271"/>
            <ac:spMk id="8" creationId="{C843AFC8-D8D0-4784-B08C-6324FA88E6DD}"/>
          </ac:spMkLst>
        </pc:spChg>
        <pc:spChg chg="del">
          <ac:chgData name="Kayden Jordan" userId="e8c6793a-f4f0-4dab-a372-bcc2bed74348" providerId="ADAL" clId="{2D097765-E3AD-4BF7-A734-A5DEE3B1B8ED}" dt="2025-11-12T22:10:16.771" v="170"/>
          <ac:spMkLst>
            <pc:docMk/>
            <pc:sldMk cId="0" sldId="271"/>
            <ac:spMk id="10" creationId="{F8E828FC-05B4-4BA4-92D3-3DF79D42D88E}"/>
          </ac:spMkLst>
        </pc:spChg>
        <pc:spChg chg="del">
          <ac:chgData name="Kayden Jordan" userId="e8c6793a-f4f0-4dab-a372-bcc2bed74348" providerId="ADAL" clId="{2D097765-E3AD-4BF7-A734-A5DEE3B1B8ED}" dt="2025-11-12T22:10:16.771" v="170"/>
          <ac:spMkLst>
            <pc:docMk/>
            <pc:sldMk cId="0" sldId="271"/>
            <ac:spMk id="12" creationId="{854B1A56-8AFB-4D4F-8D98-1E832D6FFE67}"/>
          </ac:spMkLst>
        </pc:spChg>
      </pc:sldChg>
      <pc:sldChg chg="delSp delDesignElem">
        <pc:chgData name="Kayden Jordan" userId="e8c6793a-f4f0-4dab-a372-bcc2bed74348" providerId="ADAL" clId="{2D097765-E3AD-4BF7-A734-A5DEE3B1B8ED}" dt="2025-11-12T22:10:16.771" v="170"/>
        <pc:sldMkLst>
          <pc:docMk/>
          <pc:sldMk cId="1882181069" sldId="272"/>
        </pc:sldMkLst>
        <pc:spChg chg="del">
          <ac:chgData name="Kayden Jordan" userId="e8c6793a-f4f0-4dab-a372-bcc2bed74348" providerId="ADAL" clId="{2D097765-E3AD-4BF7-A734-A5DEE3B1B8ED}" dt="2025-11-12T22:10:16.771" v="170"/>
          <ac:spMkLst>
            <pc:docMk/>
            <pc:sldMk cId="1882181069" sldId="272"/>
            <ac:spMk id="9" creationId="{EE1530B0-6F96-46C0-8B3E-3215CB756BE4}"/>
          </ac:spMkLst>
        </pc:spChg>
        <pc:spChg chg="del">
          <ac:chgData name="Kayden Jordan" userId="e8c6793a-f4f0-4dab-a372-bcc2bed74348" providerId="ADAL" clId="{2D097765-E3AD-4BF7-A734-A5DEE3B1B8ED}" dt="2025-11-12T22:10:16.771" v="170"/>
          <ac:spMkLst>
            <pc:docMk/>
            <pc:sldMk cId="1882181069" sldId="272"/>
            <ac:spMk id="11" creationId="{754910CF-1B56-45D3-960A-E89F7B3B9131}"/>
          </ac:spMkLst>
        </pc:spChg>
        <pc:spChg chg="del">
          <ac:chgData name="Kayden Jordan" userId="e8c6793a-f4f0-4dab-a372-bcc2bed74348" providerId="ADAL" clId="{2D097765-E3AD-4BF7-A734-A5DEE3B1B8ED}" dt="2025-11-12T22:10:16.771" v="170"/>
          <ac:spMkLst>
            <pc:docMk/>
            <pc:sldMk cId="1882181069" sldId="272"/>
            <ac:spMk id="13" creationId="{6669F804-A677-4B75-95F4-A5E4426FB774}"/>
          </ac:spMkLst>
        </pc:spChg>
      </pc:sldChg>
      <pc:sldChg chg="delSp delDesignElem">
        <pc:chgData name="Kayden Jordan" userId="e8c6793a-f4f0-4dab-a372-bcc2bed74348" providerId="ADAL" clId="{2D097765-E3AD-4BF7-A734-A5DEE3B1B8ED}" dt="2025-11-12T22:10:16.771" v="170"/>
        <pc:sldMkLst>
          <pc:docMk/>
          <pc:sldMk cId="1147986110" sldId="273"/>
        </pc:sldMkLst>
        <pc:spChg chg="del">
          <ac:chgData name="Kayden Jordan" userId="e8c6793a-f4f0-4dab-a372-bcc2bed74348" providerId="ADAL" clId="{2D097765-E3AD-4BF7-A734-A5DEE3B1B8ED}" dt="2025-11-12T22:10:16.771" v="170"/>
          <ac:spMkLst>
            <pc:docMk/>
            <pc:sldMk cId="1147986110" sldId="273"/>
            <ac:spMk id="9" creationId="{103E59AE-44F8-4FB9-BF05-C888FE3E1DFA}"/>
          </ac:spMkLst>
        </pc:spChg>
        <pc:spChg chg="del">
          <ac:chgData name="Kayden Jordan" userId="e8c6793a-f4f0-4dab-a372-bcc2bed74348" providerId="ADAL" clId="{2D097765-E3AD-4BF7-A734-A5DEE3B1B8ED}" dt="2025-11-12T22:10:16.771" v="170"/>
          <ac:spMkLst>
            <pc:docMk/>
            <pc:sldMk cId="1147986110" sldId="273"/>
            <ac:spMk id="13" creationId="{3194563F-A66F-4B71-9C8D-5610CF13D6B0}"/>
          </ac:spMkLst>
        </pc:spChg>
        <pc:spChg chg="del">
          <ac:chgData name="Kayden Jordan" userId="e8c6793a-f4f0-4dab-a372-bcc2bed74348" providerId="ADAL" clId="{2D097765-E3AD-4BF7-A734-A5DEE3B1B8ED}" dt="2025-11-12T22:10:16.771" v="170"/>
          <ac:spMkLst>
            <pc:docMk/>
            <pc:sldMk cId="1147986110" sldId="273"/>
            <ac:spMk id="15" creationId="{4403595A-19F1-44C4-8C24-6E498B5F72BF}"/>
          </ac:spMkLst>
        </pc:spChg>
        <pc:cxnChg chg="del">
          <ac:chgData name="Kayden Jordan" userId="e8c6793a-f4f0-4dab-a372-bcc2bed74348" providerId="ADAL" clId="{2D097765-E3AD-4BF7-A734-A5DEE3B1B8ED}" dt="2025-11-12T22:10:16.771" v="170"/>
          <ac:cxnSpMkLst>
            <pc:docMk/>
            <pc:sldMk cId="1147986110" sldId="273"/>
            <ac:cxnSpMk id="11" creationId="{2752F38C-F560-47AA-90AD-209F39C04150}"/>
          </ac:cxnSpMkLst>
        </pc:cxnChg>
      </pc:sldChg>
      <pc:sldChg chg="delSp delDesignElem">
        <pc:chgData name="Kayden Jordan" userId="e8c6793a-f4f0-4dab-a372-bcc2bed74348" providerId="ADAL" clId="{2D097765-E3AD-4BF7-A734-A5DEE3B1B8ED}" dt="2025-11-12T22:10:16.771" v="170"/>
        <pc:sldMkLst>
          <pc:docMk/>
          <pc:sldMk cId="3569372146" sldId="274"/>
        </pc:sldMkLst>
        <pc:spChg chg="del">
          <ac:chgData name="Kayden Jordan" userId="e8c6793a-f4f0-4dab-a372-bcc2bed74348" providerId="ADAL" clId="{2D097765-E3AD-4BF7-A734-A5DEE3B1B8ED}" dt="2025-11-12T22:10:16.771" v="170"/>
          <ac:spMkLst>
            <pc:docMk/>
            <pc:sldMk cId="3569372146" sldId="274"/>
            <ac:spMk id="9" creationId="{103E59AE-44F8-4FB9-BF05-C888FE3E1DFA}"/>
          </ac:spMkLst>
        </pc:spChg>
        <pc:spChg chg="del">
          <ac:chgData name="Kayden Jordan" userId="e8c6793a-f4f0-4dab-a372-bcc2bed74348" providerId="ADAL" clId="{2D097765-E3AD-4BF7-A734-A5DEE3B1B8ED}" dt="2025-11-12T22:10:16.771" v="170"/>
          <ac:spMkLst>
            <pc:docMk/>
            <pc:sldMk cId="3569372146" sldId="274"/>
            <ac:spMk id="13" creationId="{3194563F-A66F-4B71-9C8D-5610CF13D6B0}"/>
          </ac:spMkLst>
        </pc:spChg>
        <pc:spChg chg="del">
          <ac:chgData name="Kayden Jordan" userId="e8c6793a-f4f0-4dab-a372-bcc2bed74348" providerId="ADAL" clId="{2D097765-E3AD-4BF7-A734-A5DEE3B1B8ED}" dt="2025-11-12T22:10:16.771" v="170"/>
          <ac:spMkLst>
            <pc:docMk/>
            <pc:sldMk cId="3569372146" sldId="274"/>
            <ac:spMk id="15" creationId="{4403595A-19F1-44C4-8C24-6E498B5F72BF}"/>
          </ac:spMkLst>
        </pc:spChg>
        <pc:cxnChg chg="del">
          <ac:chgData name="Kayden Jordan" userId="e8c6793a-f4f0-4dab-a372-bcc2bed74348" providerId="ADAL" clId="{2D097765-E3AD-4BF7-A734-A5DEE3B1B8ED}" dt="2025-11-12T22:10:16.771" v="170"/>
          <ac:cxnSpMkLst>
            <pc:docMk/>
            <pc:sldMk cId="3569372146" sldId="274"/>
            <ac:cxnSpMk id="11" creationId="{2752F38C-F560-47AA-90AD-209F39C04150}"/>
          </ac:cxnSpMkLst>
        </pc:cxnChg>
      </pc:sldChg>
      <pc:sldChg chg="delSp delDesignElem">
        <pc:chgData name="Kayden Jordan" userId="e8c6793a-f4f0-4dab-a372-bcc2bed74348" providerId="ADAL" clId="{2D097765-E3AD-4BF7-A734-A5DEE3B1B8ED}" dt="2025-11-12T22:10:16.771" v="170"/>
        <pc:sldMkLst>
          <pc:docMk/>
          <pc:sldMk cId="2794513470" sldId="275"/>
        </pc:sldMkLst>
        <pc:spChg chg="del">
          <ac:chgData name="Kayden Jordan" userId="e8c6793a-f4f0-4dab-a372-bcc2bed74348" providerId="ADAL" clId="{2D097765-E3AD-4BF7-A734-A5DEE3B1B8ED}" dt="2025-11-12T22:10:16.771" v="170"/>
          <ac:spMkLst>
            <pc:docMk/>
            <pc:sldMk cId="2794513470" sldId="275"/>
            <ac:spMk id="9" creationId="{EE1530B0-6F96-46C0-8B3E-3215CB756BE4}"/>
          </ac:spMkLst>
        </pc:spChg>
        <pc:spChg chg="del">
          <ac:chgData name="Kayden Jordan" userId="e8c6793a-f4f0-4dab-a372-bcc2bed74348" providerId="ADAL" clId="{2D097765-E3AD-4BF7-A734-A5DEE3B1B8ED}" dt="2025-11-12T22:10:16.771" v="170"/>
          <ac:spMkLst>
            <pc:docMk/>
            <pc:sldMk cId="2794513470" sldId="275"/>
            <ac:spMk id="11" creationId="{754910CF-1B56-45D3-960A-E89F7B3B9131}"/>
          </ac:spMkLst>
        </pc:spChg>
        <pc:spChg chg="del">
          <ac:chgData name="Kayden Jordan" userId="e8c6793a-f4f0-4dab-a372-bcc2bed74348" providerId="ADAL" clId="{2D097765-E3AD-4BF7-A734-A5DEE3B1B8ED}" dt="2025-11-12T22:10:16.771" v="170"/>
          <ac:spMkLst>
            <pc:docMk/>
            <pc:sldMk cId="2794513470" sldId="275"/>
            <ac:spMk id="13" creationId="{6669F804-A677-4B75-95F4-A5E4426FB774}"/>
          </ac:spMkLst>
        </pc:spChg>
      </pc:sldChg>
      <pc:sldChg chg="addSp delSp modSp new mod setBg modNotesTx">
        <pc:chgData name="Kayden Jordan" userId="e8c6793a-f4f0-4dab-a372-bcc2bed74348" providerId="ADAL" clId="{2D097765-E3AD-4BF7-A734-A5DEE3B1B8ED}" dt="2025-11-12T22:26:00.650" v="1419" actId="20577"/>
        <pc:sldMkLst>
          <pc:docMk/>
          <pc:sldMk cId="1274817201" sldId="276"/>
        </pc:sldMkLst>
        <pc:spChg chg="mod">
          <ac:chgData name="Kayden Jordan" userId="e8c6793a-f4f0-4dab-a372-bcc2bed74348" providerId="ADAL" clId="{2D097765-E3AD-4BF7-A734-A5DEE3B1B8ED}" dt="2025-11-12T22:24:27.026" v="1149" actId="26606"/>
          <ac:spMkLst>
            <pc:docMk/>
            <pc:sldMk cId="1274817201" sldId="276"/>
            <ac:spMk id="2" creationId="{0998620E-D691-3BAB-32C1-B2BE6A3670B7}"/>
          </ac:spMkLst>
        </pc:spChg>
        <pc:spChg chg="del mod">
          <ac:chgData name="Kayden Jordan" userId="e8c6793a-f4f0-4dab-a372-bcc2bed74348" providerId="ADAL" clId="{2D097765-E3AD-4BF7-A734-A5DEE3B1B8ED}" dt="2025-11-12T22:24:27.026" v="1149" actId="26606"/>
          <ac:spMkLst>
            <pc:docMk/>
            <pc:sldMk cId="1274817201" sldId="276"/>
            <ac:spMk id="3" creationId="{0A25B187-CBC7-8814-058A-5C44E6A424C2}"/>
          </ac:spMkLst>
        </pc:spChg>
        <pc:spChg chg="add del">
          <ac:chgData name="Kayden Jordan" userId="e8c6793a-f4f0-4dab-a372-bcc2bed74348" providerId="ADAL" clId="{2D097765-E3AD-4BF7-A734-A5DEE3B1B8ED}" dt="2025-11-12T22:24:27.026" v="1149" actId="26606"/>
          <ac:spMkLst>
            <pc:docMk/>
            <pc:sldMk cId="1274817201" sldId="276"/>
            <ac:spMk id="8" creationId="{CECF0FC6-D57B-48B6-9036-F4FFD91A4B34}"/>
          </ac:spMkLst>
        </pc:spChg>
        <pc:spChg chg="add del">
          <ac:chgData name="Kayden Jordan" userId="e8c6793a-f4f0-4dab-a372-bcc2bed74348" providerId="ADAL" clId="{2D097765-E3AD-4BF7-A734-A5DEE3B1B8ED}" dt="2025-11-12T22:24:27.026" v="1149" actId="26606"/>
          <ac:spMkLst>
            <pc:docMk/>
            <pc:sldMk cId="1274817201" sldId="276"/>
            <ac:spMk id="10" creationId="{717A211C-5863-4303-AC3D-AEBFDF6D6A4C}"/>
          </ac:spMkLst>
        </pc:spChg>
        <pc:spChg chg="add del">
          <ac:chgData name="Kayden Jordan" userId="e8c6793a-f4f0-4dab-a372-bcc2bed74348" providerId="ADAL" clId="{2D097765-E3AD-4BF7-A734-A5DEE3B1B8ED}" dt="2025-11-12T22:24:27.026" v="1149" actId="26606"/>
          <ac:spMkLst>
            <pc:docMk/>
            <pc:sldMk cId="1274817201" sldId="276"/>
            <ac:spMk id="12" creationId="{087519CD-2FFF-42E3-BB0C-FEAA828BA5DB}"/>
          </ac:spMkLst>
        </pc:spChg>
        <pc:spChg chg="add">
          <ac:chgData name="Kayden Jordan" userId="e8c6793a-f4f0-4dab-a372-bcc2bed74348" providerId="ADAL" clId="{2D097765-E3AD-4BF7-A734-A5DEE3B1B8ED}" dt="2025-11-12T22:24:27.026" v="1149" actId="26606"/>
          <ac:spMkLst>
            <pc:docMk/>
            <pc:sldMk cId="1274817201" sldId="276"/>
            <ac:spMk id="18" creationId="{EE1530B0-6F96-46C0-8B3E-3215CB756BE4}"/>
          </ac:spMkLst>
        </pc:spChg>
        <pc:spChg chg="add">
          <ac:chgData name="Kayden Jordan" userId="e8c6793a-f4f0-4dab-a372-bcc2bed74348" providerId="ADAL" clId="{2D097765-E3AD-4BF7-A734-A5DEE3B1B8ED}" dt="2025-11-12T22:24:27.026" v="1149" actId="26606"/>
          <ac:spMkLst>
            <pc:docMk/>
            <pc:sldMk cId="1274817201" sldId="276"/>
            <ac:spMk id="20" creationId="{754910CF-1B56-45D3-960A-E89F7B3B9131}"/>
          </ac:spMkLst>
        </pc:spChg>
        <pc:spChg chg="add">
          <ac:chgData name="Kayden Jordan" userId="e8c6793a-f4f0-4dab-a372-bcc2bed74348" providerId="ADAL" clId="{2D097765-E3AD-4BF7-A734-A5DEE3B1B8ED}" dt="2025-11-12T22:24:27.026" v="1149" actId="26606"/>
          <ac:spMkLst>
            <pc:docMk/>
            <pc:sldMk cId="1274817201" sldId="276"/>
            <ac:spMk id="22" creationId="{6669F804-A677-4B75-95F4-A5E4426FB774}"/>
          </ac:spMkLst>
        </pc:spChg>
        <pc:graphicFrameChg chg="add">
          <ac:chgData name="Kayden Jordan" userId="e8c6793a-f4f0-4dab-a372-bcc2bed74348" providerId="ADAL" clId="{2D097765-E3AD-4BF7-A734-A5DEE3B1B8ED}" dt="2025-11-12T22:24:27.026" v="1149" actId="26606"/>
          <ac:graphicFrameMkLst>
            <pc:docMk/>
            <pc:sldMk cId="1274817201" sldId="276"/>
            <ac:graphicFrameMk id="14" creationId="{AE922470-D943-9091-CF28-2BECA93310AE}"/>
          </ac:graphicFrameMkLst>
        </pc:graphicFrameChg>
      </pc:sldChg>
      <pc:sldChg chg="addSp delSp modSp add del mod ord setBg delDesignElem">
        <pc:chgData name="Kayden Jordan" userId="e8c6793a-f4f0-4dab-a372-bcc2bed74348" providerId="ADAL" clId="{2D097765-E3AD-4BF7-A734-A5DEE3B1B8ED}" dt="2025-11-12T22:07:24.844" v="147" actId="207"/>
        <pc:sldMkLst>
          <pc:docMk/>
          <pc:sldMk cId="3268180830" sldId="277"/>
        </pc:sldMkLst>
        <pc:spChg chg="mod">
          <ac:chgData name="Kayden Jordan" userId="e8c6793a-f4f0-4dab-a372-bcc2bed74348" providerId="ADAL" clId="{2D097765-E3AD-4BF7-A734-A5DEE3B1B8ED}" dt="2025-11-12T22:07:24.844" v="147" actId="207"/>
          <ac:spMkLst>
            <pc:docMk/>
            <pc:sldMk cId="3268180830" sldId="277"/>
            <ac:spMk id="2" creationId="{6EAAC9AA-E161-BD0F-5EA9-93974667DC2F}"/>
          </ac:spMkLst>
        </pc:spChg>
        <pc:spChg chg="add del">
          <ac:chgData name="Kayden Jordan" userId="e8c6793a-f4f0-4dab-a372-bcc2bed74348" providerId="ADAL" clId="{2D097765-E3AD-4BF7-A734-A5DEE3B1B8ED}" dt="2025-11-12T22:06:33.344" v="105" actId="26606"/>
          <ac:spMkLst>
            <pc:docMk/>
            <pc:sldMk cId="3268180830" sldId="277"/>
            <ac:spMk id="8" creationId="{7578A52D-2496-4956-A9A4-EA5C38B2F1FC}"/>
          </ac:spMkLst>
        </pc:spChg>
        <pc:spChg chg="add del">
          <ac:chgData name="Kayden Jordan" userId="e8c6793a-f4f0-4dab-a372-bcc2bed74348" providerId="ADAL" clId="{2D097765-E3AD-4BF7-A734-A5DEE3B1B8ED}" dt="2025-11-12T22:06:33.344" v="105" actId="26606"/>
          <ac:spMkLst>
            <pc:docMk/>
            <pc:sldMk cId="3268180830" sldId="277"/>
            <ac:spMk id="10" creationId="{9809C8E2-EF9B-4E0B-A17E-836DE0508E76}"/>
          </ac:spMkLst>
        </pc:spChg>
        <pc:spChg chg="add del">
          <ac:chgData name="Kayden Jordan" userId="e8c6793a-f4f0-4dab-a372-bcc2bed74348" providerId="ADAL" clId="{2D097765-E3AD-4BF7-A734-A5DEE3B1B8ED}" dt="2025-11-12T22:06:33.344" v="105" actId="26606"/>
          <ac:spMkLst>
            <pc:docMk/>
            <pc:sldMk cId="3268180830" sldId="277"/>
            <ac:spMk id="12" creationId="{61EB557E-621E-4254-B750-85274C5F4D5C}"/>
          </ac:spMkLst>
        </pc:spChg>
        <pc:graphicFrameChg chg="mod modGraphic">
          <ac:chgData name="Kayden Jordan" userId="e8c6793a-f4f0-4dab-a372-bcc2bed74348" providerId="ADAL" clId="{2D097765-E3AD-4BF7-A734-A5DEE3B1B8ED}" dt="2025-11-12T22:06:33.344" v="105" actId="26606"/>
          <ac:graphicFrameMkLst>
            <pc:docMk/>
            <pc:sldMk cId="3268180830" sldId="277"/>
            <ac:graphicFrameMk id="14" creationId="{00E2589E-D64A-4E8B-9206-2C777A120DF3}"/>
          </ac:graphicFrameMkLst>
        </pc:graphicFrameChg>
      </pc:sldChg>
    </pc:docChg>
  </pc:docChgLst>
</pc:chgInfo>
</file>

<file path=ppt/diagrams/_rels/data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ata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ata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rawing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29F91D-163E-4095-A5A7-D1164BE25C48}"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BAD39BDF-B353-4C16-B512-A755065C401A}">
      <dgm:prSet/>
      <dgm:spPr/>
      <dgm:t>
        <a:bodyPr/>
        <a:lstStyle/>
        <a:p>
          <a:r>
            <a:rPr lang="en-US"/>
            <a:t>Systematic study of phenomena</a:t>
          </a:r>
        </a:p>
      </dgm:t>
    </dgm:pt>
    <dgm:pt modelId="{C2D434C8-6927-467F-BE32-05FCDCD2BA4D}" type="parTrans" cxnId="{BB225161-2214-4B90-B52C-626A338D5047}">
      <dgm:prSet/>
      <dgm:spPr/>
      <dgm:t>
        <a:bodyPr/>
        <a:lstStyle/>
        <a:p>
          <a:endParaRPr lang="en-US"/>
        </a:p>
      </dgm:t>
    </dgm:pt>
    <dgm:pt modelId="{34B63078-3C52-4229-B41B-69BF20A8B371}" type="sibTrans" cxnId="{BB225161-2214-4B90-B52C-626A338D5047}">
      <dgm:prSet/>
      <dgm:spPr/>
      <dgm:t>
        <a:bodyPr/>
        <a:lstStyle/>
        <a:p>
          <a:endParaRPr lang="en-US"/>
        </a:p>
      </dgm:t>
    </dgm:pt>
    <dgm:pt modelId="{74EB096B-7865-4980-BBE6-5A870420DB75}">
      <dgm:prSet/>
      <dgm:spPr/>
      <dgm:t>
        <a:bodyPr/>
        <a:lstStyle/>
        <a:p>
          <a:r>
            <a:rPr lang="en-US"/>
            <a:t>Testable hypotheses (or answerable questions)</a:t>
          </a:r>
        </a:p>
      </dgm:t>
    </dgm:pt>
    <dgm:pt modelId="{72E10751-36FA-465C-AE82-9B5EE46C661D}" type="parTrans" cxnId="{71CDA2C4-0D15-4984-B5F1-6E2144BA05C6}">
      <dgm:prSet/>
      <dgm:spPr/>
      <dgm:t>
        <a:bodyPr/>
        <a:lstStyle/>
        <a:p>
          <a:endParaRPr lang="en-US"/>
        </a:p>
      </dgm:t>
    </dgm:pt>
    <dgm:pt modelId="{D9EDEEE9-8321-46EA-BE55-83A08ED88296}" type="sibTrans" cxnId="{71CDA2C4-0D15-4984-B5F1-6E2144BA05C6}">
      <dgm:prSet/>
      <dgm:spPr/>
      <dgm:t>
        <a:bodyPr/>
        <a:lstStyle/>
        <a:p>
          <a:endParaRPr lang="en-US"/>
        </a:p>
      </dgm:t>
    </dgm:pt>
    <dgm:pt modelId="{843A1E5B-E4B2-4B48-A0F4-958FD661BE95}">
      <dgm:prSet/>
      <dgm:spPr/>
      <dgm:t>
        <a:bodyPr/>
        <a:lstStyle/>
        <a:p>
          <a:r>
            <a:rPr lang="en-US"/>
            <a:t>Method of organizing and expanding knowledge</a:t>
          </a:r>
        </a:p>
      </dgm:t>
    </dgm:pt>
    <dgm:pt modelId="{B416723B-DE07-4980-91FA-86E1F4525348}" type="parTrans" cxnId="{19CD9A24-46BE-4092-8B22-82AE6D6C1D48}">
      <dgm:prSet/>
      <dgm:spPr/>
      <dgm:t>
        <a:bodyPr/>
        <a:lstStyle/>
        <a:p>
          <a:endParaRPr lang="en-US"/>
        </a:p>
      </dgm:t>
    </dgm:pt>
    <dgm:pt modelId="{7B6F30BC-27DA-4C28-984D-B383EE2E7132}" type="sibTrans" cxnId="{19CD9A24-46BE-4092-8B22-82AE6D6C1D48}">
      <dgm:prSet/>
      <dgm:spPr/>
      <dgm:t>
        <a:bodyPr/>
        <a:lstStyle/>
        <a:p>
          <a:endParaRPr lang="en-US"/>
        </a:p>
      </dgm:t>
    </dgm:pt>
    <dgm:pt modelId="{85703E3A-FDD0-4F66-883C-A899BA5EF49D}" type="pres">
      <dgm:prSet presAssocID="{9A29F91D-163E-4095-A5A7-D1164BE25C48}" presName="linear" presStyleCnt="0">
        <dgm:presLayoutVars>
          <dgm:animLvl val="lvl"/>
          <dgm:resizeHandles val="exact"/>
        </dgm:presLayoutVars>
      </dgm:prSet>
      <dgm:spPr/>
    </dgm:pt>
    <dgm:pt modelId="{6AF684A9-73F9-45D9-99A5-DE2A9DBB1948}" type="pres">
      <dgm:prSet presAssocID="{BAD39BDF-B353-4C16-B512-A755065C401A}" presName="parentText" presStyleLbl="node1" presStyleIdx="0" presStyleCnt="3">
        <dgm:presLayoutVars>
          <dgm:chMax val="0"/>
          <dgm:bulletEnabled val="1"/>
        </dgm:presLayoutVars>
      </dgm:prSet>
      <dgm:spPr/>
    </dgm:pt>
    <dgm:pt modelId="{39F825D2-DAAF-4F8C-A4D1-00EB22F60CEA}" type="pres">
      <dgm:prSet presAssocID="{34B63078-3C52-4229-B41B-69BF20A8B371}" presName="spacer" presStyleCnt="0"/>
      <dgm:spPr/>
    </dgm:pt>
    <dgm:pt modelId="{2D56B107-1BA5-4B4D-B6BC-F44220D96FAC}" type="pres">
      <dgm:prSet presAssocID="{74EB096B-7865-4980-BBE6-5A870420DB75}" presName="parentText" presStyleLbl="node1" presStyleIdx="1" presStyleCnt="3">
        <dgm:presLayoutVars>
          <dgm:chMax val="0"/>
          <dgm:bulletEnabled val="1"/>
        </dgm:presLayoutVars>
      </dgm:prSet>
      <dgm:spPr/>
    </dgm:pt>
    <dgm:pt modelId="{AFCF38C5-1695-4FF3-836D-63854710B5A3}" type="pres">
      <dgm:prSet presAssocID="{D9EDEEE9-8321-46EA-BE55-83A08ED88296}" presName="spacer" presStyleCnt="0"/>
      <dgm:spPr/>
    </dgm:pt>
    <dgm:pt modelId="{0CA4F4E5-3302-4171-933C-9C763053A025}" type="pres">
      <dgm:prSet presAssocID="{843A1E5B-E4B2-4B48-A0F4-958FD661BE95}" presName="parentText" presStyleLbl="node1" presStyleIdx="2" presStyleCnt="3">
        <dgm:presLayoutVars>
          <dgm:chMax val="0"/>
          <dgm:bulletEnabled val="1"/>
        </dgm:presLayoutVars>
      </dgm:prSet>
      <dgm:spPr/>
    </dgm:pt>
  </dgm:ptLst>
  <dgm:cxnLst>
    <dgm:cxn modelId="{D65BA304-3BA7-4877-AB99-F5C6E2979350}" type="presOf" srcId="{BAD39BDF-B353-4C16-B512-A755065C401A}" destId="{6AF684A9-73F9-45D9-99A5-DE2A9DBB1948}" srcOrd="0" destOrd="0" presId="urn:microsoft.com/office/officeart/2005/8/layout/vList2"/>
    <dgm:cxn modelId="{4C0C221E-145B-498F-9622-569D4CCEFE47}" type="presOf" srcId="{9A29F91D-163E-4095-A5A7-D1164BE25C48}" destId="{85703E3A-FDD0-4F66-883C-A899BA5EF49D}" srcOrd="0" destOrd="0" presId="urn:microsoft.com/office/officeart/2005/8/layout/vList2"/>
    <dgm:cxn modelId="{19CD9A24-46BE-4092-8B22-82AE6D6C1D48}" srcId="{9A29F91D-163E-4095-A5A7-D1164BE25C48}" destId="{843A1E5B-E4B2-4B48-A0F4-958FD661BE95}" srcOrd="2" destOrd="0" parTransId="{B416723B-DE07-4980-91FA-86E1F4525348}" sibTransId="{7B6F30BC-27DA-4C28-984D-B383EE2E7132}"/>
    <dgm:cxn modelId="{BB225161-2214-4B90-B52C-626A338D5047}" srcId="{9A29F91D-163E-4095-A5A7-D1164BE25C48}" destId="{BAD39BDF-B353-4C16-B512-A755065C401A}" srcOrd="0" destOrd="0" parTransId="{C2D434C8-6927-467F-BE32-05FCDCD2BA4D}" sibTransId="{34B63078-3C52-4229-B41B-69BF20A8B371}"/>
    <dgm:cxn modelId="{6497658D-8B97-4312-ABAB-28E6BA051A90}" type="presOf" srcId="{843A1E5B-E4B2-4B48-A0F4-958FD661BE95}" destId="{0CA4F4E5-3302-4171-933C-9C763053A025}" srcOrd="0" destOrd="0" presId="urn:microsoft.com/office/officeart/2005/8/layout/vList2"/>
    <dgm:cxn modelId="{71CDA2C4-0D15-4984-B5F1-6E2144BA05C6}" srcId="{9A29F91D-163E-4095-A5A7-D1164BE25C48}" destId="{74EB096B-7865-4980-BBE6-5A870420DB75}" srcOrd="1" destOrd="0" parTransId="{72E10751-36FA-465C-AE82-9B5EE46C661D}" sibTransId="{D9EDEEE9-8321-46EA-BE55-83A08ED88296}"/>
    <dgm:cxn modelId="{3C3912E7-5803-40BD-9391-5202F1308103}" type="presOf" srcId="{74EB096B-7865-4980-BBE6-5A870420DB75}" destId="{2D56B107-1BA5-4B4D-B6BC-F44220D96FAC}" srcOrd="0" destOrd="0" presId="urn:microsoft.com/office/officeart/2005/8/layout/vList2"/>
    <dgm:cxn modelId="{323017B0-F119-4D4B-AB8F-A8E8A1BA987E}" type="presParOf" srcId="{85703E3A-FDD0-4F66-883C-A899BA5EF49D}" destId="{6AF684A9-73F9-45D9-99A5-DE2A9DBB1948}" srcOrd="0" destOrd="0" presId="urn:microsoft.com/office/officeart/2005/8/layout/vList2"/>
    <dgm:cxn modelId="{99C6CD95-98F0-4488-9784-60611721EBAA}" type="presParOf" srcId="{85703E3A-FDD0-4F66-883C-A899BA5EF49D}" destId="{39F825D2-DAAF-4F8C-A4D1-00EB22F60CEA}" srcOrd="1" destOrd="0" presId="urn:microsoft.com/office/officeart/2005/8/layout/vList2"/>
    <dgm:cxn modelId="{838AFEDD-9F66-49ED-8632-D4DA1337EE37}" type="presParOf" srcId="{85703E3A-FDD0-4F66-883C-A899BA5EF49D}" destId="{2D56B107-1BA5-4B4D-B6BC-F44220D96FAC}" srcOrd="2" destOrd="0" presId="urn:microsoft.com/office/officeart/2005/8/layout/vList2"/>
    <dgm:cxn modelId="{155EE817-C538-41A2-99F2-7F3D2307D8D9}" type="presParOf" srcId="{85703E3A-FDD0-4F66-883C-A899BA5EF49D}" destId="{AFCF38C5-1695-4FF3-836D-63854710B5A3}" srcOrd="3" destOrd="0" presId="urn:microsoft.com/office/officeart/2005/8/layout/vList2"/>
    <dgm:cxn modelId="{3B516333-C62B-447E-AECE-CEE3279C4659}" type="presParOf" srcId="{85703E3A-FDD0-4F66-883C-A899BA5EF49D}" destId="{0CA4F4E5-3302-4171-933C-9C763053A025}"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D7BDF4-DECF-49CD-B799-630C95C6BC9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B8DA73B7-611F-42BE-95D9-09D79186FA97}">
      <dgm:prSet/>
      <dgm:spPr/>
      <dgm:t>
        <a:bodyPr/>
        <a:lstStyle/>
        <a:p>
          <a:r>
            <a:rPr lang="en-US"/>
            <a:t>Description</a:t>
          </a:r>
        </a:p>
      </dgm:t>
    </dgm:pt>
    <dgm:pt modelId="{440D8042-22F8-4EBB-B1AD-C5897F54F4DC}" type="parTrans" cxnId="{757B4A20-DF2A-4C7B-887D-566E86724259}">
      <dgm:prSet/>
      <dgm:spPr/>
      <dgm:t>
        <a:bodyPr/>
        <a:lstStyle/>
        <a:p>
          <a:endParaRPr lang="en-US"/>
        </a:p>
      </dgm:t>
    </dgm:pt>
    <dgm:pt modelId="{58F5757B-CA46-4729-8A9B-F623FCE33031}" type="sibTrans" cxnId="{757B4A20-DF2A-4C7B-887D-566E86724259}">
      <dgm:prSet/>
      <dgm:spPr/>
      <dgm:t>
        <a:bodyPr/>
        <a:lstStyle/>
        <a:p>
          <a:endParaRPr lang="en-US"/>
        </a:p>
      </dgm:t>
    </dgm:pt>
    <dgm:pt modelId="{015A6AF3-42A6-457B-96A0-C1C1ADD29206}">
      <dgm:prSet/>
      <dgm:spPr/>
      <dgm:t>
        <a:bodyPr/>
        <a:lstStyle/>
        <a:p>
          <a:r>
            <a:rPr lang="en-US"/>
            <a:t>Understanding</a:t>
          </a:r>
        </a:p>
      </dgm:t>
    </dgm:pt>
    <dgm:pt modelId="{A77F267F-7D26-4586-9847-B6C7336088CA}" type="parTrans" cxnId="{970712FE-BA3F-405B-BCB0-BB3B4B5A787A}">
      <dgm:prSet/>
      <dgm:spPr/>
      <dgm:t>
        <a:bodyPr/>
        <a:lstStyle/>
        <a:p>
          <a:endParaRPr lang="en-US"/>
        </a:p>
      </dgm:t>
    </dgm:pt>
    <dgm:pt modelId="{F7ECE05A-C7A1-4A8B-A119-E492094CB5EF}" type="sibTrans" cxnId="{970712FE-BA3F-405B-BCB0-BB3B4B5A787A}">
      <dgm:prSet/>
      <dgm:spPr/>
      <dgm:t>
        <a:bodyPr/>
        <a:lstStyle/>
        <a:p>
          <a:endParaRPr lang="en-US"/>
        </a:p>
      </dgm:t>
    </dgm:pt>
    <dgm:pt modelId="{0A9758C7-7B47-4648-AC22-633A16F4EDDE}">
      <dgm:prSet/>
      <dgm:spPr/>
      <dgm:t>
        <a:bodyPr/>
        <a:lstStyle/>
        <a:p>
          <a:r>
            <a:rPr lang="en-US"/>
            <a:t>Prediction</a:t>
          </a:r>
        </a:p>
      </dgm:t>
    </dgm:pt>
    <dgm:pt modelId="{5840F6B3-F502-422D-B6C3-D1F5FA9B732A}" type="parTrans" cxnId="{25718C1F-5258-4FAC-911C-CF24E4FFA4DF}">
      <dgm:prSet/>
      <dgm:spPr/>
      <dgm:t>
        <a:bodyPr/>
        <a:lstStyle/>
        <a:p>
          <a:endParaRPr lang="en-US"/>
        </a:p>
      </dgm:t>
    </dgm:pt>
    <dgm:pt modelId="{535207A1-697E-4D25-B160-E56F36C00EEE}" type="sibTrans" cxnId="{25718C1F-5258-4FAC-911C-CF24E4FFA4DF}">
      <dgm:prSet/>
      <dgm:spPr/>
      <dgm:t>
        <a:bodyPr/>
        <a:lstStyle/>
        <a:p>
          <a:endParaRPr lang="en-US"/>
        </a:p>
      </dgm:t>
    </dgm:pt>
    <dgm:pt modelId="{CC92D85A-C466-40F8-8514-00BD3E712262}">
      <dgm:prSet/>
      <dgm:spPr/>
      <dgm:t>
        <a:bodyPr/>
        <a:lstStyle/>
        <a:p>
          <a:r>
            <a:rPr lang="en-US"/>
            <a:t>Modification</a:t>
          </a:r>
        </a:p>
      </dgm:t>
    </dgm:pt>
    <dgm:pt modelId="{6F5C7595-E7F9-420D-AAD9-37F804D21FF1}" type="parTrans" cxnId="{00006BE5-D076-4984-8733-827F9952D68C}">
      <dgm:prSet/>
      <dgm:spPr/>
      <dgm:t>
        <a:bodyPr/>
        <a:lstStyle/>
        <a:p>
          <a:endParaRPr lang="en-US"/>
        </a:p>
      </dgm:t>
    </dgm:pt>
    <dgm:pt modelId="{78EBA614-7237-4B6D-944F-7831567A3CF0}" type="sibTrans" cxnId="{00006BE5-D076-4984-8733-827F9952D68C}">
      <dgm:prSet/>
      <dgm:spPr/>
      <dgm:t>
        <a:bodyPr/>
        <a:lstStyle/>
        <a:p>
          <a:endParaRPr lang="en-US"/>
        </a:p>
      </dgm:t>
    </dgm:pt>
    <dgm:pt modelId="{5E5FA5EC-E38B-4746-80FC-2BCF7AEA3C23}" type="pres">
      <dgm:prSet presAssocID="{A5D7BDF4-DECF-49CD-B799-630C95C6BC96}" presName="linear" presStyleCnt="0">
        <dgm:presLayoutVars>
          <dgm:animLvl val="lvl"/>
          <dgm:resizeHandles val="exact"/>
        </dgm:presLayoutVars>
      </dgm:prSet>
      <dgm:spPr/>
    </dgm:pt>
    <dgm:pt modelId="{48462096-9BD2-45A9-AFE1-6E4A174EB50C}" type="pres">
      <dgm:prSet presAssocID="{B8DA73B7-611F-42BE-95D9-09D79186FA97}" presName="parentText" presStyleLbl="node1" presStyleIdx="0" presStyleCnt="4">
        <dgm:presLayoutVars>
          <dgm:chMax val="0"/>
          <dgm:bulletEnabled val="1"/>
        </dgm:presLayoutVars>
      </dgm:prSet>
      <dgm:spPr/>
    </dgm:pt>
    <dgm:pt modelId="{C428A8C5-0BF6-4881-9F8A-00BE9918EA16}" type="pres">
      <dgm:prSet presAssocID="{58F5757B-CA46-4729-8A9B-F623FCE33031}" presName="spacer" presStyleCnt="0"/>
      <dgm:spPr/>
    </dgm:pt>
    <dgm:pt modelId="{15672FC3-F2BE-4E29-B07A-EEC3F23E43B9}" type="pres">
      <dgm:prSet presAssocID="{015A6AF3-42A6-457B-96A0-C1C1ADD29206}" presName="parentText" presStyleLbl="node1" presStyleIdx="1" presStyleCnt="4">
        <dgm:presLayoutVars>
          <dgm:chMax val="0"/>
          <dgm:bulletEnabled val="1"/>
        </dgm:presLayoutVars>
      </dgm:prSet>
      <dgm:spPr/>
    </dgm:pt>
    <dgm:pt modelId="{073F2FC1-0FEC-4AAB-AD37-2D267D6D3A7E}" type="pres">
      <dgm:prSet presAssocID="{F7ECE05A-C7A1-4A8B-A119-E492094CB5EF}" presName="spacer" presStyleCnt="0"/>
      <dgm:spPr/>
    </dgm:pt>
    <dgm:pt modelId="{50150856-827B-4EB2-A5C1-E9E55C4AE837}" type="pres">
      <dgm:prSet presAssocID="{0A9758C7-7B47-4648-AC22-633A16F4EDDE}" presName="parentText" presStyleLbl="node1" presStyleIdx="2" presStyleCnt="4">
        <dgm:presLayoutVars>
          <dgm:chMax val="0"/>
          <dgm:bulletEnabled val="1"/>
        </dgm:presLayoutVars>
      </dgm:prSet>
      <dgm:spPr/>
    </dgm:pt>
    <dgm:pt modelId="{E5466551-E615-462D-B23D-E27634E7597C}" type="pres">
      <dgm:prSet presAssocID="{535207A1-697E-4D25-B160-E56F36C00EEE}" presName="spacer" presStyleCnt="0"/>
      <dgm:spPr/>
    </dgm:pt>
    <dgm:pt modelId="{0BF94D15-48B5-49A5-932A-5A47D09EC0AD}" type="pres">
      <dgm:prSet presAssocID="{CC92D85A-C466-40F8-8514-00BD3E712262}" presName="parentText" presStyleLbl="node1" presStyleIdx="3" presStyleCnt="4">
        <dgm:presLayoutVars>
          <dgm:chMax val="0"/>
          <dgm:bulletEnabled val="1"/>
        </dgm:presLayoutVars>
      </dgm:prSet>
      <dgm:spPr/>
    </dgm:pt>
  </dgm:ptLst>
  <dgm:cxnLst>
    <dgm:cxn modelId="{42B3BA09-1F64-4D40-98BA-2253F6698A4D}" type="presOf" srcId="{CC92D85A-C466-40F8-8514-00BD3E712262}" destId="{0BF94D15-48B5-49A5-932A-5A47D09EC0AD}" srcOrd="0" destOrd="0" presId="urn:microsoft.com/office/officeart/2005/8/layout/vList2"/>
    <dgm:cxn modelId="{25718C1F-5258-4FAC-911C-CF24E4FFA4DF}" srcId="{A5D7BDF4-DECF-49CD-B799-630C95C6BC96}" destId="{0A9758C7-7B47-4648-AC22-633A16F4EDDE}" srcOrd="2" destOrd="0" parTransId="{5840F6B3-F502-422D-B6C3-D1F5FA9B732A}" sibTransId="{535207A1-697E-4D25-B160-E56F36C00EEE}"/>
    <dgm:cxn modelId="{757B4A20-DF2A-4C7B-887D-566E86724259}" srcId="{A5D7BDF4-DECF-49CD-B799-630C95C6BC96}" destId="{B8DA73B7-611F-42BE-95D9-09D79186FA97}" srcOrd="0" destOrd="0" parTransId="{440D8042-22F8-4EBB-B1AD-C5897F54F4DC}" sibTransId="{58F5757B-CA46-4729-8A9B-F623FCE33031}"/>
    <dgm:cxn modelId="{5C12356C-5DE5-486A-B12E-EBD9A3E45D5D}" type="presOf" srcId="{015A6AF3-42A6-457B-96A0-C1C1ADD29206}" destId="{15672FC3-F2BE-4E29-B07A-EEC3F23E43B9}" srcOrd="0" destOrd="0" presId="urn:microsoft.com/office/officeart/2005/8/layout/vList2"/>
    <dgm:cxn modelId="{9B04ACCF-9427-4C17-B0A4-11527867422F}" type="presOf" srcId="{0A9758C7-7B47-4648-AC22-633A16F4EDDE}" destId="{50150856-827B-4EB2-A5C1-E9E55C4AE837}" srcOrd="0" destOrd="0" presId="urn:microsoft.com/office/officeart/2005/8/layout/vList2"/>
    <dgm:cxn modelId="{C181C0D7-0F2A-402C-B8F8-FC836E02865C}" type="presOf" srcId="{A5D7BDF4-DECF-49CD-B799-630C95C6BC96}" destId="{5E5FA5EC-E38B-4746-80FC-2BCF7AEA3C23}" srcOrd="0" destOrd="0" presId="urn:microsoft.com/office/officeart/2005/8/layout/vList2"/>
    <dgm:cxn modelId="{00006BE5-D076-4984-8733-827F9952D68C}" srcId="{A5D7BDF4-DECF-49CD-B799-630C95C6BC96}" destId="{CC92D85A-C466-40F8-8514-00BD3E712262}" srcOrd="3" destOrd="0" parTransId="{6F5C7595-E7F9-420D-AAD9-37F804D21FF1}" sibTransId="{78EBA614-7237-4B6D-944F-7831567A3CF0}"/>
    <dgm:cxn modelId="{60D7A8E5-620D-4EF0-AFF0-9B672948E5BC}" type="presOf" srcId="{B8DA73B7-611F-42BE-95D9-09D79186FA97}" destId="{48462096-9BD2-45A9-AFE1-6E4A174EB50C}" srcOrd="0" destOrd="0" presId="urn:microsoft.com/office/officeart/2005/8/layout/vList2"/>
    <dgm:cxn modelId="{970712FE-BA3F-405B-BCB0-BB3B4B5A787A}" srcId="{A5D7BDF4-DECF-49CD-B799-630C95C6BC96}" destId="{015A6AF3-42A6-457B-96A0-C1C1ADD29206}" srcOrd="1" destOrd="0" parTransId="{A77F267F-7D26-4586-9847-B6C7336088CA}" sibTransId="{F7ECE05A-C7A1-4A8B-A119-E492094CB5EF}"/>
    <dgm:cxn modelId="{EB25DC4A-E297-4186-9E94-03DEAB691F1A}" type="presParOf" srcId="{5E5FA5EC-E38B-4746-80FC-2BCF7AEA3C23}" destId="{48462096-9BD2-45A9-AFE1-6E4A174EB50C}" srcOrd="0" destOrd="0" presId="urn:microsoft.com/office/officeart/2005/8/layout/vList2"/>
    <dgm:cxn modelId="{78C76723-9DA5-4F2F-98C4-B0C5D75B80F4}" type="presParOf" srcId="{5E5FA5EC-E38B-4746-80FC-2BCF7AEA3C23}" destId="{C428A8C5-0BF6-4881-9F8A-00BE9918EA16}" srcOrd="1" destOrd="0" presId="urn:microsoft.com/office/officeart/2005/8/layout/vList2"/>
    <dgm:cxn modelId="{08BF3B99-A7C0-4865-B780-710E24A860DB}" type="presParOf" srcId="{5E5FA5EC-E38B-4746-80FC-2BCF7AEA3C23}" destId="{15672FC3-F2BE-4E29-B07A-EEC3F23E43B9}" srcOrd="2" destOrd="0" presId="urn:microsoft.com/office/officeart/2005/8/layout/vList2"/>
    <dgm:cxn modelId="{A718E3F2-3B82-48BD-ADCE-79F05680CF4F}" type="presParOf" srcId="{5E5FA5EC-E38B-4746-80FC-2BCF7AEA3C23}" destId="{073F2FC1-0FEC-4AAB-AD37-2D267D6D3A7E}" srcOrd="3" destOrd="0" presId="urn:microsoft.com/office/officeart/2005/8/layout/vList2"/>
    <dgm:cxn modelId="{E0F23337-E992-428E-B456-9D76DA8CE80A}" type="presParOf" srcId="{5E5FA5EC-E38B-4746-80FC-2BCF7AEA3C23}" destId="{50150856-827B-4EB2-A5C1-E9E55C4AE837}" srcOrd="4" destOrd="0" presId="urn:microsoft.com/office/officeart/2005/8/layout/vList2"/>
    <dgm:cxn modelId="{7EABFE0D-C655-4234-AB6F-A8E7D9DD46C2}" type="presParOf" srcId="{5E5FA5EC-E38B-4746-80FC-2BCF7AEA3C23}" destId="{E5466551-E615-462D-B23D-E27634E7597C}" srcOrd="5" destOrd="0" presId="urn:microsoft.com/office/officeart/2005/8/layout/vList2"/>
    <dgm:cxn modelId="{12708E4C-8E92-4ADF-B548-AC27B8DB7E19}" type="presParOf" srcId="{5E5FA5EC-E38B-4746-80FC-2BCF7AEA3C23}" destId="{0BF94D15-48B5-49A5-932A-5A47D09EC0AD}"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AF2A99A-9B00-43AF-A19C-511A6B228E7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61BA05A-0D7C-405E-8EAE-4BA1733C2E88}">
      <dgm:prSet/>
      <dgm:spPr/>
      <dgm:t>
        <a:bodyPr/>
        <a:lstStyle/>
        <a:p>
          <a:r>
            <a:rPr lang="en-US"/>
            <a:t>Research design – plan for how data is collected and analyzed</a:t>
          </a:r>
        </a:p>
      </dgm:t>
    </dgm:pt>
    <dgm:pt modelId="{260A5DB4-92B8-4E20-B189-A2C39250FB82}" type="parTrans" cxnId="{CB774F39-C281-44C4-8C80-5DBE69003C6D}">
      <dgm:prSet/>
      <dgm:spPr/>
      <dgm:t>
        <a:bodyPr/>
        <a:lstStyle/>
        <a:p>
          <a:endParaRPr lang="en-US"/>
        </a:p>
      </dgm:t>
    </dgm:pt>
    <dgm:pt modelId="{4A8B2BB4-2D2F-4722-AEED-6079BC0F12B4}" type="sibTrans" cxnId="{CB774F39-C281-44C4-8C80-5DBE69003C6D}">
      <dgm:prSet/>
      <dgm:spPr/>
      <dgm:t>
        <a:bodyPr/>
        <a:lstStyle/>
        <a:p>
          <a:endParaRPr lang="en-US"/>
        </a:p>
      </dgm:t>
    </dgm:pt>
    <dgm:pt modelId="{63D89D08-088B-42C5-B8E3-6E03251E8076}">
      <dgm:prSet/>
      <dgm:spPr/>
      <dgm:t>
        <a:bodyPr/>
        <a:lstStyle/>
        <a:p>
          <a:r>
            <a:rPr lang="en-US"/>
            <a:t>Data – evidence collected to evaluate a research question or hypothesis</a:t>
          </a:r>
        </a:p>
      </dgm:t>
    </dgm:pt>
    <dgm:pt modelId="{9A081FFA-C9C3-4000-BF1A-88E112F43DF9}" type="parTrans" cxnId="{9055851A-8E14-4166-8E73-BBBF7D92242C}">
      <dgm:prSet/>
      <dgm:spPr/>
      <dgm:t>
        <a:bodyPr/>
        <a:lstStyle/>
        <a:p>
          <a:endParaRPr lang="en-US"/>
        </a:p>
      </dgm:t>
    </dgm:pt>
    <dgm:pt modelId="{066539CA-5C4D-4C39-BF50-86A21D0A575E}" type="sibTrans" cxnId="{9055851A-8E14-4166-8E73-BBBF7D92242C}">
      <dgm:prSet/>
      <dgm:spPr/>
      <dgm:t>
        <a:bodyPr/>
        <a:lstStyle/>
        <a:p>
          <a:endParaRPr lang="en-US"/>
        </a:p>
      </dgm:t>
    </dgm:pt>
    <dgm:pt modelId="{2D4D2F53-93B3-49AD-8C51-59D9FA7313D7}" type="pres">
      <dgm:prSet presAssocID="{4AF2A99A-9B00-43AF-A19C-511A6B228E7E}" presName="root" presStyleCnt="0">
        <dgm:presLayoutVars>
          <dgm:dir/>
          <dgm:resizeHandles val="exact"/>
        </dgm:presLayoutVars>
      </dgm:prSet>
      <dgm:spPr/>
    </dgm:pt>
    <dgm:pt modelId="{AEA875DD-007B-45CB-BB72-F906BA8DFD7C}" type="pres">
      <dgm:prSet presAssocID="{361BA05A-0D7C-405E-8EAE-4BA1733C2E88}" presName="compNode" presStyleCnt="0"/>
      <dgm:spPr/>
    </dgm:pt>
    <dgm:pt modelId="{82691B0A-6CB4-4D9A-9814-49F886C203BF}" type="pres">
      <dgm:prSet presAssocID="{361BA05A-0D7C-405E-8EAE-4BA1733C2E88}" presName="bgRect" presStyleLbl="bgShp" presStyleIdx="0" presStyleCnt="2"/>
      <dgm:spPr/>
    </dgm:pt>
    <dgm:pt modelId="{0F3C36C2-34F2-46F5-B063-78D6C2B50509}" type="pres">
      <dgm:prSet presAssocID="{361BA05A-0D7C-405E-8EAE-4BA1733C2E8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CF41150B-9EA4-4DD4-B99F-78BC15097AC6}" type="pres">
      <dgm:prSet presAssocID="{361BA05A-0D7C-405E-8EAE-4BA1733C2E88}" presName="spaceRect" presStyleCnt="0"/>
      <dgm:spPr/>
    </dgm:pt>
    <dgm:pt modelId="{C3566560-119D-4084-9B4E-DE033791E541}" type="pres">
      <dgm:prSet presAssocID="{361BA05A-0D7C-405E-8EAE-4BA1733C2E88}" presName="parTx" presStyleLbl="revTx" presStyleIdx="0" presStyleCnt="2">
        <dgm:presLayoutVars>
          <dgm:chMax val="0"/>
          <dgm:chPref val="0"/>
        </dgm:presLayoutVars>
      </dgm:prSet>
      <dgm:spPr/>
    </dgm:pt>
    <dgm:pt modelId="{B86BCC80-062D-4545-A53F-B5634A07FAAB}" type="pres">
      <dgm:prSet presAssocID="{4A8B2BB4-2D2F-4722-AEED-6079BC0F12B4}" presName="sibTrans" presStyleCnt="0"/>
      <dgm:spPr/>
    </dgm:pt>
    <dgm:pt modelId="{AE5CD167-7EDA-4440-BD7D-FA6168D81327}" type="pres">
      <dgm:prSet presAssocID="{63D89D08-088B-42C5-B8E3-6E03251E8076}" presName="compNode" presStyleCnt="0"/>
      <dgm:spPr/>
    </dgm:pt>
    <dgm:pt modelId="{3DA7CE23-2E20-4A43-B487-0ADDEDA7C844}" type="pres">
      <dgm:prSet presAssocID="{63D89D08-088B-42C5-B8E3-6E03251E8076}" presName="bgRect" presStyleLbl="bgShp" presStyleIdx="1" presStyleCnt="2"/>
      <dgm:spPr/>
    </dgm:pt>
    <dgm:pt modelId="{EAB505EC-6552-443E-9F45-3F44E03F50DA}" type="pres">
      <dgm:prSet presAssocID="{63D89D08-088B-42C5-B8E3-6E03251E807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gnifying glass"/>
        </a:ext>
      </dgm:extLst>
    </dgm:pt>
    <dgm:pt modelId="{33A92BCD-485C-4725-9C36-EB4C71F721F6}" type="pres">
      <dgm:prSet presAssocID="{63D89D08-088B-42C5-B8E3-6E03251E8076}" presName="spaceRect" presStyleCnt="0"/>
      <dgm:spPr/>
    </dgm:pt>
    <dgm:pt modelId="{090E2B2D-9E44-4B0A-A463-0D19509E4E0F}" type="pres">
      <dgm:prSet presAssocID="{63D89D08-088B-42C5-B8E3-6E03251E8076}" presName="parTx" presStyleLbl="revTx" presStyleIdx="1" presStyleCnt="2">
        <dgm:presLayoutVars>
          <dgm:chMax val="0"/>
          <dgm:chPref val="0"/>
        </dgm:presLayoutVars>
      </dgm:prSet>
      <dgm:spPr/>
    </dgm:pt>
  </dgm:ptLst>
  <dgm:cxnLst>
    <dgm:cxn modelId="{9055851A-8E14-4166-8E73-BBBF7D92242C}" srcId="{4AF2A99A-9B00-43AF-A19C-511A6B228E7E}" destId="{63D89D08-088B-42C5-B8E3-6E03251E8076}" srcOrd="1" destOrd="0" parTransId="{9A081FFA-C9C3-4000-BF1A-88E112F43DF9}" sibTransId="{066539CA-5C4D-4C39-BF50-86A21D0A575E}"/>
    <dgm:cxn modelId="{CB774F39-C281-44C4-8C80-5DBE69003C6D}" srcId="{4AF2A99A-9B00-43AF-A19C-511A6B228E7E}" destId="{361BA05A-0D7C-405E-8EAE-4BA1733C2E88}" srcOrd="0" destOrd="0" parTransId="{260A5DB4-92B8-4E20-B189-A2C39250FB82}" sibTransId="{4A8B2BB4-2D2F-4722-AEED-6079BC0F12B4}"/>
    <dgm:cxn modelId="{8A16FE89-0CCD-4946-A51A-C83C6A1AFAA1}" type="presOf" srcId="{361BA05A-0D7C-405E-8EAE-4BA1733C2E88}" destId="{C3566560-119D-4084-9B4E-DE033791E541}" srcOrd="0" destOrd="0" presId="urn:microsoft.com/office/officeart/2018/2/layout/IconVerticalSolidList"/>
    <dgm:cxn modelId="{DA9C8C9C-3B62-4235-AAF2-26A783745D8D}" type="presOf" srcId="{4AF2A99A-9B00-43AF-A19C-511A6B228E7E}" destId="{2D4D2F53-93B3-49AD-8C51-59D9FA7313D7}" srcOrd="0" destOrd="0" presId="urn:microsoft.com/office/officeart/2018/2/layout/IconVerticalSolidList"/>
    <dgm:cxn modelId="{DC01FDCA-8B6C-406B-8C40-BEC012090BF2}" type="presOf" srcId="{63D89D08-088B-42C5-B8E3-6E03251E8076}" destId="{090E2B2D-9E44-4B0A-A463-0D19509E4E0F}" srcOrd="0" destOrd="0" presId="urn:microsoft.com/office/officeart/2018/2/layout/IconVerticalSolidList"/>
    <dgm:cxn modelId="{BDCD48C0-870C-4A9A-A80B-08A10AA2C0AE}" type="presParOf" srcId="{2D4D2F53-93B3-49AD-8C51-59D9FA7313D7}" destId="{AEA875DD-007B-45CB-BB72-F906BA8DFD7C}" srcOrd="0" destOrd="0" presId="urn:microsoft.com/office/officeart/2018/2/layout/IconVerticalSolidList"/>
    <dgm:cxn modelId="{D63D5E97-A367-40A2-8D1E-C90657A7F3E1}" type="presParOf" srcId="{AEA875DD-007B-45CB-BB72-F906BA8DFD7C}" destId="{82691B0A-6CB4-4D9A-9814-49F886C203BF}" srcOrd="0" destOrd="0" presId="urn:microsoft.com/office/officeart/2018/2/layout/IconVerticalSolidList"/>
    <dgm:cxn modelId="{915873C3-EFF6-46C5-990A-AE63C0556AFE}" type="presParOf" srcId="{AEA875DD-007B-45CB-BB72-F906BA8DFD7C}" destId="{0F3C36C2-34F2-46F5-B063-78D6C2B50509}" srcOrd="1" destOrd="0" presId="urn:microsoft.com/office/officeart/2018/2/layout/IconVerticalSolidList"/>
    <dgm:cxn modelId="{B2F104E8-B1A0-4F7B-B78E-094F26EEFCB8}" type="presParOf" srcId="{AEA875DD-007B-45CB-BB72-F906BA8DFD7C}" destId="{CF41150B-9EA4-4DD4-B99F-78BC15097AC6}" srcOrd="2" destOrd="0" presId="urn:microsoft.com/office/officeart/2018/2/layout/IconVerticalSolidList"/>
    <dgm:cxn modelId="{AC66FDC4-C95F-4387-87AD-0A4F05BEDC8B}" type="presParOf" srcId="{AEA875DD-007B-45CB-BB72-F906BA8DFD7C}" destId="{C3566560-119D-4084-9B4E-DE033791E541}" srcOrd="3" destOrd="0" presId="urn:microsoft.com/office/officeart/2018/2/layout/IconVerticalSolidList"/>
    <dgm:cxn modelId="{E1AB3831-2DF7-46B1-B862-6E95C2EA1FB1}" type="presParOf" srcId="{2D4D2F53-93B3-49AD-8C51-59D9FA7313D7}" destId="{B86BCC80-062D-4545-A53F-B5634A07FAAB}" srcOrd="1" destOrd="0" presId="urn:microsoft.com/office/officeart/2018/2/layout/IconVerticalSolidList"/>
    <dgm:cxn modelId="{04448E54-EE7E-47D6-BA37-5D92BB08B83B}" type="presParOf" srcId="{2D4D2F53-93B3-49AD-8C51-59D9FA7313D7}" destId="{AE5CD167-7EDA-4440-BD7D-FA6168D81327}" srcOrd="2" destOrd="0" presId="urn:microsoft.com/office/officeart/2018/2/layout/IconVerticalSolidList"/>
    <dgm:cxn modelId="{9697F9F5-EF20-4CC4-963F-F0784BF32D82}" type="presParOf" srcId="{AE5CD167-7EDA-4440-BD7D-FA6168D81327}" destId="{3DA7CE23-2E20-4A43-B487-0ADDEDA7C844}" srcOrd="0" destOrd="0" presId="urn:microsoft.com/office/officeart/2018/2/layout/IconVerticalSolidList"/>
    <dgm:cxn modelId="{7C0EEE31-E562-4997-9A20-4FB7CBFEC96F}" type="presParOf" srcId="{AE5CD167-7EDA-4440-BD7D-FA6168D81327}" destId="{EAB505EC-6552-443E-9F45-3F44E03F50DA}" srcOrd="1" destOrd="0" presId="urn:microsoft.com/office/officeart/2018/2/layout/IconVerticalSolidList"/>
    <dgm:cxn modelId="{2954E39F-2100-4202-B7AD-84E7D0971996}" type="presParOf" srcId="{AE5CD167-7EDA-4440-BD7D-FA6168D81327}" destId="{33A92BCD-485C-4725-9C36-EB4C71F721F6}" srcOrd="2" destOrd="0" presId="urn:microsoft.com/office/officeart/2018/2/layout/IconVerticalSolidList"/>
    <dgm:cxn modelId="{3C3AA946-BDEA-47F2-899A-89CA321629AA}" type="presParOf" srcId="{AE5CD167-7EDA-4440-BD7D-FA6168D81327}" destId="{090E2B2D-9E44-4B0A-A463-0D19509E4E0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B9F3F7B-90DF-4480-9BB1-AA9A070D451C}" type="doc">
      <dgm:prSet loTypeId="urn:microsoft.com/office/officeart/2009/3/layout/HorizontalOrganizationChart" loCatId="hierarchy" qsTypeId="urn:microsoft.com/office/officeart/2005/8/quickstyle/simple1" qsCatId="simple" csTypeId="urn:microsoft.com/office/officeart/2005/8/colors/colorful2" csCatId="colorful"/>
      <dgm:spPr/>
      <dgm:t>
        <a:bodyPr/>
        <a:lstStyle/>
        <a:p>
          <a:endParaRPr lang="en-US"/>
        </a:p>
      </dgm:t>
    </dgm:pt>
    <dgm:pt modelId="{B4A8C4F4-B889-445F-9767-9F2CF122F9F6}">
      <dgm:prSet/>
      <dgm:spPr/>
      <dgm:t>
        <a:bodyPr/>
        <a:lstStyle/>
        <a:p>
          <a:r>
            <a:rPr lang="en-US"/>
            <a:t>Quantitative</a:t>
          </a:r>
        </a:p>
      </dgm:t>
    </dgm:pt>
    <dgm:pt modelId="{584A79E3-EC66-4675-A428-5CF68D6DADC8}" type="parTrans" cxnId="{0DB972EE-FF7C-4842-AE8C-6A00D79039BA}">
      <dgm:prSet/>
      <dgm:spPr/>
      <dgm:t>
        <a:bodyPr/>
        <a:lstStyle/>
        <a:p>
          <a:endParaRPr lang="en-US"/>
        </a:p>
      </dgm:t>
    </dgm:pt>
    <dgm:pt modelId="{E1A82C9F-552A-4A01-8281-91F5BDE66654}" type="sibTrans" cxnId="{0DB972EE-FF7C-4842-AE8C-6A00D79039BA}">
      <dgm:prSet/>
      <dgm:spPr/>
      <dgm:t>
        <a:bodyPr/>
        <a:lstStyle/>
        <a:p>
          <a:endParaRPr lang="en-US"/>
        </a:p>
      </dgm:t>
    </dgm:pt>
    <dgm:pt modelId="{1A757BBA-F637-46F2-BC54-4FB2763B4531}">
      <dgm:prSet/>
      <dgm:spPr/>
      <dgm:t>
        <a:bodyPr/>
        <a:lstStyle/>
        <a:p>
          <a:r>
            <a:rPr lang="en-US"/>
            <a:t>Experiments</a:t>
          </a:r>
        </a:p>
      </dgm:t>
    </dgm:pt>
    <dgm:pt modelId="{91DB1693-A619-4E7B-917F-AA9499197A09}" type="parTrans" cxnId="{343C6EA5-AE60-47E9-BC99-FA3E7124B4F0}">
      <dgm:prSet/>
      <dgm:spPr/>
      <dgm:t>
        <a:bodyPr/>
        <a:lstStyle/>
        <a:p>
          <a:endParaRPr lang="en-US"/>
        </a:p>
      </dgm:t>
    </dgm:pt>
    <dgm:pt modelId="{48B23055-A771-4EC1-8D17-0AC9D1578B41}" type="sibTrans" cxnId="{343C6EA5-AE60-47E9-BC99-FA3E7124B4F0}">
      <dgm:prSet/>
      <dgm:spPr/>
      <dgm:t>
        <a:bodyPr/>
        <a:lstStyle/>
        <a:p>
          <a:endParaRPr lang="en-US"/>
        </a:p>
      </dgm:t>
    </dgm:pt>
    <dgm:pt modelId="{81D48807-0127-4FF1-AA44-8F24B619CA88}">
      <dgm:prSet/>
      <dgm:spPr/>
      <dgm:t>
        <a:bodyPr/>
        <a:lstStyle/>
        <a:p>
          <a:r>
            <a:rPr lang="en-US"/>
            <a:t>Surveys</a:t>
          </a:r>
        </a:p>
      </dgm:t>
    </dgm:pt>
    <dgm:pt modelId="{C38A2B5C-7419-4449-BED6-FCD2A9AFA953}" type="parTrans" cxnId="{BE6C97BA-AF9A-43D3-8A98-04E12508F347}">
      <dgm:prSet/>
      <dgm:spPr/>
      <dgm:t>
        <a:bodyPr/>
        <a:lstStyle/>
        <a:p>
          <a:endParaRPr lang="en-US"/>
        </a:p>
      </dgm:t>
    </dgm:pt>
    <dgm:pt modelId="{026D12D3-B09A-4F78-9B4D-F41DF1A6AF73}" type="sibTrans" cxnId="{BE6C97BA-AF9A-43D3-8A98-04E12508F347}">
      <dgm:prSet/>
      <dgm:spPr/>
      <dgm:t>
        <a:bodyPr/>
        <a:lstStyle/>
        <a:p>
          <a:endParaRPr lang="en-US"/>
        </a:p>
      </dgm:t>
    </dgm:pt>
    <dgm:pt modelId="{2CDE5A5E-AD0B-40F3-A755-AD7261722F36}">
      <dgm:prSet/>
      <dgm:spPr/>
      <dgm:t>
        <a:bodyPr/>
        <a:lstStyle/>
        <a:p>
          <a:r>
            <a:rPr lang="en-US"/>
            <a:t>Data Mining</a:t>
          </a:r>
        </a:p>
      </dgm:t>
    </dgm:pt>
    <dgm:pt modelId="{5C4733E2-7B76-4E11-98FE-9F588DA0672C}" type="parTrans" cxnId="{343B2AA4-7C0C-48E3-9611-9256CF2ECCD7}">
      <dgm:prSet/>
      <dgm:spPr/>
      <dgm:t>
        <a:bodyPr/>
        <a:lstStyle/>
        <a:p>
          <a:endParaRPr lang="en-US"/>
        </a:p>
      </dgm:t>
    </dgm:pt>
    <dgm:pt modelId="{06E43687-942D-412F-B575-E062A7CE541E}" type="sibTrans" cxnId="{343B2AA4-7C0C-48E3-9611-9256CF2ECCD7}">
      <dgm:prSet/>
      <dgm:spPr/>
      <dgm:t>
        <a:bodyPr/>
        <a:lstStyle/>
        <a:p>
          <a:endParaRPr lang="en-US"/>
        </a:p>
      </dgm:t>
    </dgm:pt>
    <dgm:pt modelId="{7A3D681B-79AD-4506-86CC-9C1638B58F32}">
      <dgm:prSet/>
      <dgm:spPr/>
      <dgm:t>
        <a:bodyPr/>
        <a:lstStyle/>
        <a:p>
          <a:r>
            <a:rPr lang="en-US"/>
            <a:t>Qualitative</a:t>
          </a:r>
        </a:p>
      </dgm:t>
    </dgm:pt>
    <dgm:pt modelId="{84FE2861-9C40-47D0-B39B-B82350C4C28B}" type="parTrans" cxnId="{1656BB92-CF4B-4E6B-BE96-4D911E36D0E2}">
      <dgm:prSet/>
      <dgm:spPr/>
      <dgm:t>
        <a:bodyPr/>
        <a:lstStyle/>
        <a:p>
          <a:endParaRPr lang="en-US"/>
        </a:p>
      </dgm:t>
    </dgm:pt>
    <dgm:pt modelId="{10D0B6D8-8349-4028-A63E-FF193F7315A9}" type="sibTrans" cxnId="{1656BB92-CF4B-4E6B-BE96-4D911E36D0E2}">
      <dgm:prSet/>
      <dgm:spPr/>
      <dgm:t>
        <a:bodyPr/>
        <a:lstStyle/>
        <a:p>
          <a:endParaRPr lang="en-US"/>
        </a:p>
      </dgm:t>
    </dgm:pt>
    <dgm:pt modelId="{E18DD109-1B8A-40A4-8E20-EE86F976DEAC}">
      <dgm:prSet/>
      <dgm:spPr/>
      <dgm:t>
        <a:bodyPr/>
        <a:lstStyle/>
        <a:p>
          <a:r>
            <a:rPr lang="en-US"/>
            <a:t>Interviews</a:t>
          </a:r>
        </a:p>
      </dgm:t>
    </dgm:pt>
    <dgm:pt modelId="{BAD0873F-A4C5-4263-920C-4A032F3B40DD}" type="parTrans" cxnId="{2A1DCF3D-CE1C-4B3B-8207-277C6F58E556}">
      <dgm:prSet/>
      <dgm:spPr/>
      <dgm:t>
        <a:bodyPr/>
        <a:lstStyle/>
        <a:p>
          <a:endParaRPr lang="en-US"/>
        </a:p>
      </dgm:t>
    </dgm:pt>
    <dgm:pt modelId="{77AF7C4F-2BCF-4696-A327-0A03A5362FBC}" type="sibTrans" cxnId="{2A1DCF3D-CE1C-4B3B-8207-277C6F58E556}">
      <dgm:prSet/>
      <dgm:spPr/>
      <dgm:t>
        <a:bodyPr/>
        <a:lstStyle/>
        <a:p>
          <a:endParaRPr lang="en-US"/>
        </a:p>
      </dgm:t>
    </dgm:pt>
    <dgm:pt modelId="{E31F4BE3-7BD7-4CA8-9F05-1457DDAB0760}">
      <dgm:prSet/>
      <dgm:spPr/>
      <dgm:t>
        <a:bodyPr/>
        <a:lstStyle/>
        <a:p>
          <a:r>
            <a:rPr lang="en-US"/>
            <a:t>Focus Groups</a:t>
          </a:r>
        </a:p>
      </dgm:t>
    </dgm:pt>
    <dgm:pt modelId="{901BB6D2-6D31-4178-A8A3-DB8A377167DF}" type="parTrans" cxnId="{1436D788-65C5-43D4-9846-4B09364055EC}">
      <dgm:prSet/>
      <dgm:spPr/>
      <dgm:t>
        <a:bodyPr/>
        <a:lstStyle/>
        <a:p>
          <a:endParaRPr lang="en-US"/>
        </a:p>
      </dgm:t>
    </dgm:pt>
    <dgm:pt modelId="{26065746-446E-42A1-B0ED-F394E12756DF}" type="sibTrans" cxnId="{1436D788-65C5-43D4-9846-4B09364055EC}">
      <dgm:prSet/>
      <dgm:spPr/>
      <dgm:t>
        <a:bodyPr/>
        <a:lstStyle/>
        <a:p>
          <a:endParaRPr lang="en-US"/>
        </a:p>
      </dgm:t>
    </dgm:pt>
    <dgm:pt modelId="{B98B545E-5985-40BA-ABBC-BEB428D82560}">
      <dgm:prSet/>
      <dgm:spPr/>
      <dgm:t>
        <a:bodyPr/>
        <a:lstStyle/>
        <a:p>
          <a:r>
            <a:rPr lang="en-US"/>
            <a:t>Ethnography (observation)</a:t>
          </a:r>
        </a:p>
      </dgm:t>
    </dgm:pt>
    <dgm:pt modelId="{30D85587-49D5-489B-A036-1F1316EBC304}" type="parTrans" cxnId="{00C692B0-08DB-4AB9-A99B-4EC1707940C7}">
      <dgm:prSet/>
      <dgm:spPr/>
      <dgm:t>
        <a:bodyPr/>
        <a:lstStyle/>
        <a:p>
          <a:endParaRPr lang="en-US"/>
        </a:p>
      </dgm:t>
    </dgm:pt>
    <dgm:pt modelId="{1CEC1B9E-A4B2-42BB-B536-97CB302DB2F1}" type="sibTrans" cxnId="{00C692B0-08DB-4AB9-A99B-4EC1707940C7}">
      <dgm:prSet/>
      <dgm:spPr/>
      <dgm:t>
        <a:bodyPr/>
        <a:lstStyle/>
        <a:p>
          <a:endParaRPr lang="en-US"/>
        </a:p>
      </dgm:t>
    </dgm:pt>
    <dgm:pt modelId="{2B5C716F-A278-4327-9163-3D24082A26BC}" type="pres">
      <dgm:prSet presAssocID="{EB9F3F7B-90DF-4480-9BB1-AA9A070D451C}" presName="hierChild1" presStyleCnt="0">
        <dgm:presLayoutVars>
          <dgm:orgChart val="1"/>
          <dgm:chPref val="1"/>
          <dgm:dir/>
          <dgm:animOne val="branch"/>
          <dgm:animLvl val="lvl"/>
          <dgm:resizeHandles/>
        </dgm:presLayoutVars>
      </dgm:prSet>
      <dgm:spPr/>
    </dgm:pt>
    <dgm:pt modelId="{0F0AEBFD-6B20-4D67-8AAD-9B4DD47865E4}" type="pres">
      <dgm:prSet presAssocID="{B4A8C4F4-B889-445F-9767-9F2CF122F9F6}" presName="hierRoot1" presStyleCnt="0">
        <dgm:presLayoutVars>
          <dgm:hierBranch val="init"/>
        </dgm:presLayoutVars>
      </dgm:prSet>
      <dgm:spPr/>
    </dgm:pt>
    <dgm:pt modelId="{7E389373-FA65-4BF0-955F-891404FD6600}" type="pres">
      <dgm:prSet presAssocID="{B4A8C4F4-B889-445F-9767-9F2CF122F9F6}" presName="rootComposite1" presStyleCnt="0"/>
      <dgm:spPr/>
    </dgm:pt>
    <dgm:pt modelId="{F458CB7A-9652-49EF-9F59-D5B829C12050}" type="pres">
      <dgm:prSet presAssocID="{B4A8C4F4-B889-445F-9767-9F2CF122F9F6}" presName="rootText1" presStyleLbl="node0" presStyleIdx="0" presStyleCnt="2">
        <dgm:presLayoutVars>
          <dgm:chPref val="3"/>
        </dgm:presLayoutVars>
      </dgm:prSet>
      <dgm:spPr/>
    </dgm:pt>
    <dgm:pt modelId="{3D7FD31D-E41F-4C7B-BB03-49C7AF80F77C}" type="pres">
      <dgm:prSet presAssocID="{B4A8C4F4-B889-445F-9767-9F2CF122F9F6}" presName="rootConnector1" presStyleLbl="node1" presStyleIdx="0" presStyleCnt="0"/>
      <dgm:spPr/>
    </dgm:pt>
    <dgm:pt modelId="{3B3C1C60-5656-4A53-8141-ED4311884C09}" type="pres">
      <dgm:prSet presAssocID="{B4A8C4F4-B889-445F-9767-9F2CF122F9F6}" presName="hierChild2" presStyleCnt="0"/>
      <dgm:spPr/>
    </dgm:pt>
    <dgm:pt modelId="{16100615-2D9C-4813-836B-B5A1FF532420}" type="pres">
      <dgm:prSet presAssocID="{91DB1693-A619-4E7B-917F-AA9499197A09}" presName="Name64" presStyleLbl="parChTrans1D2" presStyleIdx="0" presStyleCnt="6"/>
      <dgm:spPr/>
    </dgm:pt>
    <dgm:pt modelId="{2B1937A1-D279-4E38-9B5D-4E7C78D56258}" type="pres">
      <dgm:prSet presAssocID="{1A757BBA-F637-46F2-BC54-4FB2763B4531}" presName="hierRoot2" presStyleCnt="0">
        <dgm:presLayoutVars>
          <dgm:hierBranch val="init"/>
        </dgm:presLayoutVars>
      </dgm:prSet>
      <dgm:spPr/>
    </dgm:pt>
    <dgm:pt modelId="{0C6434A7-E144-47B6-B924-CCF8FBF89ADC}" type="pres">
      <dgm:prSet presAssocID="{1A757BBA-F637-46F2-BC54-4FB2763B4531}" presName="rootComposite" presStyleCnt="0"/>
      <dgm:spPr/>
    </dgm:pt>
    <dgm:pt modelId="{FCBD82FC-E7CA-4276-8D4E-A912B37161CF}" type="pres">
      <dgm:prSet presAssocID="{1A757BBA-F637-46F2-BC54-4FB2763B4531}" presName="rootText" presStyleLbl="node2" presStyleIdx="0" presStyleCnt="6">
        <dgm:presLayoutVars>
          <dgm:chPref val="3"/>
        </dgm:presLayoutVars>
      </dgm:prSet>
      <dgm:spPr/>
    </dgm:pt>
    <dgm:pt modelId="{758EB6ED-1344-4C08-9FE7-646B704D71D3}" type="pres">
      <dgm:prSet presAssocID="{1A757BBA-F637-46F2-BC54-4FB2763B4531}" presName="rootConnector" presStyleLbl="node2" presStyleIdx="0" presStyleCnt="6"/>
      <dgm:spPr/>
    </dgm:pt>
    <dgm:pt modelId="{1D5C3BE8-2A99-48BA-B703-D0E93F15852D}" type="pres">
      <dgm:prSet presAssocID="{1A757BBA-F637-46F2-BC54-4FB2763B4531}" presName="hierChild4" presStyleCnt="0"/>
      <dgm:spPr/>
    </dgm:pt>
    <dgm:pt modelId="{B19F3042-2320-4187-AB05-150C0E73DF52}" type="pres">
      <dgm:prSet presAssocID="{1A757BBA-F637-46F2-BC54-4FB2763B4531}" presName="hierChild5" presStyleCnt="0"/>
      <dgm:spPr/>
    </dgm:pt>
    <dgm:pt modelId="{52A4D2EF-F0CC-40D1-9937-48B586C2FFAF}" type="pres">
      <dgm:prSet presAssocID="{C38A2B5C-7419-4449-BED6-FCD2A9AFA953}" presName="Name64" presStyleLbl="parChTrans1D2" presStyleIdx="1" presStyleCnt="6"/>
      <dgm:spPr/>
    </dgm:pt>
    <dgm:pt modelId="{293C6D12-ADCD-4609-B248-941E9431DF2C}" type="pres">
      <dgm:prSet presAssocID="{81D48807-0127-4FF1-AA44-8F24B619CA88}" presName="hierRoot2" presStyleCnt="0">
        <dgm:presLayoutVars>
          <dgm:hierBranch val="init"/>
        </dgm:presLayoutVars>
      </dgm:prSet>
      <dgm:spPr/>
    </dgm:pt>
    <dgm:pt modelId="{F6B3126F-82CB-4246-B704-134F71FCC061}" type="pres">
      <dgm:prSet presAssocID="{81D48807-0127-4FF1-AA44-8F24B619CA88}" presName="rootComposite" presStyleCnt="0"/>
      <dgm:spPr/>
    </dgm:pt>
    <dgm:pt modelId="{062EF780-8326-422B-8541-2813DB76F855}" type="pres">
      <dgm:prSet presAssocID="{81D48807-0127-4FF1-AA44-8F24B619CA88}" presName="rootText" presStyleLbl="node2" presStyleIdx="1" presStyleCnt="6">
        <dgm:presLayoutVars>
          <dgm:chPref val="3"/>
        </dgm:presLayoutVars>
      </dgm:prSet>
      <dgm:spPr/>
    </dgm:pt>
    <dgm:pt modelId="{6B9B65AF-EA07-41DC-943E-3CC3494BA8EC}" type="pres">
      <dgm:prSet presAssocID="{81D48807-0127-4FF1-AA44-8F24B619CA88}" presName="rootConnector" presStyleLbl="node2" presStyleIdx="1" presStyleCnt="6"/>
      <dgm:spPr/>
    </dgm:pt>
    <dgm:pt modelId="{0B8D7AD1-97C8-435C-A261-7D694E1BF9C5}" type="pres">
      <dgm:prSet presAssocID="{81D48807-0127-4FF1-AA44-8F24B619CA88}" presName="hierChild4" presStyleCnt="0"/>
      <dgm:spPr/>
    </dgm:pt>
    <dgm:pt modelId="{F69F55F0-E0FE-44F9-B3E1-4EBE2D945781}" type="pres">
      <dgm:prSet presAssocID="{81D48807-0127-4FF1-AA44-8F24B619CA88}" presName="hierChild5" presStyleCnt="0"/>
      <dgm:spPr/>
    </dgm:pt>
    <dgm:pt modelId="{E3F4BAF8-D3D4-4C06-B101-5BFDF81B26E7}" type="pres">
      <dgm:prSet presAssocID="{5C4733E2-7B76-4E11-98FE-9F588DA0672C}" presName="Name64" presStyleLbl="parChTrans1D2" presStyleIdx="2" presStyleCnt="6"/>
      <dgm:spPr/>
    </dgm:pt>
    <dgm:pt modelId="{253BB963-5C8F-479B-A035-C1762F605CCC}" type="pres">
      <dgm:prSet presAssocID="{2CDE5A5E-AD0B-40F3-A755-AD7261722F36}" presName="hierRoot2" presStyleCnt="0">
        <dgm:presLayoutVars>
          <dgm:hierBranch val="init"/>
        </dgm:presLayoutVars>
      </dgm:prSet>
      <dgm:spPr/>
    </dgm:pt>
    <dgm:pt modelId="{BA7151F7-3EC0-431A-886B-4C98E9CFBCAA}" type="pres">
      <dgm:prSet presAssocID="{2CDE5A5E-AD0B-40F3-A755-AD7261722F36}" presName="rootComposite" presStyleCnt="0"/>
      <dgm:spPr/>
    </dgm:pt>
    <dgm:pt modelId="{D5148808-43CE-4A7E-944E-A59F0D47719C}" type="pres">
      <dgm:prSet presAssocID="{2CDE5A5E-AD0B-40F3-A755-AD7261722F36}" presName="rootText" presStyleLbl="node2" presStyleIdx="2" presStyleCnt="6">
        <dgm:presLayoutVars>
          <dgm:chPref val="3"/>
        </dgm:presLayoutVars>
      </dgm:prSet>
      <dgm:spPr/>
    </dgm:pt>
    <dgm:pt modelId="{4208E491-96EB-4138-8D19-70448FBE2437}" type="pres">
      <dgm:prSet presAssocID="{2CDE5A5E-AD0B-40F3-A755-AD7261722F36}" presName="rootConnector" presStyleLbl="node2" presStyleIdx="2" presStyleCnt="6"/>
      <dgm:spPr/>
    </dgm:pt>
    <dgm:pt modelId="{57994689-3131-4746-8B9F-BC37A54C59B5}" type="pres">
      <dgm:prSet presAssocID="{2CDE5A5E-AD0B-40F3-A755-AD7261722F36}" presName="hierChild4" presStyleCnt="0"/>
      <dgm:spPr/>
    </dgm:pt>
    <dgm:pt modelId="{61B09380-F302-4266-B7A9-846074A7EA76}" type="pres">
      <dgm:prSet presAssocID="{2CDE5A5E-AD0B-40F3-A755-AD7261722F36}" presName="hierChild5" presStyleCnt="0"/>
      <dgm:spPr/>
    </dgm:pt>
    <dgm:pt modelId="{96FC0FD9-6AD7-49C5-8B90-DE7E339D59BA}" type="pres">
      <dgm:prSet presAssocID="{B4A8C4F4-B889-445F-9767-9F2CF122F9F6}" presName="hierChild3" presStyleCnt="0"/>
      <dgm:spPr/>
    </dgm:pt>
    <dgm:pt modelId="{DB168018-BE58-407E-AE3D-13901C54D202}" type="pres">
      <dgm:prSet presAssocID="{7A3D681B-79AD-4506-86CC-9C1638B58F32}" presName="hierRoot1" presStyleCnt="0">
        <dgm:presLayoutVars>
          <dgm:hierBranch val="init"/>
        </dgm:presLayoutVars>
      </dgm:prSet>
      <dgm:spPr/>
    </dgm:pt>
    <dgm:pt modelId="{061DA985-15C5-44E9-A524-96ADBB3F42F3}" type="pres">
      <dgm:prSet presAssocID="{7A3D681B-79AD-4506-86CC-9C1638B58F32}" presName="rootComposite1" presStyleCnt="0"/>
      <dgm:spPr/>
    </dgm:pt>
    <dgm:pt modelId="{482C4049-5C2F-4B0D-8B91-CBB85F97B8CF}" type="pres">
      <dgm:prSet presAssocID="{7A3D681B-79AD-4506-86CC-9C1638B58F32}" presName="rootText1" presStyleLbl="node0" presStyleIdx="1" presStyleCnt="2">
        <dgm:presLayoutVars>
          <dgm:chPref val="3"/>
        </dgm:presLayoutVars>
      </dgm:prSet>
      <dgm:spPr/>
    </dgm:pt>
    <dgm:pt modelId="{156993AF-E294-48DD-ADBC-D5B760345B90}" type="pres">
      <dgm:prSet presAssocID="{7A3D681B-79AD-4506-86CC-9C1638B58F32}" presName="rootConnector1" presStyleLbl="node1" presStyleIdx="0" presStyleCnt="0"/>
      <dgm:spPr/>
    </dgm:pt>
    <dgm:pt modelId="{060EF036-7C85-4819-A677-3CF8ED1CCBF7}" type="pres">
      <dgm:prSet presAssocID="{7A3D681B-79AD-4506-86CC-9C1638B58F32}" presName="hierChild2" presStyleCnt="0"/>
      <dgm:spPr/>
    </dgm:pt>
    <dgm:pt modelId="{B5FFA200-6B87-44B2-817D-618CBFF505E8}" type="pres">
      <dgm:prSet presAssocID="{BAD0873F-A4C5-4263-920C-4A032F3B40DD}" presName="Name64" presStyleLbl="parChTrans1D2" presStyleIdx="3" presStyleCnt="6"/>
      <dgm:spPr/>
    </dgm:pt>
    <dgm:pt modelId="{18E9AB7F-0052-4B92-A4B4-F70F72A285B0}" type="pres">
      <dgm:prSet presAssocID="{E18DD109-1B8A-40A4-8E20-EE86F976DEAC}" presName="hierRoot2" presStyleCnt="0">
        <dgm:presLayoutVars>
          <dgm:hierBranch val="init"/>
        </dgm:presLayoutVars>
      </dgm:prSet>
      <dgm:spPr/>
    </dgm:pt>
    <dgm:pt modelId="{845DA536-0A44-44B6-A3B4-2989392DE858}" type="pres">
      <dgm:prSet presAssocID="{E18DD109-1B8A-40A4-8E20-EE86F976DEAC}" presName="rootComposite" presStyleCnt="0"/>
      <dgm:spPr/>
    </dgm:pt>
    <dgm:pt modelId="{3CE263F4-6E15-4D1B-BAB8-6473AF2F8843}" type="pres">
      <dgm:prSet presAssocID="{E18DD109-1B8A-40A4-8E20-EE86F976DEAC}" presName="rootText" presStyleLbl="node2" presStyleIdx="3" presStyleCnt="6">
        <dgm:presLayoutVars>
          <dgm:chPref val="3"/>
        </dgm:presLayoutVars>
      </dgm:prSet>
      <dgm:spPr/>
    </dgm:pt>
    <dgm:pt modelId="{452E8D26-0300-4434-81E1-AE683A308956}" type="pres">
      <dgm:prSet presAssocID="{E18DD109-1B8A-40A4-8E20-EE86F976DEAC}" presName="rootConnector" presStyleLbl="node2" presStyleIdx="3" presStyleCnt="6"/>
      <dgm:spPr/>
    </dgm:pt>
    <dgm:pt modelId="{FA7F132C-9FB4-47BA-A6C9-EF9C3EF9C5C4}" type="pres">
      <dgm:prSet presAssocID="{E18DD109-1B8A-40A4-8E20-EE86F976DEAC}" presName="hierChild4" presStyleCnt="0"/>
      <dgm:spPr/>
    </dgm:pt>
    <dgm:pt modelId="{6F14C9C8-0943-4201-99E5-5652B350094D}" type="pres">
      <dgm:prSet presAssocID="{E18DD109-1B8A-40A4-8E20-EE86F976DEAC}" presName="hierChild5" presStyleCnt="0"/>
      <dgm:spPr/>
    </dgm:pt>
    <dgm:pt modelId="{BBBAA523-D314-4FF6-AB7B-B25E8A7BE1CA}" type="pres">
      <dgm:prSet presAssocID="{901BB6D2-6D31-4178-A8A3-DB8A377167DF}" presName="Name64" presStyleLbl="parChTrans1D2" presStyleIdx="4" presStyleCnt="6"/>
      <dgm:spPr/>
    </dgm:pt>
    <dgm:pt modelId="{2366DFDC-34DD-416F-926C-1F8D53DC51AB}" type="pres">
      <dgm:prSet presAssocID="{E31F4BE3-7BD7-4CA8-9F05-1457DDAB0760}" presName="hierRoot2" presStyleCnt="0">
        <dgm:presLayoutVars>
          <dgm:hierBranch val="init"/>
        </dgm:presLayoutVars>
      </dgm:prSet>
      <dgm:spPr/>
    </dgm:pt>
    <dgm:pt modelId="{CE1F8657-C8F9-4D06-B286-C6A913BEBD35}" type="pres">
      <dgm:prSet presAssocID="{E31F4BE3-7BD7-4CA8-9F05-1457DDAB0760}" presName="rootComposite" presStyleCnt="0"/>
      <dgm:spPr/>
    </dgm:pt>
    <dgm:pt modelId="{0097FCB3-66D8-46BE-AAEF-949C21B87FC2}" type="pres">
      <dgm:prSet presAssocID="{E31F4BE3-7BD7-4CA8-9F05-1457DDAB0760}" presName="rootText" presStyleLbl="node2" presStyleIdx="4" presStyleCnt="6">
        <dgm:presLayoutVars>
          <dgm:chPref val="3"/>
        </dgm:presLayoutVars>
      </dgm:prSet>
      <dgm:spPr/>
    </dgm:pt>
    <dgm:pt modelId="{3940CD7A-14C9-4B2C-9B6D-D3D48A9BA6DD}" type="pres">
      <dgm:prSet presAssocID="{E31F4BE3-7BD7-4CA8-9F05-1457DDAB0760}" presName="rootConnector" presStyleLbl="node2" presStyleIdx="4" presStyleCnt="6"/>
      <dgm:spPr/>
    </dgm:pt>
    <dgm:pt modelId="{2DF78AC0-4366-46B2-97C1-5CEF05CE4F4A}" type="pres">
      <dgm:prSet presAssocID="{E31F4BE3-7BD7-4CA8-9F05-1457DDAB0760}" presName="hierChild4" presStyleCnt="0"/>
      <dgm:spPr/>
    </dgm:pt>
    <dgm:pt modelId="{89F265AF-3B88-446F-A138-7C4DE16EEBC7}" type="pres">
      <dgm:prSet presAssocID="{E31F4BE3-7BD7-4CA8-9F05-1457DDAB0760}" presName="hierChild5" presStyleCnt="0"/>
      <dgm:spPr/>
    </dgm:pt>
    <dgm:pt modelId="{3E9582BF-D2F2-40FB-AB16-1B852F60C7B7}" type="pres">
      <dgm:prSet presAssocID="{30D85587-49D5-489B-A036-1F1316EBC304}" presName="Name64" presStyleLbl="parChTrans1D2" presStyleIdx="5" presStyleCnt="6"/>
      <dgm:spPr/>
    </dgm:pt>
    <dgm:pt modelId="{96579B5A-C15E-4A96-90D7-C06EEE0E6551}" type="pres">
      <dgm:prSet presAssocID="{B98B545E-5985-40BA-ABBC-BEB428D82560}" presName="hierRoot2" presStyleCnt="0">
        <dgm:presLayoutVars>
          <dgm:hierBranch val="init"/>
        </dgm:presLayoutVars>
      </dgm:prSet>
      <dgm:spPr/>
    </dgm:pt>
    <dgm:pt modelId="{062B07EA-51EF-4163-BAB0-6E4661990E46}" type="pres">
      <dgm:prSet presAssocID="{B98B545E-5985-40BA-ABBC-BEB428D82560}" presName="rootComposite" presStyleCnt="0"/>
      <dgm:spPr/>
    </dgm:pt>
    <dgm:pt modelId="{9D7B7B6D-A857-4235-B817-A1FC9C6425E4}" type="pres">
      <dgm:prSet presAssocID="{B98B545E-5985-40BA-ABBC-BEB428D82560}" presName="rootText" presStyleLbl="node2" presStyleIdx="5" presStyleCnt="6">
        <dgm:presLayoutVars>
          <dgm:chPref val="3"/>
        </dgm:presLayoutVars>
      </dgm:prSet>
      <dgm:spPr/>
    </dgm:pt>
    <dgm:pt modelId="{753BE147-5E0C-4060-87DE-03E4AA8F05BE}" type="pres">
      <dgm:prSet presAssocID="{B98B545E-5985-40BA-ABBC-BEB428D82560}" presName="rootConnector" presStyleLbl="node2" presStyleIdx="5" presStyleCnt="6"/>
      <dgm:spPr/>
    </dgm:pt>
    <dgm:pt modelId="{951D62F7-23CD-47F9-B874-AC0E3E271502}" type="pres">
      <dgm:prSet presAssocID="{B98B545E-5985-40BA-ABBC-BEB428D82560}" presName="hierChild4" presStyleCnt="0"/>
      <dgm:spPr/>
    </dgm:pt>
    <dgm:pt modelId="{79B12FEA-FD6E-4796-A744-4A7874AE9FA9}" type="pres">
      <dgm:prSet presAssocID="{B98B545E-5985-40BA-ABBC-BEB428D82560}" presName="hierChild5" presStyleCnt="0"/>
      <dgm:spPr/>
    </dgm:pt>
    <dgm:pt modelId="{DCCA5BB8-367C-4C19-9668-97A945ACE6F1}" type="pres">
      <dgm:prSet presAssocID="{7A3D681B-79AD-4506-86CC-9C1638B58F32}" presName="hierChild3" presStyleCnt="0"/>
      <dgm:spPr/>
    </dgm:pt>
  </dgm:ptLst>
  <dgm:cxnLst>
    <dgm:cxn modelId="{223E0B14-9E3C-488A-89F3-994AC28D60C6}" type="presOf" srcId="{B4A8C4F4-B889-445F-9767-9F2CF122F9F6}" destId="{3D7FD31D-E41F-4C7B-BB03-49C7AF80F77C}" srcOrd="1" destOrd="0" presId="urn:microsoft.com/office/officeart/2009/3/layout/HorizontalOrganizationChart"/>
    <dgm:cxn modelId="{A2DAB31E-D832-4EAD-B451-D8BA8F97D5D4}" type="presOf" srcId="{7A3D681B-79AD-4506-86CC-9C1638B58F32}" destId="{156993AF-E294-48DD-ADBC-D5B760345B90}" srcOrd="1" destOrd="0" presId="urn:microsoft.com/office/officeart/2009/3/layout/HorizontalOrganizationChart"/>
    <dgm:cxn modelId="{8D372F29-84BE-4B41-82D1-8952ECAD5C79}" type="presOf" srcId="{E31F4BE3-7BD7-4CA8-9F05-1457DDAB0760}" destId="{3940CD7A-14C9-4B2C-9B6D-D3D48A9BA6DD}" srcOrd="1" destOrd="0" presId="urn:microsoft.com/office/officeart/2009/3/layout/HorizontalOrganizationChart"/>
    <dgm:cxn modelId="{A3170531-41BE-4A48-9FB7-029B013F652B}" type="presOf" srcId="{E18DD109-1B8A-40A4-8E20-EE86F976DEAC}" destId="{3CE263F4-6E15-4D1B-BAB8-6473AF2F8843}" srcOrd="0" destOrd="0" presId="urn:microsoft.com/office/officeart/2009/3/layout/HorizontalOrganizationChart"/>
    <dgm:cxn modelId="{2A1DCF3D-CE1C-4B3B-8207-277C6F58E556}" srcId="{7A3D681B-79AD-4506-86CC-9C1638B58F32}" destId="{E18DD109-1B8A-40A4-8E20-EE86F976DEAC}" srcOrd="0" destOrd="0" parTransId="{BAD0873F-A4C5-4263-920C-4A032F3B40DD}" sibTransId="{77AF7C4F-2BCF-4696-A327-0A03A5362FBC}"/>
    <dgm:cxn modelId="{F6891C6A-1C45-4642-B0F6-E9686F414E8A}" type="presOf" srcId="{B98B545E-5985-40BA-ABBC-BEB428D82560}" destId="{9D7B7B6D-A857-4235-B817-A1FC9C6425E4}" srcOrd="0" destOrd="0" presId="urn:microsoft.com/office/officeart/2009/3/layout/HorizontalOrganizationChart"/>
    <dgm:cxn modelId="{7D7B756E-F27D-4468-B539-B4940889CF97}" type="presOf" srcId="{30D85587-49D5-489B-A036-1F1316EBC304}" destId="{3E9582BF-D2F2-40FB-AB16-1B852F60C7B7}" srcOrd="0" destOrd="0" presId="urn:microsoft.com/office/officeart/2009/3/layout/HorizontalOrganizationChart"/>
    <dgm:cxn modelId="{A2788073-6D50-43D8-9DF3-9929276A8E90}" type="presOf" srcId="{7A3D681B-79AD-4506-86CC-9C1638B58F32}" destId="{482C4049-5C2F-4B0D-8B91-CBB85F97B8CF}" srcOrd="0" destOrd="0" presId="urn:microsoft.com/office/officeart/2009/3/layout/HorizontalOrganizationChart"/>
    <dgm:cxn modelId="{DC0EF57C-7482-4092-B5CE-EAA202A98DE5}" type="presOf" srcId="{81D48807-0127-4FF1-AA44-8F24B619CA88}" destId="{6B9B65AF-EA07-41DC-943E-3CC3494BA8EC}" srcOrd="1" destOrd="0" presId="urn:microsoft.com/office/officeart/2009/3/layout/HorizontalOrganizationChart"/>
    <dgm:cxn modelId="{1436D788-65C5-43D4-9846-4B09364055EC}" srcId="{7A3D681B-79AD-4506-86CC-9C1638B58F32}" destId="{E31F4BE3-7BD7-4CA8-9F05-1457DDAB0760}" srcOrd="1" destOrd="0" parTransId="{901BB6D2-6D31-4178-A8A3-DB8A377167DF}" sibTransId="{26065746-446E-42A1-B0ED-F394E12756DF}"/>
    <dgm:cxn modelId="{F7F4EC8E-D207-47C7-9424-F41973168CD9}" type="presOf" srcId="{901BB6D2-6D31-4178-A8A3-DB8A377167DF}" destId="{BBBAA523-D314-4FF6-AB7B-B25E8A7BE1CA}" srcOrd="0" destOrd="0" presId="urn:microsoft.com/office/officeart/2009/3/layout/HorizontalOrganizationChart"/>
    <dgm:cxn modelId="{1656BB92-CF4B-4E6B-BE96-4D911E36D0E2}" srcId="{EB9F3F7B-90DF-4480-9BB1-AA9A070D451C}" destId="{7A3D681B-79AD-4506-86CC-9C1638B58F32}" srcOrd="1" destOrd="0" parTransId="{84FE2861-9C40-47D0-B39B-B82350C4C28B}" sibTransId="{10D0B6D8-8349-4028-A63E-FF193F7315A9}"/>
    <dgm:cxn modelId="{B3123094-0E73-4C5A-880F-C9DF17DC679A}" type="presOf" srcId="{E31F4BE3-7BD7-4CA8-9F05-1457DDAB0760}" destId="{0097FCB3-66D8-46BE-AAEF-949C21B87FC2}" srcOrd="0" destOrd="0" presId="urn:microsoft.com/office/officeart/2009/3/layout/HorizontalOrganizationChart"/>
    <dgm:cxn modelId="{F421CD99-2D65-4B2F-9A73-FBEC38E1EBA6}" type="presOf" srcId="{1A757BBA-F637-46F2-BC54-4FB2763B4531}" destId="{FCBD82FC-E7CA-4276-8D4E-A912B37161CF}" srcOrd="0" destOrd="0" presId="urn:microsoft.com/office/officeart/2009/3/layout/HorizontalOrganizationChart"/>
    <dgm:cxn modelId="{C0DE269A-15C1-4E57-8010-01897F47B64D}" type="presOf" srcId="{B4A8C4F4-B889-445F-9767-9F2CF122F9F6}" destId="{F458CB7A-9652-49EF-9F59-D5B829C12050}" srcOrd="0" destOrd="0" presId="urn:microsoft.com/office/officeart/2009/3/layout/HorizontalOrganizationChart"/>
    <dgm:cxn modelId="{E0A74D9C-A250-45DB-85C4-C481A5F0A60A}" type="presOf" srcId="{BAD0873F-A4C5-4263-920C-4A032F3B40DD}" destId="{B5FFA200-6B87-44B2-817D-618CBFF505E8}" srcOrd="0" destOrd="0" presId="urn:microsoft.com/office/officeart/2009/3/layout/HorizontalOrganizationChart"/>
    <dgm:cxn modelId="{863B929E-8280-4621-ABC3-154F1082DD96}" type="presOf" srcId="{E18DD109-1B8A-40A4-8E20-EE86F976DEAC}" destId="{452E8D26-0300-4434-81E1-AE683A308956}" srcOrd="1" destOrd="0" presId="urn:microsoft.com/office/officeart/2009/3/layout/HorizontalOrganizationChart"/>
    <dgm:cxn modelId="{343B2AA4-7C0C-48E3-9611-9256CF2ECCD7}" srcId="{B4A8C4F4-B889-445F-9767-9F2CF122F9F6}" destId="{2CDE5A5E-AD0B-40F3-A755-AD7261722F36}" srcOrd="2" destOrd="0" parTransId="{5C4733E2-7B76-4E11-98FE-9F588DA0672C}" sibTransId="{06E43687-942D-412F-B575-E062A7CE541E}"/>
    <dgm:cxn modelId="{343C6EA5-AE60-47E9-BC99-FA3E7124B4F0}" srcId="{B4A8C4F4-B889-445F-9767-9F2CF122F9F6}" destId="{1A757BBA-F637-46F2-BC54-4FB2763B4531}" srcOrd="0" destOrd="0" parTransId="{91DB1693-A619-4E7B-917F-AA9499197A09}" sibTransId="{48B23055-A771-4EC1-8D17-0AC9D1578B41}"/>
    <dgm:cxn modelId="{00C692B0-08DB-4AB9-A99B-4EC1707940C7}" srcId="{7A3D681B-79AD-4506-86CC-9C1638B58F32}" destId="{B98B545E-5985-40BA-ABBC-BEB428D82560}" srcOrd="2" destOrd="0" parTransId="{30D85587-49D5-489B-A036-1F1316EBC304}" sibTransId="{1CEC1B9E-A4B2-42BB-B536-97CB302DB2F1}"/>
    <dgm:cxn modelId="{E41391B3-9106-4C92-97BB-FF7AA337E1A6}" type="presOf" srcId="{2CDE5A5E-AD0B-40F3-A755-AD7261722F36}" destId="{D5148808-43CE-4A7E-944E-A59F0D47719C}" srcOrd="0" destOrd="0" presId="urn:microsoft.com/office/officeart/2009/3/layout/HorizontalOrganizationChart"/>
    <dgm:cxn modelId="{B5BE2EB7-EEF6-4DD6-AC13-8B463ACD7DD9}" type="presOf" srcId="{1A757BBA-F637-46F2-BC54-4FB2763B4531}" destId="{758EB6ED-1344-4C08-9FE7-646B704D71D3}" srcOrd="1" destOrd="0" presId="urn:microsoft.com/office/officeart/2009/3/layout/HorizontalOrganizationChart"/>
    <dgm:cxn modelId="{BE6C97BA-AF9A-43D3-8A98-04E12508F347}" srcId="{B4A8C4F4-B889-445F-9767-9F2CF122F9F6}" destId="{81D48807-0127-4FF1-AA44-8F24B619CA88}" srcOrd="1" destOrd="0" parTransId="{C38A2B5C-7419-4449-BED6-FCD2A9AFA953}" sibTransId="{026D12D3-B09A-4F78-9B4D-F41DF1A6AF73}"/>
    <dgm:cxn modelId="{65CC19D2-1D87-4435-BA7F-2764EFD3E0E5}" type="presOf" srcId="{81D48807-0127-4FF1-AA44-8F24B619CA88}" destId="{062EF780-8326-422B-8541-2813DB76F855}" srcOrd="0" destOrd="0" presId="urn:microsoft.com/office/officeart/2009/3/layout/HorizontalOrganizationChart"/>
    <dgm:cxn modelId="{B0DBB3D2-A511-4AC5-B02C-B9A0C4F605BD}" type="presOf" srcId="{B98B545E-5985-40BA-ABBC-BEB428D82560}" destId="{753BE147-5E0C-4060-87DE-03E4AA8F05BE}" srcOrd="1" destOrd="0" presId="urn:microsoft.com/office/officeart/2009/3/layout/HorizontalOrganizationChart"/>
    <dgm:cxn modelId="{CA4F2ED5-9312-4C68-9326-131F86362606}" type="presOf" srcId="{91DB1693-A619-4E7B-917F-AA9499197A09}" destId="{16100615-2D9C-4813-836B-B5A1FF532420}" srcOrd="0" destOrd="0" presId="urn:microsoft.com/office/officeart/2009/3/layout/HorizontalOrganizationChart"/>
    <dgm:cxn modelId="{596DF0D9-C37B-48B5-8510-30A1E555B21D}" type="presOf" srcId="{2CDE5A5E-AD0B-40F3-A755-AD7261722F36}" destId="{4208E491-96EB-4138-8D19-70448FBE2437}" srcOrd="1" destOrd="0" presId="urn:microsoft.com/office/officeart/2009/3/layout/HorizontalOrganizationChart"/>
    <dgm:cxn modelId="{0DB972EE-FF7C-4842-AE8C-6A00D79039BA}" srcId="{EB9F3F7B-90DF-4480-9BB1-AA9A070D451C}" destId="{B4A8C4F4-B889-445F-9767-9F2CF122F9F6}" srcOrd="0" destOrd="0" parTransId="{584A79E3-EC66-4675-A428-5CF68D6DADC8}" sibTransId="{E1A82C9F-552A-4A01-8281-91F5BDE66654}"/>
    <dgm:cxn modelId="{8AF035F2-2D2E-436E-91E2-AB0409F89343}" type="presOf" srcId="{5C4733E2-7B76-4E11-98FE-9F588DA0672C}" destId="{E3F4BAF8-D3D4-4C06-B101-5BFDF81B26E7}" srcOrd="0" destOrd="0" presId="urn:microsoft.com/office/officeart/2009/3/layout/HorizontalOrganizationChart"/>
    <dgm:cxn modelId="{60806BF5-0276-44BB-A608-2E9075CC0F15}" type="presOf" srcId="{C38A2B5C-7419-4449-BED6-FCD2A9AFA953}" destId="{52A4D2EF-F0CC-40D1-9937-48B586C2FFAF}" srcOrd="0" destOrd="0" presId="urn:microsoft.com/office/officeart/2009/3/layout/HorizontalOrganizationChart"/>
    <dgm:cxn modelId="{D68529F8-236A-4D1A-AF12-E2971FC497D4}" type="presOf" srcId="{EB9F3F7B-90DF-4480-9BB1-AA9A070D451C}" destId="{2B5C716F-A278-4327-9163-3D24082A26BC}" srcOrd="0" destOrd="0" presId="urn:microsoft.com/office/officeart/2009/3/layout/HorizontalOrganizationChart"/>
    <dgm:cxn modelId="{ECAFA560-4047-43E7-8EEE-A3B13F04C7B5}" type="presParOf" srcId="{2B5C716F-A278-4327-9163-3D24082A26BC}" destId="{0F0AEBFD-6B20-4D67-8AAD-9B4DD47865E4}" srcOrd="0" destOrd="0" presId="urn:microsoft.com/office/officeart/2009/3/layout/HorizontalOrganizationChart"/>
    <dgm:cxn modelId="{1A804851-82C4-406E-93E4-8980D8E02E59}" type="presParOf" srcId="{0F0AEBFD-6B20-4D67-8AAD-9B4DD47865E4}" destId="{7E389373-FA65-4BF0-955F-891404FD6600}" srcOrd="0" destOrd="0" presId="urn:microsoft.com/office/officeart/2009/3/layout/HorizontalOrganizationChart"/>
    <dgm:cxn modelId="{C3926A92-0CAC-4FCA-B484-EEB53A6AA36C}" type="presParOf" srcId="{7E389373-FA65-4BF0-955F-891404FD6600}" destId="{F458CB7A-9652-49EF-9F59-D5B829C12050}" srcOrd="0" destOrd="0" presId="urn:microsoft.com/office/officeart/2009/3/layout/HorizontalOrganizationChart"/>
    <dgm:cxn modelId="{DB3BFF3E-95EC-4513-8D74-58E712B34B79}" type="presParOf" srcId="{7E389373-FA65-4BF0-955F-891404FD6600}" destId="{3D7FD31D-E41F-4C7B-BB03-49C7AF80F77C}" srcOrd="1" destOrd="0" presId="urn:microsoft.com/office/officeart/2009/3/layout/HorizontalOrganizationChart"/>
    <dgm:cxn modelId="{28A597BE-170D-48DB-8F0C-EE62FF36EF41}" type="presParOf" srcId="{0F0AEBFD-6B20-4D67-8AAD-9B4DD47865E4}" destId="{3B3C1C60-5656-4A53-8141-ED4311884C09}" srcOrd="1" destOrd="0" presId="urn:microsoft.com/office/officeart/2009/3/layout/HorizontalOrganizationChart"/>
    <dgm:cxn modelId="{5CCCD73B-0379-40FC-82DA-2EF633120C8A}" type="presParOf" srcId="{3B3C1C60-5656-4A53-8141-ED4311884C09}" destId="{16100615-2D9C-4813-836B-B5A1FF532420}" srcOrd="0" destOrd="0" presId="urn:microsoft.com/office/officeart/2009/3/layout/HorizontalOrganizationChart"/>
    <dgm:cxn modelId="{ED64ADB9-F02B-4A0C-A794-21D8E4C700A7}" type="presParOf" srcId="{3B3C1C60-5656-4A53-8141-ED4311884C09}" destId="{2B1937A1-D279-4E38-9B5D-4E7C78D56258}" srcOrd="1" destOrd="0" presId="urn:microsoft.com/office/officeart/2009/3/layout/HorizontalOrganizationChart"/>
    <dgm:cxn modelId="{34567BFB-9D58-48FD-9C86-535BFF9F3C36}" type="presParOf" srcId="{2B1937A1-D279-4E38-9B5D-4E7C78D56258}" destId="{0C6434A7-E144-47B6-B924-CCF8FBF89ADC}" srcOrd="0" destOrd="0" presId="urn:microsoft.com/office/officeart/2009/3/layout/HorizontalOrganizationChart"/>
    <dgm:cxn modelId="{35727F00-1210-46BB-817C-FEC3E6103E0B}" type="presParOf" srcId="{0C6434A7-E144-47B6-B924-CCF8FBF89ADC}" destId="{FCBD82FC-E7CA-4276-8D4E-A912B37161CF}" srcOrd="0" destOrd="0" presId="urn:microsoft.com/office/officeart/2009/3/layout/HorizontalOrganizationChart"/>
    <dgm:cxn modelId="{33B7EA48-B346-43D3-9151-A75D2C5BD6EB}" type="presParOf" srcId="{0C6434A7-E144-47B6-B924-CCF8FBF89ADC}" destId="{758EB6ED-1344-4C08-9FE7-646B704D71D3}" srcOrd="1" destOrd="0" presId="urn:microsoft.com/office/officeart/2009/3/layout/HorizontalOrganizationChart"/>
    <dgm:cxn modelId="{19FDDA13-16C7-4CDB-A0FB-A12A473C85E7}" type="presParOf" srcId="{2B1937A1-D279-4E38-9B5D-4E7C78D56258}" destId="{1D5C3BE8-2A99-48BA-B703-D0E93F15852D}" srcOrd="1" destOrd="0" presId="urn:microsoft.com/office/officeart/2009/3/layout/HorizontalOrganizationChart"/>
    <dgm:cxn modelId="{190C1898-B653-44FE-8DAE-028F913E6DBB}" type="presParOf" srcId="{2B1937A1-D279-4E38-9B5D-4E7C78D56258}" destId="{B19F3042-2320-4187-AB05-150C0E73DF52}" srcOrd="2" destOrd="0" presId="urn:microsoft.com/office/officeart/2009/3/layout/HorizontalOrganizationChart"/>
    <dgm:cxn modelId="{B8A3EE4D-7B58-4AB0-ACFB-ACB26B41F02E}" type="presParOf" srcId="{3B3C1C60-5656-4A53-8141-ED4311884C09}" destId="{52A4D2EF-F0CC-40D1-9937-48B586C2FFAF}" srcOrd="2" destOrd="0" presId="urn:microsoft.com/office/officeart/2009/3/layout/HorizontalOrganizationChart"/>
    <dgm:cxn modelId="{5B80979D-FF21-422E-B85C-E98B71968A7D}" type="presParOf" srcId="{3B3C1C60-5656-4A53-8141-ED4311884C09}" destId="{293C6D12-ADCD-4609-B248-941E9431DF2C}" srcOrd="3" destOrd="0" presId="urn:microsoft.com/office/officeart/2009/3/layout/HorizontalOrganizationChart"/>
    <dgm:cxn modelId="{C7C49143-6BAD-448B-AB72-69AB966638D8}" type="presParOf" srcId="{293C6D12-ADCD-4609-B248-941E9431DF2C}" destId="{F6B3126F-82CB-4246-B704-134F71FCC061}" srcOrd="0" destOrd="0" presId="urn:microsoft.com/office/officeart/2009/3/layout/HorizontalOrganizationChart"/>
    <dgm:cxn modelId="{E4A74299-DEE8-4987-8694-FC2B94D6276C}" type="presParOf" srcId="{F6B3126F-82CB-4246-B704-134F71FCC061}" destId="{062EF780-8326-422B-8541-2813DB76F855}" srcOrd="0" destOrd="0" presId="urn:microsoft.com/office/officeart/2009/3/layout/HorizontalOrganizationChart"/>
    <dgm:cxn modelId="{63694A43-0548-498D-89B3-9A7C4E6305C8}" type="presParOf" srcId="{F6B3126F-82CB-4246-B704-134F71FCC061}" destId="{6B9B65AF-EA07-41DC-943E-3CC3494BA8EC}" srcOrd="1" destOrd="0" presId="urn:microsoft.com/office/officeart/2009/3/layout/HorizontalOrganizationChart"/>
    <dgm:cxn modelId="{8A59F728-DCCF-484A-AFE3-54A434A89F8D}" type="presParOf" srcId="{293C6D12-ADCD-4609-B248-941E9431DF2C}" destId="{0B8D7AD1-97C8-435C-A261-7D694E1BF9C5}" srcOrd="1" destOrd="0" presId="urn:microsoft.com/office/officeart/2009/3/layout/HorizontalOrganizationChart"/>
    <dgm:cxn modelId="{C0789A1F-184D-4985-92EA-5DA3E5457A5E}" type="presParOf" srcId="{293C6D12-ADCD-4609-B248-941E9431DF2C}" destId="{F69F55F0-E0FE-44F9-B3E1-4EBE2D945781}" srcOrd="2" destOrd="0" presId="urn:microsoft.com/office/officeart/2009/3/layout/HorizontalOrganizationChart"/>
    <dgm:cxn modelId="{313709B4-BB7E-4876-BC20-4709A568A0FA}" type="presParOf" srcId="{3B3C1C60-5656-4A53-8141-ED4311884C09}" destId="{E3F4BAF8-D3D4-4C06-B101-5BFDF81B26E7}" srcOrd="4" destOrd="0" presId="urn:microsoft.com/office/officeart/2009/3/layout/HorizontalOrganizationChart"/>
    <dgm:cxn modelId="{711B7217-8C35-4C12-8E55-7AE6234FF0B8}" type="presParOf" srcId="{3B3C1C60-5656-4A53-8141-ED4311884C09}" destId="{253BB963-5C8F-479B-A035-C1762F605CCC}" srcOrd="5" destOrd="0" presId="urn:microsoft.com/office/officeart/2009/3/layout/HorizontalOrganizationChart"/>
    <dgm:cxn modelId="{C14D1640-9405-4229-9E49-999F5AC47F5A}" type="presParOf" srcId="{253BB963-5C8F-479B-A035-C1762F605CCC}" destId="{BA7151F7-3EC0-431A-886B-4C98E9CFBCAA}" srcOrd="0" destOrd="0" presId="urn:microsoft.com/office/officeart/2009/3/layout/HorizontalOrganizationChart"/>
    <dgm:cxn modelId="{9DD604B2-279B-4EF1-BA0A-3DEE0D0F5179}" type="presParOf" srcId="{BA7151F7-3EC0-431A-886B-4C98E9CFBCAA}" destId="{D5148808-43CE-4A7E-944E-A59F0D47719C}" srcOrd="0" destOrd="0" presId="urn:microsoft.com/office/officeart/2009/3/layout/HorizontalOrganizationChart"/>
    <dgm:cxn modelId="{9233FF1D-8226-4BA8-8DEA-4F8609067B56}" type="presParOf" srcId="{BA7151F7-3EC0-431A-886B-4C98E9CFBCAA}" destId="{4208E491-96EB-4138-8D19-70448FBE2437}" srcOrd="1" destOrd="0" presId="urn:microsoft.com/office/officeart/2009/3/layout/HorizontalOrganizationChart"/>
    <dgm:cxn modelId="{B7A1E708-55AD-44F9-9205-C02952AE1913}" type="presParOf" srcId="{253BB963-5C8F-479B-A035-C1762F605CCC}" destId="{57994689-3131-4746-8B9F-BC37A54C59B5}" srcOrd="1" destOrd="0" presId="urn:microsoft.com/office/officeart/2009/3/layout/HorizontalOrganizationChart"/>
    <dgm:cxn modelId="{105AC348-399B-4AAB-97DC-6F68542E746F}" type="presParOf" srcId="{253BB963-5C8F-479B-A035-C1762F605CCC}" destId="{61B09380-F302-4266-B7A9-846074A7EA76}" srcOrd="2" destOrd="0" presId="urn:microsoft.com/office/officeart/2009/3/layout/HorizontalOrganizationChart"/>
    <dgm:cxn modelId="{16FCE180-77C5-4DE4-B448-B82FE33E346A}" type="presParOf" srcId="{0F0AEBFD-6B20-4D67-8AAD-9B4DD47865E4}" destId="{96FC0FD9-6AD7-49C5-8B90-DE7E339D59BA}" srcOrd="2" destOrd="0" presId="urn:microsoft.com/office/officeart/2009/3/layout/HorizontalOrganizationChart"/>
    <dgm:cxn modelId="{F4DDD0C4-B8C3-43A6-849D-0B055D6F56F5}" type="presParOf" srcId="{2B5C716F-A278-4327-9163-3D24082A26BC}" destId="{DB168018-BE58-407E-AE3D-13901C54D202}" srcOrd="1" destOrd="0" presId="urn:microsoft.com/office/officeart/2009/3/layout/HorizontalOrganizationChart"/>
    <dgm:cxn modelId="{736449BB-041D-45AE-864B-3199AEEC9248}" type="presParOf" srcId="{DB168018-BE58-407E-AE3D-13901C54D202}" destId="{061DA985-15C5-44E9-A524-96ADBB3F42F3}" srcOrd="0" destOrd="0" presId="urn:microsoft.com/office/officeart/2009/3/layout/HorizontalOrganizationChart"/>
    <dgm:cxn modelId="{D71C1603-AC55-49C6-A80A-63A96E49750D}" type="presParOf" srcId="{061DA985-15C5-44E9-A524-96ADBB3F42F3}" destId="{482C4049-5C2F-4B0D-8B91-CBB85F97B8CF}" srcOrd="0" destOrd="0" presId="urn:microsoft.com/office/officeart/2009/3/layout/HorizontalOrganizationChart"/>
    <dgm:cxn modelId="{4CEB10BE-6692-4125-81CC-693861A12FAB}" type="presParOf" srcId="{061DA985-15C5-44E9-A524-96ADBB3F42F3}" destId="{156993AF-E294-48DD-ADBC-D5B760345B90}" srcOrd="1" destOrd="0" presId="urn:microsoft.com/office/officeart/2009/3/layout/HorizontalOrganizationChart"/>
    <dgm:cxn modelId="{6C8EE44F-54F9-49F2-B208-6C528C8C73FA}" type="presParOf" srcId="{DB168018-BE58-407E-AE3D-13901C54D202}" destId="{060EF036-7C85-4819-A677-3CF8ED1CCBF7}" srcOrd="1" destOrd="0" presId="urn:microsoft.com/office/officeart/2009/3/layout/HorizontalOrganizationChart"/>
    <dgm:cxn modelId="{442178AC-C22A-4D3C-B53C-F007A6314B9B}" type="presParOf" srcId="{060EF036-7C85-4819-A677-3CF8ED1CCBF7}" destId="{B5FFA200-6B87-44B2-817D-618CBFF505E8}" srcOrd="0" destOrd="0" presId="urn:microsoft.com/office/officeart/2009/3/layout/HorizontalOrganizationChart"/>
    <dgm:cxn modelId="{DDB9E6A1-FB83-46B0-B837-940D3F36245B}" type="presParOf" srcId="{060EF036-7C85-4819-A677-3CF8ED1CCBF7}" destId="{18E9AB7F-0052-4B92-A4B4-F70F72A285B0}" srcOrd="1" destOrd="0" presId="urn:microsoft.com/office/officeart/2009/3/layout/HorizontalOrganizationChart"/>
    <dgm:cxn modelId="{14921734-BC6E-4E63-8CA6-2E7DD921C246}" type="presParOf" srcId="{18E9AB7F-0052-4B92-A4B4-F70F72A285B0}" destId="{845DA536-0A44-44B6-A3B4-2989392DE858}" srcOrd="0" destOrd="0" presId="urn:microsoft.com/office/officeart/2009/3/layout/HorizontalOrganizationChart"/>
    <dgm:cxn modelId="{F99C0830-67C5-40B4-8000-9AA669A5F256}" type="presParOf" srcId="{845DA536-0A44-44B6-A3B4-2989392DE858}" destId="{3CE263F4-6E15-4D1B-BAB8-6473AF2F8843}" srcOrd="0" destOrd="0" presId="urn:microsoft.com/office/officeart/2009/3/layout/HorizontalOrganizationChart"/>
    <dgm:cxn modelId="{4881AF0B-9E18-462B-ACA8-B6A858F92931}" type="presParOf" srcId="{845DA536-0A44-44B6-A3B4-2989392DE858}" destId="{452E8D26-0300-4434-81E1-AE683A308956}" srcOrd="1" destOrd="0" presId="urn:microsoft.com/office/officeart/2009/3/layout/HorizontalOrganizationChart"/>
    <dgm:cxn modelId="{93C167B3-5B6F-48C8-8B6D-209C2AED6089}" type="presParOf" srcId="{18E9AB7F-0052-4B92-A4B4-F70F72A285B0}" destId="{FA7F132C-9FB4-47BA-A6C9-EF9C3EF9C5C4}" srcOrd="1" destOrd="0" presId="urn:microsoft.com/office/officeart/2009/3/layout/HorizontalOrganizationChart"/>
    <dgm:cxn modelId="{62197A83-779B-4FF7-A6DB-0698A9FABA43}" type="presParOf" srcId="{18E9AB7F-0052-4B92-A4B4-F70F72A285B0}" destId="{6F14C9C8-0943-4201-99E5-5652B350094D}" srcOrd="2" destOrd="0" presId="urn:microsoft.com/office/officeart/2009/3/layout/HorizontalOrganizationChart"/>
    <dgm:cxn modelId="{35EB5A26-E783-47BC-BBC3-85749DBE0ED5}" type="presParOf" srcId="{060EF036-7C85-4819-A677-3CF8ED1CCBF7}" destId="{BBBAA523-D314-4FF6-AB7B-B25E8A7BE1CA}" srcOrd="2" destOrd="0" presId="urn:microsoft.com/office/officeart/2009/3/layout/HorizontalOrganizationChart"/>
    <dgm:cxn modelId="{B346636A-0E6A-4A0A-A890-DB036C0FFCDB}" type="presParOf" srcId="{060EF036-7C85-4819-A677-3CF8ED1CCBF7}" destId="{2366DFDC-34DD-416F-926C-1F8D53DC51AB}" srcOrd="3" destOrd="0" presId="urn:microsoft.com/office/officeart/2009/3/layout/HorizontalOrganizationChart"/>
    <dgm:cxn modelId="{8488970E-6ECA-4873-A096-F39E6DDF0416}" type="presParOf" srcId="{2366DFDC-34DD-416F-926C-1F8D53DC51AB}" destId="{CE1F8657-C8F9-4D06-B286-C6A913BEBD35}" srcOrd="0" destOrd="0" presId="urn:microsoft.com/office/officeart/2009/3/layout/HorizontalOrganizationChart"/>
    <dgm:cxn modelId="{8EF3D0FE-A7D7-45C1-87F6-7559E58EDCC1}" type="presParOf" srcId="{CE1F8657-C8F9-4D06-B286-C6A913BEBD35}" destId="{0097FCB3-66D8-46BE-AAEF-949C21B87FC2}" srcOrd="0" destOrd="0" presId="urn:microsoft.com/office/officeart/2009/3/layout/HorizontalOrganizationChart"/>
    <dgm:cxn modelId="{26BECB34-9942-4B28-854D-FCE5DEC77889}" type="presParOf" srcId="{CE1F8657-C8F9-4D06-B286-C6A913BEBD35}" destId="{3940CD7A-14C9-4B2C-9B6D-D3D48A9BA6DD}" srcOrd="1" destOrd="0" presId="urn:microsoft.com/office/officeart/2009/3/layout/HorizontalOrganizationChart"/>
    <dgm:cxn modelId="{5B106186-AA51-4813-8AAE-C54C5432C6AE}" type="presParOf" srcId="{2366DFDC-34DD-416F-926C-1F8D53DC51AB}" destId="{2DF78AC0-4366-46B2-97C1-5CEF05CE4F4A}" srcOrd="1" destOrd="0" presId="urn:microsoft.com/office/officeart/2009/3/layout/HorizontalOrganizationChart"/>
    <dgm:cxn modelId="{0FE49BE5-AC10-4213-834A-924A1E9F7EA3}" type="presParOf" srcId="{2366DFDC-34DD-416F-926C-1F8D53DC51AB}" destId="{89F265AF-3B88-446F-A138-7C4DE16EEBC7}" srcOrd="2" destOrd="0" presId="urn:microsoft.com/office/officeart/2009/3/layout/HorizontalOrganizationChart"/>
    <dgm:cxn modelId="{9E1DCB70-203C-446C-ADB2-AF8249E7CCC5}" type="presParOf" srcId="{060EF036-7C85-4819-A677-3CF8ED1CCBF7}" destId="{3E9582BF-D2F2-40FB-AB16-1B852F60C7B7}" srcOrd="4" destOrd="0" presId="urn:microsoft.com/office/officeart/2009/3/layout/HorizontalOrganizationChart"/>
    <dgm:cxn modelId="{5BDFB5E2-0C82-4DEC-AE09-65FA0C1D29E3}" type="presParOf" srcId="{060EF036-7C85-4819-A677-3CF8ED1CCBF7}" destId="{96579B5A-C15E-4A96-90D7-C06EEE0E6551}" srcOrd="5" destOrd="0" presId="urn:microsoft.com/office/officeart/2009/3/layout/HorizontalOrganizationChart"/>
    <dgm:cxn modelId="{10141BB5-8143-4054-8991-673A987589C9}" type="presParOf" srcId="{96579B5A-C15E-4A96-90D7-C06EEE0E6551}" destId="{062B07EA-51EF-4163-BAB0-6E4661990E46}" srcOrd="0" destOrd="0" presId="urn:microsoft.com/office/officeart/2009/3/layout/HorizontalOrganizationChart"/>
    <dgm:cxn modelId="{BA5DF3D1-DC50-41D5-9759-BD98205D3B38}" type="presParOf" srcId="{062B07EA-51EF-4163-BAB0-6E4661990E46}" destId="{9D7B7B6D-A857-4235-B817-A1FC9C6425E4}" srcOrd="0" destOrd="0" presId="urn:microsoft.com/office/officeart/2009/3/layout/HorizontalOrganizationChart"/>
    <dgm:cxn modelId="{71D3A575-84FA-4BA9-AC77-49673A19BD80}" type="presParOf" srcId="{062B07EA-51EF-4163-BAB0-6E4661990E46}" destId="{753BE147-5E0C-4060-87DE-03E4AA8F05BE}" srcOrd="1" destOrd="0" presId="urn:microsoft.com/office/officeart/2009/3/layout/HorizontalOrganizationChart"/>
    <dgm:cxn modelId="{F8C41223-6532-48D7-A616-AB838E62EDF3}" type="presParOf" srcId="{96579B5A-C15E-4A96-90D7-C06EEE0E6551}" destId="{951D62F7-23CD-47F9-B874-AC0E3E271502}" srcOrd="1" destOrd="0" presId="urn:microsoft.com/office/officeart/2009/3/layout/HorizontalOrganizationChart"/>
    <dgm:cxn modelId="{0AEF8CD2-43CF-4625-8255-68A6D6FF920F}" type="presParOf" srcId="{96579B5A-C15E-4A96-90D7-C06EEE0E6551}" destId="{79B12FEA-FD6E-4796-A744-4A7874AE9FA9}" srcOrd="2" destOrd="0" presId="urn:microsoft.com/office/officeart/2009/3/layout/HorizontalOrganizationChart"/>
    <dgm:cxn modelId="{ADFF7749-0D9F-4035-99E3-2A04C68FDB74}" type="presParOf" srcId="{DB168018-BE58-407E-AE3D-13901C54D202}" destId="{DCCA5BB8-367C-4C19-9668-97A945ACE6F1}"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7FC3ED1-4624-4C0B-B503-A56A149E254A}"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4DA313CF-19E7-4707-99BA-9B7A5B14844C}">
      <dgm:prSet/>
      <dgm:spPr/>
      <dgm:t>
        <a:bodyPr/>
        <a:lstStyle/>
        <a:p>
          <a:r>
            <a:rPr lang="en-US"/>
            <a:t>Structured</a:t>
          </a:r>
        </a:p>
      </dgm:t>
    </dgm:pt>
    <dgm:pt modelId="{85901E8E-F664-44FE-A6ED-1F11A048F3DB}" type="parTrans" cxnId="{77CF0C95-9FC3-41BF-B587-45F603133E8B}">
      <dgm:prSet/>
      <dgm:spPr/>
      <dgm:t>
        <a:bodyPr/>
        <a:lstStyle/>
        <a:p>
          <a:endParaRPr lang="en-US"/>
        </a:p>
      </dgm:t>
    </dgm:pt>
    <dgm:pt modelId="{E0B2DE3C-D5A4-4436-A3CD-E477FF43B1F5}" type="sibTrans" cxnId="{77CF0C95-9FC3-41BF-B587-45F603133E8B}">
      <dgm:prSet/>
      <dgm:spPr/>
      <dgm:t>
        <a:bodyPr/>
        <a:lstStyle/>
        <a:p>
          <a:endParaRPr lang="en-US"/>
        </a:p>
      </dgm:t>
    </dgm:pt>
    <dgm:pt modelId="{403447BE-5739-4C78-BCD8-CC459CAE0FF5}">
      <dgm:prSet/>
      <dgm:spPr/>
      <dgm:t>
        <a:bodyPr/>
        <a:lstStyle/>
        <a:p>
          <a:r>
            <a:rPr lang="en-US"/>
            <a:t>Databases</a:t>
          </a:r>
        </a:p>
      </dgm:t>
    </dgm:pt>
    <dgm:pt modelId="{97774CDD-E102-43B7-8AE7-972392920490}" type="parTrans" cxnId="{0A29362D-4AC4-4098-8404-70D504260BDE}">
      <dgm:prSet/>
      <dgm:spPr/>
      <dgm:t>
        <a:bodyPr/>
        <a:lstStyle/>
        <a:p>
          <a:endParaRPr lang="en-US"/>
        </a:p>
      </dgm:t>
    </dgm:pt>
    <dgm:pt modelId="{AC759431-6C30-43F7-9DB8-07D67CF9E5C0}" type="sibTrans" cxnId="{0A29362D-4AC4-4098-8404-70D504260BDE}">
      <dgm:prSet/>
      <dgm:spPr/>
      <dgm:t>
        <a:bodyPr/>
        <a:lstStyle/>
        <a:p>
          <a:endParaRPr lang="en-US"/>
        </a:p>
      </dgm:t>
    </dgm:pt>
    <dgm:pt modelId="{2937745E-E192-4130-963B-EC4BB065B41E}">
      <dgm:prSet/>
      <dgm:spPr/>
      <dgm:t>
        <a:bodyPr/>
        <a:lstStyle/>
        <a:p>
          <a:r>
            <a:rPr lang="en-US"/>
            <a:t>Survey</a:t>
          </a:r>
        </a:p>
      </dgm:t>
    </dgm:pt>
    <dgm:pt modelId="{8B38911B-E549-4E1A-9C3B-972AD8BC9DB2}" type="parTrans" cxnId="{9501E7F6-1D3E-4CC1-AEC3-EF0AF7470017}">
      <dgm:prSet/>
      <dgm:spPr/>
      <dgm:t>
        <a:bodyPr/>
        <a:lstStyle/>
        <a:p>
          <a:endParaRPr lang="en-US"/>
        </a:p>
      </dgm:t>
    </dgm:pt>
    <dgm:pt modelId="{C94EEE99-BE1D-4C33-B5DF-1191304896B6}" type="sibTrans" cxnId="{9501E7F6-1D3E-4CC1-AEC3-EF0AF7470017}">
      <dgm:prSet/>
      <dgm:spPr/>
      <dgm:t>
        <a:bodyPr/>
        <a:lstStyle/>
        <a:p>
          <a:endParaRPr lang="en-US"/>
        </a:p>
      </dgm:t>
    </dgm:pt>
    <dgm:pt modelId="{4DA9ADD1-9E8F-4FD3-BE6C-6247B48AA248}">
      <dgm:prSet/>
      <dgm:spPr/>
      <dgm:t>
        <a:bodyPr/>
        <a:lstStyle/>
        <a:p>
          <a:r>
            <a:rPr lang="en-US"/>
            <a:t>Experiments</a:t>
          </a:r>
        </a:p>
      </dgm:t>
    </dgm:pt>
    <dgm:pt modelId="{A27BA995-EF54-474D-87D5-3212844B40B2}" type="parTrans" cxnId="{980A8C4C-B347-4042-AFDF-7BE3B5629ABD}">
      <dgm:prSet/>
      <dgm:spPr/>
      <dgm:t>
        <a:bodyPr/>
        <a:lstStyle/>
        <a:p>
          <a:endParaRPr lang="en-US"/>
        </a:p>
      </dgm:t>
    </dgm:pt>
    <dgm:pt modelId="{0E04273E-FC8D-4DAB-9A64-2DB9B8A7CAF1}" type="sibTrans" cxnId="{980A8C4C-B347-4042-AFDF-7BE3B5629ABD}">
      <dgm:prSet/>
      <dgm:spPr/>
      <dgm:t>
        <a:bodyPr/>
        <a:lstStyle/>
        <a:p>
          <a:endParaRPr lang="en-US"/>
        </a:p>
      </dgm:t>
    </dgm:pt>
    <dgm:pt modelId="{B7CE2957-4E07-4F75-BBD4-A6C253E0AE0D}">
      <dgm:prSet/>
      <dgm:spPr/>
      <dgm:t>
        <a:bodyPr/>
        <a:lstStyle/>
        <a:p>
          <a:r>
            <a:rPr lang="en-US"/>
            <a:t>Unstructured</a:t>
          </a:r>
        </a:p>
      </dgm:t>
    </dgm:pt>
    <dgm:pt modelId="{E7E0F9E7-647E-47AB-A081-976FFD36AB3D}" type="parTrans" cxnId="{C02BEABE-0BDB-4CC7-9208-082EEC733B70}">
      <dgm:prSet/>
      <dgm:spPr/>
      <dgm:t>
        <a:bodyPr/>
        <a:lstStyle/>
        <a:p>
          <a:endParaRPr lang="en-US"/>
        </a:p>
      </dgm:t>
    </dgm:pt>
    <dgm:pt modelId="{31ED7420-C9FC-43DD-8C84-31CACC47C640}" type="sibTrans" cxnId="{C02BEABE-0BDB-4CC7-9208-082EEC733B70}">
      <dgm:prSet/>
      <dgm:spPr/>
      <dgm:t>
        <a:bodyPr/>
        <a:lstStyle/>
        <a:p>
          <a:endParaRPr lang="en-US"/>
        </a:p>
      </dgm:t>
    </dgm:pt>
    <dgm:pt modelId="{6C4CA4A7-63A6-4D17-93BE-4875C7DE0886}">
      <dgm:prSet/>
      <dgm:spPr/>
      <dgm:t>
        <a:bodyPr/>
        <a:lstStyle/>
        <a:p>
          <a:r>
            <a:rPr lang="en-US"/>
            <a:t>Text</a:t>
          </a:r>
        </a:p>
      </dgm:t>
    </dgm:pt>
    <dgm:pt modelId="{3F731317-6769-402C-83F1-39675A322FA9}" type="parTrans" cxnId="{47CD749F-0B50-4238-BB62-D16525D199DF}">
      <dgm:prSet/>
      <dgm:spPr/>
      <dgm:t>
        <a:bodyPr/>
        <a:lstStyle/>
        <a:p>
          <a:endParaRPr lang="en-US"/>
        </a:p>
      </dgm:t>
    </dgm:pt>
    <dgm:pt modelId="{2552D9D9-6471-4233-AE75-D0AC23433485}" type="sibTrans" cxnId="{47CD749F-0B50-4238-BB62-D16525D199DF}">
      <dgm:prSet/>
      <dgm:spPr/>
      <dgm:t>
        <a:bodyPr/>
        <a:lstStyle/>
        <a:p>
          <a:endParaRPr lang="en-US"/>
        </a:p>
      </dgm:t>
    </dgm:pt>
    <dgm:pt modelId="{EABE4855-FF19-4E72-B4EB-EA62E9D9A371}">
      <dgm:prSet/>
      <dgm:spPr/>
      <dgm:t>
        <a:bodyPr/>
        <a:lstStyle/>
        <a:p>
          <a:r>
            <a:rPr lang="en-US"/>
            <a:t>Images</a:t>
          </a:r>
        </a:p>
      </dgm:t>
    </dgm:pt>
    <dgm:pt modelId="{0D1CF08C-0367-4BA4-B8B7-EA43AC5002BF}" type="parTrans" cxnId="{A2A957FF-4695-4B1B-9776-AC002B44EFE3}">
      <dgm:prSet/>
      <dgm:spPr/>
      <dgm:t>
        <a:bodyPr/>
        <a:lstStyle/>
        <a:p>
          <a:endParaRPr lang="en-US"/>
        </a:p>
      </dgm:t>
    </dgm:pt>
    <dgm:pt modelId="{5527135F-701E-4E24-84A7-465DBAE025EB}" type="sibTrans" cxnId="{A2A957FF-4695-4B1B-9776-AC002B44EFE3}">
      <dgm:prSet/>
      <dgm:spPr/>
      <dgm:t>
        <a:bodyPr/>
        <a:lstStyle/>
        <a:p>
          <a:endParaRPr lang="en-US"/>
        </a:p>
      </dgm:t>
    </dgm:pt>
    <dgm:pt modelId="{35489BCD-B067-47ED-856F-9EDA89FE13CE}">
      <dgm:prSet/>
      <dgm:spPr/>
      <dgm:t>
        <a:bodyPr/>
        <a:lstStyle/>
        <a:p>
          <a:r>
            <a:rPr lang="en-US"/>
            <a:t>Videos</a:t>
          </a:r>
        </a:p>
      </dgm:t>
    </dgm:pt>
    <dgm:pt modelId="{D05B4885-7B5C-4DD5-9BE5-28F75FB15FA7}" type="parTrans" cxnId="{FD0D9CE0-80D4-4EB9-9974-8CA0D31FDE1F}">
      <dgm:prSet/>
      <dgm:spPr/>
      <dgm:t>
        <a:bodyPr/>
        <a:lstStyle/>
        <a:p>
          <a:endParaRPr lang="en-US"/>
        </a:p>
      </dgm:t>
    </dgm:pt>
    <dgm:pt modelId="{863D0456-C864-4A8E-BF6B-E39E208C8695}" type="sibTrans" cxnId="{FD0D9CE0-80D4-4EB9-9974-8CA0D31FDE1F}">
      <dgm:prSet/>
      <dgm:spPr/>
      <dgm:t>
        <a:bodyPr/>
        <a:lstStyle/>
        <a:p>
          <a:endParaRPr lang="en-US"/>
        </a:p>
      </dgm:t>
    </dgm:pt>
    <dgm:pt modelId="{DBB0A235-C180-4AAB-9990-C00D36D68964}">
      <dgm:prSet/>
      <dgm:spPr/>
      <dgm:t>
        <a:bodyPr/>
        <a:lstStyle/>
        <a:p>
          <a:r>
            <a:rPr lang="en-US"/>
            <a:t>Records</a:t>
          </a:r>
        </a:p>
      </dgm:t>
    </dgm:pt>
    <dgm:pt modelId="{BCB7AB8B-28D6-4CD5-AB94-3A8C449935CB}" type="parTrans" cxnId="{8350F044-EC4F-43C7-B2E4-AA40AF7CDA0C}">
      <dgm:prSet/>
      <dgm:spPr/>
      <dgm:t>
        <a:bodyPr/>
        <a:lstStyle/>
        <a:p>
          <a:endParaRPr lang="en-US"/>
        </a:p>
      </dgm:t>
    </dgm:pt>
    <dgm:pt modelId="{A75A5E4D-631B-414B-B87D-E33E1D48DB23}" type="sibTrans" cxnId="{8350F044-EC4F-43C7-B2E4-AA40AF7CDA0C}">
      <dgm:prSet/>
      <dgm:spPr/>
      <dgm:t>
        <a:bodyPr/>
        <a:lstStyle/>
        <a:p>
          <a:endParaRPr lang="en-US"/>
        </a:p>
      </dgm:t>
    </dgm:pt>
    <dgm:pt modelId="{762ADB1C-AF07-4958-9498-1A48226196BC}" type="pres">
      <dgm:prSet presAssocID="{77FC3ED1-4624-4C0B-B503-A56A149E254A}" presName="root" presStyleCnt="0">
        <dgm:presLayoutVars>
          <dgm:dir/>
          <dgm:resizeHandles val="exact"/>
        </dgm:presLayoutVars>
      </dgm:prSet>
      <dgm:spPr/>
    </dgm:pt>
    <dgm:pt modelId="{E3F19B78-3F2A-44C0-BEC6-9723E4FCCFAE}" type="pres">
      <dgm:prSet presAssocID="{4DA313CF-19E7-4707-99BA-9B7A5B14844C}" presName="compNode" presStyleCnt="0"/>
      <dgm:spPr/>
    </dgm:pt>
    <dgm:pt modelId="{4BD1D241-86C3-4B78-9AFD-E2D38C8B9718}" type="pres">
      <dgm:prSet presAssocID="{4DA313CF-19E7-4707-99BA-9B7A5B14844C}" presName="bgRect" presStyleLbl="bgShp" presStyleIdx="0" presStyleCnt="2"/>
      <dgm:spPr/>
    </dgm:pt>
    <dgm:pt modelId="{D2E6C1CE-438D-46AE-956B-879380D328C9}" type="pres">
      <dgm:prSet presAssocID="{4DA313CF-19E7-4707-99BA-9B7A5B14844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F45DECEC-BEFD-42E9-87EC-E9A05726A19A}" type="pres">
      <dgm:prSet presAssocID="{4DA313CF-19E7-4707-99BA-9B7A5B14844C}" presName="spaceRect" presStyleCnt="0"/>
      <dgm:spPr/>
    </dgm:pt>
    <dgm:pt modelId="{5593F4BB-ACA0-4460-BEB2-A50A7F2BA39D}" type="pres">
      <dgm:prSet presAssocID="{4DA313CF-19E7-4707-99BA-9B7A5B14844C}" presName="parTx" presStyleLbl="revTx" presStyleIdx="0" presStyleCnt="4">
        <dgm:presLayoutVars>
          <dgm:chMax val="0"/>
          <dgm:chPref val="0"/>
        </dgm:presLayoutVars>
      </dgm:prSet>
      <dgm:spPr/>
    </dgm:pt>
    <dgm:pt modelId="{B49762DB-5546-45D6-AFC7-C0F421D16B34}" type="pres">
      <dgm:prSet presAssocID="{4DA313CF-19E7-4707-99BA-9B7A5B14844C}" presName="desTx" presStyleLbl="revTx" presStyleIdx="1" presStyleCnt="4">
        <dgm:presLayoutVars/>
      </dgm:prSet>
      <dgm:spPr/>
    </dgm:pt>
    <dgm:pt modelId="{6D1DE802-39D7-4C68-91C6-C60741A94EBF}" type="pres">
      <dgm:prSet presAssocID="{E0B2DE3C-D5A4-4436-A3CD-E477FF43B1F5}" presName="sibTrans" presStyleCnt="0"/>
      <dgm:spPr/>
    </dgm:pt>
    <dgm:pt modelId="{6ADB47C9-709C-451B-AF5C-2AB93D170A87}" type="pres">
      <dgm:prSet presAssocID="{B7CE2957-4E07-4F75-BBD4-A6C253E0AE0D}" presName="compNode" presStyleCnt="0"/>
      <dgm:spPr/>
    </dgm:pt>
    <dgm:pt modelId="{EE1CE36D-5825-4F58-BA38-3D42A10AE7C9}" type="pres">
      <dgm:prSet presAssocID="{B7CE2957-4E07-4F75-BBD4-A6C253E0AE0D}" presName="bgRect" presStyleLbl="bgShp" presStyleIdx="1" presStyleCnt="2"/>
      <dgm:spPr/>
    </dgm:pt>
    <dgm:pt modelId="{D8F7E3FC-18A5-4EB7-9622-FC3707AA5E66}" type="pres">
      <dgm:prSet presAssocID="{B7CE2957-4E07-4F75-BBD4-A6C253E0AE0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mera"/>
        </a:ext>
      </dgm:extLst>
    </dgm:pt>
    <dgm:pt modelId="{E99224A2-BA3C-4634-A387-60A3EA5138FC}" type="pres">
      <dgm:prSet presAssocID="{B7CE2957-4E07-4F75-BBD4-A6C253E0AE0D}" presName="spaceRect" presStyleCnt="0"/>
      <dgm:spPr/>
    </dgm:pt>
    <dgm:pt modelId="{EF53D7B2-BBC3-422E-A5E1-2694ECD4BFAC}" type="pres">
      <dgm:prSet presAssocID="{B7CE2957-4E07-4F75-BBD4-A6C253E0AE0D}" presName="parTx" presStyleLbl="revTx" presStyleIdx="2" presStyleCnt="4">
        <dgm:presLayoutVars>
          <dgm:chMax val="0"/>
          <dgm:chPref val="0"/>
        </dgm:presLayoutVars>
      </dgm:prSet>
      <dgm:spPr/>
    </dgm:pt>
    <dgm:pt modelId="{A44648B7-1C8D-4B6A-B3CC-D11F581737D9}" type="pres">
      <dgm:prSet presAssocID="{B7CE2957-4E07-4F75-BBD4-A6C253E0AE0D}" presName="desTx" presStyleLbl="revTx" presStyleIdx="3" presStyleCnt="4">
        <dgm:presLayoutVars/>
      </dgm:prSet>
      <dgm:spPr/>
    </dgm:pt>
  </dgm:ptLst>
  <dgm:cxnLst>
    <dgm:cxn modelId="{D290350C-11DB-4223-AC2D-D18C8E59D331}" type="presOf" srcId="{4DA9ADD1-9E8F-4FD3-BE6C-6247B48AA248}" destId="{B49762DB-5546-45D6-AFC7-C0F421D16B34}" srcOrd="0" destOrd="2" presId="urn:microsoft.com/office/officeart/2018/2/layout/IconVerticalSolidList"/>
    <dgm:cxn modelId="{DBFFF70D-4F69-41B0-9DBB-C71D8A490187}" type="presOf" srcId="{403447BE-5739-4C78-BCD8-CC459CAE0FF5}" destId="{B49762DB-5546-45D6-AFC7-C0F421D16B34}" srcOrd="0" destOrd="0" presId="urn:microsoft.com/office/officeart/2018/2/layout/IconVerticalSolidList"/>
    <dgm:cxn modelId="{CCBD8C27-48F7-4B54-93C6-AFC357BE83B5}" type="presOf" srcId="{35489BCD-B067-47ED-856F-9EDA89FE13CE}" destId="{A44648B7-1C8D-4B6A-B3CC-D11F581737D9}" srcOrd="0" destOrd="2" presId="urn:microsoft.com/office/officeart/2018/2/layout/IconVerticalSolidList"/>
    <dgm:cxn modelId="{BFDE2D2C-D435-49F0-B4BE-5C7FBEF56189}" type="presOf" srcId="{EABE4855-FF19-4E72-B4EB-EA62E9D9A371}" destId="{A44648B7-1C8D-4B6A-B3CC-D11F581737D9}" srcOrd="0" destOrd="1" presId="urn:microsoft.com/office/officeart/2018/2/layout/IconVerticalSolidList"/>
    <dgm:cxn modelId="{0A29362D-4AC4-4098-8404-70D504260BDE}" srcId="{4DA313CF-19E7-4707-99BA-9B7A5B14844C}" destId="{403447BE-5739-4C78-BCD8-CC459CAE0FF5}" srcOrd="0" destOrd="0" parTransId="{97774CDD-E102-43B7-8AE7-972392920490}" sibTransId="{AC759431-6C30-43F7-9DB8-07D67CF9E5C0}"/>
    <dgm:cxn modelId="{E4859932-F06F-4F61-9996-263F4160E979}" type="presOf" srcId="{DBB0A235-C180-4AAB-9990-C00D36D68964}" destId="{A44648B7-1C8D-4B6A-B3CC-D11F581737D9}" srcOrd="0" destOrd="3" presId="urn:microsoft.com/office/officeart/2018/2/layout/IconVerticalSolidList"/>
    <dgm:cxn modelId="{5D28C160-4E20-49EB-8ACB-F7FD76C9CDE1}" type="presOf" srcId="{B7CE2957-4E07-4F75-BBD4-A6C253E0AE0D}" destId="{EF53D7B2-BBC3-422E-A5E1-2694ECD4BFAC}" srcOrd="0" destOrd="0" presId="urn:microsoft.com/office/officeart/2018/2/layout/IconVerticalSolidList"/>
    <dgm:cxn modelId="{8350F044-EC4F-43C7-B2E4-AA40AF7CDA0C}" srcId="{B7CE2957-4E07-4F75-BBD4-A6C253E0AE0D}" destId="{DBB0A235-C180-4AAB-9990-C00D36D68964}" srcOrd="3" destOrd="0" parTransId="{BCB7AB8B-28D6-4CD5-AB94-3A8C449935CB}" sibTransId="{A75A5E4D-631B-414B-B87D-E33E1D48DB23}"/>
    <dgm:cxn modelId="{F710C849-47A4-45F9-A12C-97F6CA3DEC6C}" type="presOf" srcId="{77FC3ED1-4624-4C0B-B503-A56A149E254A}" destId="{762ADB1C-AF07-4958-9498-1A48226196BC}" srcOrd="0" destOrd="0" presId="urn:microsoft.com/office/officeart/2018/2/layout/IconVerticalSolidList"/>
    <dgm:cxn modelId="{980A8C4C-B347-4042-AFDF-7BE3B5629ABD}" srcId="{4DA313CF-19E7-4707-99BA-9B7A5B14844C}" destId="{4DA9ADD1-9E8F-4FD3-BE6C-6247B48AA248}" srcOrd="2" destOrd="0" parTransId="{A27BA995-EF54-474D-87D5-3212844B40B2}" sibTransId="{0E04273E-FC8D-4DAB-9A64-2DB9B8A7CAF1}"/>
    <dgm:cxn modelId="{630EA37C-DC57-43B9-869B-8D4108E98037}" type="presOf" srcId="{2937745E-E192-4130-963B-EC4BB065B41E}" destId="{B49762DB-5546-45D6-AFC7-C0F421D16B34}" srcOrd="0" destOrd="1" presId="urn:microsoft.com/office/officeart/2018/2/layout/IconVerticalSolidList"/>
    <dgm:cxn modelId="{77CF0C95-9FC3-41BF-B587-45F603133E8B}" srcId="{77FC3ED1-4624-4C0B-B503-A56A149E254A}" destId="{4DA313CF-19E7-4707-99BA-9B7A5B14844C}" srcOrd="0" destOrd="0" parTransId="{85901E8E-F664-44FE-A6ED-1F11A048F3DB}" sibTransId="{E0B2DE3C-D5A4-4436-A3CD-E477FF43B1F5}"/>
    <dgm:cxn modelId="{40430599-DB9F-4108-A4C7-7A0529C3197A}" type="presOf" srcId="{6C4CA4A7-63A6-4D17-93BE-4875C7DE0886}" destId="{A44648B7-1C8D-4B6A-B3CC-D11F581737D9}" srcOrd="0" destOrd="0" presId="urn:microsoft.com/office/officeart/2018/2/layout/IconVerticalSolidList"/>
    <dgm:cxn modelId="{47CD749F-0B50-4238-BB62-D16525D199DF}" srcId="{B7CE2957-4E07-4F75-BBD4-A6C253E0AE0D}" destId="{6C4CA4A7-63A6-4D17-93BE-4875C7DE0886}" srcOrd="0" destOrd="0" parTransId="{3F731317-6769-402C-83F1-39675A322FA9}" sibTransId="{2552D9D9-6471-4233-AE75-D0AC23433485}"/>
    <dgm:cxn modelId="{C02BEABE-0BDB-4CC7-9208-082EEC733B70}" srcId="{77FC3ED1-4624-4C0B-B503-A56A149E254A}" destId="{B7CE2957-4E07-4F75-BBD4-A6C253E0AE0D}" srcOrd="1" destOrd="0" parTransId="{E7E0F9E7-647E-47AB-A081-976FFD36AB3D}" sibTransId="{31ED7420-C9FC-43DD-8C84-31CACC47C640}"/>
    <dgm:cxn modelId="{B73F3CD6-6025-46BB-BC76-B5376793B9E5}" type="presOf" srcId="{4DA313CF-19E7-4707-99BA-9B7A5B14844C}" destId="{5593F4BB-ACA0-4460-BEB2-A50A7F2BA39D}" srcOrd="0" destOrd="0" presId="urn:microsoft.com/office/officeart/2018/2/layout/IconVerticalSolidList"/>
    <dgm:cxn modelId="{FD0D9CE0-80D4-4EB9-9974-8CA0D31FDE1F}" srcId="{B7CE2957-4E07-4F75-BBD4-A6C253E0AE0D}" destId="{35489BCD-B067-47ED-856F-9EDA89FE13CE}" srcOrd="2" destOrd="0" parTransId="{D05B4885-7B5C-4DD5-9BE5-28F75FB15FA7}" sibTransId="{863D0456-C864-4A8E-BF6B-E39E208C8695}"/>
    <dgm:cxn modelId="{9501E7F6-1D3E-4CC1-AEC3-EF0AF7470017}" srcId="{4DA313CF-19E7-4707-99BA-9B7A5B14844C}" destId="{2937745E-E192-4130-963B-EC4BB065B41E}" srcOrd="1" destOrd="0" parTransId="{8B38911B-E549-4E1A-9C3B-972AD8BC9DB2}" sibTransId="{C94EEE99-BE1D-4C33-B5DF-1191304896B6}"/>
    <dgm:cxn modelId="{A2A957FF-4695-4B1B-9776-AC002B44EFE3}" srcId="{B7CE2957-4E07-4F75-BBD4-A6C253E0AE0D}" destId="{EABE4855-FF19-4E72-B4EB-EA62E9D9A371}" srcOrd="1" destOrd="0" parTransId="{0D1CF08C-0367-4BA4-B8B7-EA43AC5002BF}" sibTransId="{5527135F-701E-4E24-84A7-465DBAE025EB}"/>
    <dgm:cxn modelId="{62030969-0E64-4D63-B0E9-823B2A29475A}" type="presParOf" srcId="{762ADB1C-AF07-4958-9498-1A48226196BC}" destId="{E3F19B78-3F2A-44C0-BEC6-9723E4FCCFAE}" srcOrd="0" destOrd="0" presId="urn:microsoft.com/office/officeart/2018/2/layout/IconVerticalSolidList"/>
    <dgm:cxn modelId="{59034EDC-272B-4B78-8AF5-16B3E5FE41D6}" type="presParOf" srcId="{E3F19B78-3F2A-44C0-BEC6-9723E4FCCFAE}" destId="{4BD1D241-86C3-4B78-9AFD-E2D38C8B9718}" srcOrd="0" destOrd="0" presId="urn:microsoft.com/office/officeart/2018/2/layout/IconVerticalSolidList"/>
    <dgm:cxn modelId="{907AC178-3E16-4749-9877-A1F6AA747A1E}" type="presParOf" srcId="{E3F19B78-3F2A-44C0-BEC6-9723E4FCCFAE}" destId="{D2E6C1CE-438D-46AE-956B-879380D328C9}" srcOrd="1" destOrd="0" presId="urn:microsoft.com/office/officeart/2018/2/layout/IconVerticalSolidList"/>
    <dgm:cxn modelId="{ECA07E4C-61F9-4B76-88BA-D59EB80FB5B8}" type="presParOf" srcId="{E3F19B78-3F2A-44C0-BEC6-9723E4FCCFAE}" destId="{F45DECEC-BEFD-42E9-87EC-E9A05726A19A}" srcOrd="2" destOrd="0" presId="urn:microsoft.com/office/officeart/2018/2/layout/IconVerticalSolidList"/>
    <dgm:cxn modelId="{08B8F3DE-6E44-41CC-80C8-FEDA4176CCFB}" type="presParOf" srcId="{E3F19B78-3F2A-44C0-BEC6-9723E4FCCFAE}" destId="{5593F4BB-ACA0-4460-BEB2-A50A7F2BA39D}" srcOrd="3" destOrd="0" presId="urn:microsoft.com/office/officeart/2018/2/layout/IconVerticalSolidList"/>
    <dgm:cxn modelId="{4251BB5E-0A9B-4397-8F44-63EF96F1E959}" type="presParOf" srcId="{E3F19B78-3F2A-44C0-BEC6-9723E4FCCFAE}" destId="{B49762DB-5546-45D6-AFC7-C0F421D16B34}" srcOrd="4" destOrd="0" presId="urn:microsoft.com/office/officeart/2018/2/layout/IconVerticalSolidList"/>
    <dgm:cxn modelId="{B6D8A087-092C-4ED6-B241-F1121AE4FFAA}" type="presParOf" srcId="{762ADB1C-AF07-4958-9498-1A48226196BC}" destId="{6D1DE802-39D7-4C68-91C6-C60741A94EBF}" srcOrd="1" destOrd="0" presId="urn:microsoft.com/office/officeart/2018/2/layout/IconVerticalSolidList"/>
    <dgm:cxn modelId="{1A565F97-2665-4B4F-BE5C-4C5BBC611AF0}" type="presParOf" srcId="{762ADB1C-AF07-4958-9498-1A48226196BC}" destId="{6ADB47C9-709C-451B-AF5C-2AB93D170A87}" srcOrd="2" destOrd="0" presId="urn:microsoft.com/office/officeart/2018/2/layout/IconVerticalSolidList"/>
    <dgm:cxn modelId="{4E2DEF6A-CB2A-493D-AAA8-633CC198691A}" type="presParOf" srcId="{6ADB47C9-709C-451B-AF5C-2AB93D170A87}" destId="{EE1CE36D-5825-4F58-BA38-3D42A10AE7C9}" srcOrd="0" destOrd="0" presId="urn:microsoft.com/office/officeart/2018/2/layout/IconVerticalSolidList"/>
    <dgm:cxn modelId="{101F4B55-1D09-4DDA-AA5B-909817360B14}" type="presParOf" srcId="{6ADB47C9-709C-451B-AF5C-2AB93D170A87}" destId="{D8F7E3FC-18A5-4EB7-9622-FC3707AA5E66}" srcOrd="1" destOrd="0" presId="urn:microsoft.com/office/officeart/2018/2/layout/IconVerticalSolidList"/>
    <dgm:cxn modelId="{E9B23E48-AC95-43C5-80FB-6839DB516D2B}" type="presParOf" srcId="{6ADB47C9-709C-451B-AF5C-2AB93D170A87}" destId="{E99224A2-BA3C-4634-A387-60A3EA5138FC}" srcOrd="2" destOrd="0" presId="urn:microsoft.com/office/officeart/2018/2/layout/IconVerticalSolidList"/>
    <dgm:cxn modelId="{F90BF6A4-17F1-44FA-AF93-0D802A1A1C62}" type="presParOf" srcId="{6ADB47C9-709C-451B-AF5C-2AB93D170A87}" destId="{EF53D7B2-BBC3-422E-A5E1-2694ECD4BFAC}" srcOrd="3" destOrd="0" presId="urn:microsoft.com/office/officeart/2018/2/layout/IconVerticalSolidList"/>
    <dgm:cxn modelId="{FFFF4C0A-3C8B-4FCD-9D39-93E1E2E90E63}" type="presParOf" srcId="{6ADB47C9-709C-451B-AF5C-2AB93D170A87}" destId="{A44648B7-1C8D-4B6A-B3CC-D11F581737D9}"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E46353A-4453-4B3E-8599-FAF2BF0EBC5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A857F69-16AA-43CC-9578-4DC5C9935AC1}">
      <dgm:prSet/>
      <dgm:spPr/>
      <dgm:t>
        <a:bodyPr/>
        <a:lstStyle/>
        <a:p>
          <a:r>
            <a:rPr lang="en-US"/>
            <a:t>Questions</a:t>
          </a:r>
        </a:p>
      </dgm:t>
    </dgm:pt>
    <dgm:pt modelId="{9431EB5D-646A-4F3D-93C9-26CFDEC0F5E9}" type="parTrans" cxnId="{02FE6EFF-B213-4A3D-B2C1-2F0C9AA067F3}">
      <dgm:prSet/>
      <dgm:spPr/>
      <dgm:t>
        <a:bodyPr/>
        <a:lstStyle/>
        <a:p>
          <a:endParaRPr lang="en-US"/>
        </a:p>
      </dgm:t>
    </dgm:pt>
    <dgm:pt modelId="{7F4EA439-8E4A-45EC-A72A-51D8FF312C04}" type="sibTrans" cxnId="{02FE6EFF-B213-4A3D-B2C1-2F0C9AA067F3}">
      <dgm:prSet/>
      <dgm:spPr/>
      <dgm:t>
        <a:bodyPr/>
        <a:lstStyle/>
        <a:p>
          <a:endParaRPr lang="en-US"/>
        </a:p>
      </dgm:t>
    </dgm:pt>
    <dgm:pt modelId="{2D146D1D-3743-48B7-8829-2033384E1B76}">
      <dgm:prSet/>
      <dgm:spPr/>
      <dgm:t>
        <a:bodyPr/>
        <a:lstStyle/>
        <a:p>
          <a:r>
            <a:rPr lang="en-US"/>
            <a:t>Curiosity/Doubt</a:t>
          </a:r>
        </a:p>
      </dgm:t>
    </dgm:pt>
    <dgm:pt modelId="{069C48D0-A009-4BB2-8112-432DDEF8EB4F}" type="parTrans" cxnId="{9D46D650-863F-441F-9455-8F7DE4AAE076}">
      <dgm:prSet/>
      <dgm:spPr/>
      <dgm:t>
        <a:bodyPr/>
        <a:lstStyle/>
        <a:p>
          <a:endParaRPr lang="en-US"/>
        </a:p>
      </dgm:t>
    </dgm:pt>
    <dgm:pt modelId="{5903F41D-40BD-41FE-9B4E-D8CC6AC89AA8}" type="sibTrans" cxnId="{9D46D650-863F-441F-9455-8F7DE4AAE076}">
      <dgm:prSet/>
      <dgm:spPr/>
      <dgm:t>
        <a:bodyPr/>
        <a:lstStyle/>
        <a:p>
          <a:endParaRPr lang="en-US"/>
        </a:p>
      </dgm:t>
    </dgm:pt>
    <dgm:pt modelId="{849BC755-0789-4171-9037-B3EAF5D6A74D}">
      <dgm:prSet/>
      <dgm:spPr/>
      <dgm:t>
        <a:bodyPr/>
        <a:lstStyle/>
        <a:p>
          <a:r>
            <a:rPr lang="en-US"/>
            <a:t>SYSTEMATIC observation</a:t>
          </a:r>
        </a:p>
      </dgm:t>
    </dgm:pt>
    <dgm:pt modelId="{18BFD8A1-1E9B-422F-9425-A105D2CAA9E0}" type="parTrans" cxnId="{39BBEDE4-10BE-429D-81B6-F3FC10205AE9}">
      <dgm:prSet/>
      <dgm:spPr/>
      <dgm:t>
        <a:bodyPr/>
        <a:lstStyle/>
        <a:p>
          <a:endParaRPr lang="en-US"/>
        </a:p>
      </dgm:t>
    </dgm:pt>
    <dgm:pt modelId="{3629A804-771A-4D2B-B82B-546C2DCB90DC}" type="sibTrans" cxnId="{39BBEDE4-10BE-429D-81B6-F3FC10205AE9}">
      <dgm:prSet/>
      <dgm:spPr/>
      <dgm:t>
        <a:bodyPr/>
        <a:lstStyle/>
        <a:p>
          <a:endParaRPr lang="en-US"/>
        </a:p>
      </dgm:t>
    </dgm:pt>
    <dgm:pt modelId="{EA5DFA5F-9355-4205-9C9C-5A6F5FE7C4E7}" type="pres">
      <dgm:prSet presAssocID="{4E46353A-4453-4B3E-8599-FAF2BF0EBC59}" presName="root" presStyleCnt="0">
        <dgm:presLayoutVars>
          <dgm:dir/>
          <dgm:resizeHandles val="exact"/>
        </dgm:presLayoutVars>
      </dgm:prSet>
      <dgm:spPr/>
    </dgm:pt>
    <dgm:pt modelId="{DB7C6DB3-20CF-4BDF-AC6B-ABA947E3DF20}" type="pres">
      <dgm:prSet presAssocID="{9A857F69-16AA-43CC-9578-4DC5C9935AC1}" presName="compNode" presStyleCnt="0"/>
      <dgm:spPr/>
    </dgm:pt>
    <dgm:pt modelId="{6BB7CCAF-0B19-4EDA-84BD-A80D62E799E1}" type="pres">
      <dgm:prSet presAssocID="{9A857F69-16AA-43CC-9578-4DC5C9935AC1}" presName="bgRect" presStyleLbl="bgShp" presStyleIdx="0" presStyleCnt="3"/>
      <dgm:spPr/>
    </dgm:pt>
    <dgm:pt modelId="{46659BE5-F778-474B-9684-7D56C1D6695C}" type="pres">
      <dgm:prSet presAssocID="{9A857F69-16AA-43CC-9578-4DC5C9935AC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lp"/>
        </a:ext>
      </dgm:extLst>
    </dgm:pt>
    <dgm:pt modelId="{F8E25613-26D8-4F18-8AB4-2B104585404D}" type="pres">
      <dgm:prSet presAssocID="{9A857F69-16AA-43CC-9578-4DC5C9935AC1}" presName="spaceRect" presStyleCnt="0"/>
      <dgm:spPr/>
    </dgm:pt>
    <dgm:pt modelId="{44E4CD87-FA10-470D-96EF-A8777132AEA1}" type="pres">
      <dgm:prSet presAssocID="{9A857F69-16AA-43CC-9578-4DC5C9935AC1}" presName="parTx" presStyleLbl="revTx" presStyleIdx="0" presStyleCnt="3">
        <dgm:presLayoutVars>
          <dgm:chMax val="0"/>
          <dgm:chPref val="0"/>
        </dgm:presLayoutVars>
      </dgm:prSet>
      <dgm:spPr/>
    </dgm:pt>
    <dgm:pt modelId="{D7F1EB1C-63D4-4CDF-B8C3-B8A2190C37FD}" type="pres">
      <dgm:prSet presAssocID="{7F4EA439-8E4A-45EC-A72A-51D8FF312C04}" presName="sibTrans" presStyleCnt="0"/>
      <dgm:spPr/>
    </dgm:pt>
    <dgm:pt modelId="{483FFE3D-34FF-49E0-AD20-E46255BCD4EB}" type="pres">
      <dgm:prSet presAssocID="{2D146D1D-3743-48B7-8829-2033384E1B76}" presName="compNode" presStyleCnt="0"/>
      <dgm:spPr/>
    </dgm:pt>
    <dgm:pt modelId="{AAC4308A-551A-40D2-83CF-4351319BEC85}" type="pres">
      <dgm:prSet presAssocID="{2D146D1D-3743-48B7-8829-2033384E1B76}" presName="bgRect" presStyleLbl="bgShp" presStyleIdx="1" presStyleCnt="3"/>
      <dgm:spPr/>
    </dgm:pt>
    <dgm:pt modelId="{774EE2F1-0A4A-4B76-9E74-134731DF8CBB}" type="pres">
      <dgm:prSet presAssocID="{2D146D1D-3743-48B7-8829-2033384E1B7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 mark"/>
        </a:ext>
      </dgm:extLst>
    </dgm:pt>
    <dgm:pt modelId="{413F3D57-9EA8-4844-832A-1429E2703F8B}" type="pres">
      <dgm:prSet presAssocID="{2D146D1D-3743-48B7-8829-2033384E1B76}" presName="spaceRect" presStyleCnt="0"/>
      <dgm:spPr/>
    </dgm:pt>
    <dgm:pt modelId="{DA1AC3A9-1285-49D8-99EA-787CB3FB0FA8}" type="pres">
      <dgm:prSet presAssocID="{2D146D1D-3743-48B7-8829-2033384E1B76}" presName="parTx" presStyleLbl="revTx" presStyleIdx="1" presStyleCnt="3">
        <dgm:presLayoutVars>
          <dgm:chMax val="0"/>
          <dgm:chPref val="0"/>
        </dgm:presLayoutVars>
      </dgm:prSet>
      <dgm:spPr/>
    </dgm:pt>
    <dgm:pt modelId="{4C3374D5-88F2-4A65-BAED-CC8002437DAC}" type="pres">
      <dgm:prSet presAssocID="{5903F41D-40BD-41FE-9B4E-D8CC6AC89AA8}" presName="sibTrans" presStyleCnt="0"/>
      <dgm:spPr/>
    </dgm:pt>
    <dgm:pt modelId="{8BD5F986-36E1-4C30-B292-88EC7944727E}" type="pres">
      <dgm:prSet presAssocID="{849BC755-0789-4171-9037-B3EAF5D6A74D}" presName="compNode" presStyleCnt="0"/>
      <dgm:spPr/>
    </dgm:pt>
    <dgm:pt modelId="{8E2156A4-23F3-4066-9019-847CF99D985A}" type="pres">
      <dgm:prSet presAssocID="{849BC755-0789-4171-9037-B3EAF5D6A74D}" presName="bgRect" presStyleLbl="bgShp" presStyleIdx="2" presStyleCnt="3"/>
      <dgm:spPr/>
    </dgm:pt>
    <dgm:pt modelId="{C31F6AB5-2A16-4676-B3F4-F82AE513BD60}" type="pres">
      <dgm:prSet presAssocID="{849BC755-0789-4171-9037-B3EAF5D6A74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ye"/>
        </a:ext>
      </dgm:extLst>
    </dgm:pt>
    <dgm:pt modelId="{080DDA43-4B35-4DFB-9F38-9D2D36F4D893}" type="pres">
      <dgm:prSet presAssocID="{849BC755-0789-4171-9037-B3EAF5D6A74D}" presName="spaceRect" presStyleCnt="0"/>
      <dgm:spPr/>
    </dgm:pt>
    <dgm:pt modelId="{B0ED48CA-CE0A-4DD8-8A00-E777F37D3352}" type="pres">
      <dgm:prSet presAssocID="{849BC755-0789-4171-9037-B3EAF5D6A74D}" presName="parTx" presStyleLbl="revTx" presStyleIdx="2" presStyleCnt="3">
        <dgm:presLayoutVars>
          <dgm:chMax val="0"/>
          <dgm:chPref val="0"/>
        </dgm:presLayoutVars>
      </dgm:prSet>
      <dgm:spPr/>
    </dgm:pt>
  </dgm:ptLst>
  <dgm:cxnLst>
    <dgm:cxn modelId="{04DDAD46-9DE0-4E43-B825-BC5E473C2067}" type="presOf" srcId="{9A857F69-16AA-43CC-9578-4DC5C9935AC1}" destId="{44E4CD87-FA10-470D-96EF-A8777132AEA1}" srcOrd="0" destOrd="0" presId="urn:microsoft.com/office/officeart/2018/2/layout/IconVerticalSolidList"/>
    <dgm:cxn modelId="{9A131D6D-F716-4A5C-94B1-50874EAD3398}" type="presOf" srcId="{849BC755-0789-4171-9037-B3EAF5D6A74D}" destId="{B0ED48CA-CE0A-4DD8-8A00-E777F37D3352}" srcOrd="0" destOrd="0" presId="urn:microsoft.com/office/officeart/2018/2/layout/IconVerticalSolidList"/>
    <dgm:cxn modelId="{9D46D650-863F-441F-9455-8F7DE4AAE076}" srcId="{4E46353A-4453-4B3E-8599-FAF2BF0EBC59}" destId="{2D146D1D-3743-48B7-8829-2033384E1B76}" srcOrd="1" destOrd="0" parTransId="{069C48D0-A009-4BB2-8112-432DDEF8EB4F}" sibTransId="{5903F41D-40BD-41FE-9B4E-D8CC6AC89AA8}"/>
    <dgm:cxn modelId="{8C1CD559-9A7B-4B28-8ED9-DB75217E5544}" type="presOf" srcId="{4E46353A-4453-4B3E-8599-FAF2BF0EBC59}" destId="{EA5DFA5F-9355-4205-9C9C-5A6F5FE7C4E7}" srcOrd="0" destOrd="0" presId="urn:microsoft.com/office/officeart/2018/2/layout/IconVerticalSolidList"/>
    <dgm:cxn modelId="{39BBEDE4-10BE-429D-81B6-F3FC10205AE9}" srcId="{4E46353A-4453-4B3E-8599-FAF2BF0EBC59}" destId="{849BC755-0789-4171-9037-B3EAF5D6A74D}" srcOrd="2" destOrd="0" parTransId="{18BFD8A1-1E9B-422F-9425-A105D2CAA9E0}" sibTransId="{3629A804-771A-4D2B-B82B-546C2DCB90DC}"/>
    <dgm:cxn modelId="{0A0665F2-B229-4168-B7C5-3DD8543772CF}" type="presOf" srcId="{2D146D1D-3743-48B7-8829-2033384E1B76}" destId="{DA1AC3A9-1285-49D8-99EA-787CB3FB0FA8}" srcOrd="0" destOrd="0" presId="urn:microsoft.com/office/officeart/2018/2/layout/IconVerticalSolidList"/>
    <dgm:cxn modelId="{02FE6EFF-B213-4A3D-B2C1-2F0C9AA067F3}" srcId="{4E46353A-4453-4B3E-8599-FAF2BF0EBC59}" destId="{9A857F69-16AA-43CC-9578-4DC5C9935AC1}" srcOrd="0" destOrd="0" parTransId="{9431EB5D-646A-4F3D-93C9-26CFDEC0F5E9}" sibTransId="{7F4EA439-8E4A-45EC-A72A-51D8FF312C04}"/>
    <dgm:cxn modelId="{1E131D08-1015-4A5B-B7BC-FE40839EA4DA}" type="presParOf" srcId="{EA5DFA5F-9355-4205-9C9C-5A6F5FE7C4E7}" destId="{DB7C6DB3-20CF-4BDF-AC6B-ABA947E3DF20}" srcOrd="0" destOrd="0" presId="urn:microsoft.com/office/officeart/2018/2/layout/IconVerticalSolidList"/>
    <dgm:cxn modelId="{89B043D0-F3E8-4638-AC21-37D161B34961}" type="presParOf" srcId="{DB7C6DB3-20CF-4BDF-AC6B-ABA947E3DF20}" destId="{6BB7CCAF-0B19-4EDA-84BD-A80D62E799E1}" srcOrd="0" destOrd="0" presId="urn:microsoft.com/office/officeart/2018/2/layout/IconVerticalSolidList"/>
    <dgm:cxn modelId="{DE3D8DD5-5EC8-4FCF-8732-B90C1DAFFA99}" type="presParOf" srcId="{DB7C6DB3-20CF-4BDF-AC6B-ABA947E3DF20}" destId="{46659BE5-F778-474B-9684-7D56C1D6695C}" srcOrd="1" destOrd="0" presId="urn:microsoft.com/office/officeart/2018/2/layout/IconVerticalSolidList"/>
    <dgm:cxn modelId="{494F5D71-1D20-48E9-978D-50EF09874277}" type="presParOf" srcId="{DB7C6DB3-20CF-4BDF-AC6B-ABA947E3DF20}" destId="{F8E25613-26D8-4F18-8AB4-2B104585404D}" srcOrd="2" destOrd="0" presId="urn:microsoft.com/office/officeart/2018/2/layout/IconVerticalSolidList"/>
    <dgm:cxn modelId="{7B1EFACB-C0E5-45D7-BB2F-B9C46397B24A}" type="presParOf" srcId="{DB7C6DB3-20CF-4BDF-AC6B-ABA947E3DF20}" destId="{44E4CD87-FA10-470D-96EF-A8777132AEA1}" srcOrd="3" destOrd="0" presId="urn:microsoft.com/office/officeart/2018/2/layout/IconVerticalSolidList"/>
    <dgm:cxn modelId="{CA779B99-A6DE-4CC0-BA52-F83C92535720}" type="presParOf" srcId="{EA5DFA5F-9355-4205-9C9C-5A6F5FE7C4E7}" destId="{D7F1EB1C-63D4-4CDF-B8C3-B8A2190C37FD}" srcOrd="1" destOrd="0" presId="urn:microsoft.com/office/officeart/2018/2/layout/IconVerticalSolidList"/>
    <dgm:cxn modelId="{C60C0173-3028-4245-B809-EF215524B2CC}" type="presParOf" srcId="{EA5DFA5F-9355-4205-9C9C-5A6F5FE7C4E7}" destId="{483FFE3D-34FF-49E0-AD20-E46255BCD4EB}" srcOrd="2" destOrd="0" presId="urn:microsoft.com/office/officeart/2018/2/layout/IconVerticalSolidList"/>
    <dgm:cxn modelId="{C52387E2-B83D-4559-9922-3AC17970E0B8}" type="presParOf" srcId="{483FFE3D-34FF-49E0-AD20-E46255BCD4EB}" destId="{AAC4308A-551A-40D2-83CF-4351319BEC85}" srcOrd="0" destOrd="0" presId="urn:microsoft.com/office/officeart/2018/2/layout/IconVerticalSolidList"/>
    <dgm:cxn modelId="{DEE2E798-E691-47DD-BA62-E12F00111208}" type="presParOf" srcId="{483FFE3D-34FF-49E0-AD20-E46255BCD4EB}" destId="{774EE2F1-0A4A-4B76-9E74-134731DF8CBB}" srcOrd="1" destOrd="0" presId="urn:microsoft.com/office/officeart/2018/2/layout/IconVerticalSolidList"/>
    <dgm:cxn modelId="{E69A631B-13E3-415D-954E-45008CE9B453}" type="presParOf" srcId="{483FFE3D-34FF-49E0-AD20-E46255BCD4EB}" destId="{413F3D57-9EA8-4844-832A-1429E2703F8B}" srcOrd="2" destOrd="0" presId="urn:microsoft.com/office/officeart/2018/2/layout/IconVerticalSolidList"/>
    <dgm:cxn modelId="{026C5618-1490-41F9-8175-52B9D24D963E}" type="presParOf" srcId="{483FFE3D-34FF-49E0-AD20-E46255BCD4EB}" destId="{DA1AC3A9-1285-49D8-99EA-787CB3FB0FA8}" srcOrd="3" destOrd="0" presId="urn:microsoft.com/office/officeart/2018/2/layout/IconVerticalSolidList"/>
    <dgm:cxn modelId="{61BA8EA3-5F1C-4C28-B522-4FB5E516C26B}" type="presParOf" srcId="{EA5DFA5F-9355-4205-9C9C-5A6F5FE7C4E7}" destId="{4C3374D5-88F2-4A65-BAED-CC8002437DAC}" srcOrd="3" destOrd="0" presId="urn:microsoft.com/office/officeart/2018/2/layout/IconVerticalSolidList"/>
    <dgm:cxn modelId="{9B7B07A7-D697-4377-A2C0-1605920B49C8}" type="presParOf" srcId="{EA5DFA5F-9355-4205-9C9C-5A6F5FE7C4E7}" destId="{8BD5F986-36E1-4C30-B292-88EC7944727E}" srcOrd="4" destOrd="0" presId="urn:microsoft.com/office/officeart/2018/2/layout/IconVerticalSolidList"/>
    <dgm:cxn modelId="{EA9E745A-BA15-4113-83BA-A62A10A52E94}" type="presParOf" srcId="{8BD5F986-36E1-4C30-B292-88EC7944727E}" destId="{8E2156A4-23F3-4066-9019-847CF99D985A}" srcOrd="0" destOrd="0" presId="urn:microsoft.com/office/officeart/2018/2/layout/IconVerticalSolidList"/>
    <dgm:cxn modelId="{FB97DE61-5850-416C-945E-ADC8C0E3BFD0}" type="presParOf" srcId="{8BD5F986-36E1-4C30-B292-88EC7944727E}" destId="{C31F6AB5-2A16-4676-B3F4-F82AE513BD60}" srcOrd="1" destOrd="0" presId="urn:microsoft.com/office/officeart/2018/2/layout/IconVerticalSolidList"/>
    <dgm:cxn modelId="{5B5CF040-0231-48DD-AA4C-8F3102453881}" type="presParOf" srcId="{8BD5F986-36E1-4C30-B292-88EC7944727E}" destId="{080DDA43-4B35-4DFB-9F38-9D2D36F4D893}" srcOrd="2" destOrd="0" presId="urn:microsoft.com/office/officeart/2018/2/layout/IconVerticalSolidList"/>
    <dgm:cxn modelId="{52115B60-331A-4244-A84D-88044A8D4B4B}" type="presParOf" srcId="{8BD5F986-36E1-4C30-B292-88EC7944727E}" destId="{B0ED48CA-CE0A-4DD8-8A00-E777F37D335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EF77672-8224-4AFA-BC5B-46513240DB4E}"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5A1FF764-FB24-4DE9-8432-CC214DC63A8F}">
      <dgm:prSet/>
      <dgm:spPr/>
      <dgm:t>
        <a:bodyPr/>
        <a:lstStyle/>
        <a:p>
          <a:r>
            <a:rPr lang="en-US"/>
            <a:t>Empiricism (v rationalism)</a:t>
          </a:r>
        </a:p>
      </dgm:t>
    </dgm:pt>
    <dgm:pt modelId="{E5C39468-1298-45F2-A65E-120299A73C9E}" type="parTrans" cxnId="{63DE16FF-F7C5-4396-B7A5-08519749616A}">
      <dgm:prSet/>
      <dgm:spPr/>
      <dgm:t>
        <a:bodyPr/>
        <a:lstStyle/>
        <a:p>
          <a:endParaRPr lang="en-US"/>
        </a:p>
      </dgm:t>
    </dgm:pt>
    <dgm:pt modelId="{AA35107A-03DE-489F-B008-53DAB98D238F}" type="sibTrans" cxnId="{63DE16FF-F7C5-4396-B7A5-08519749616A}">
      <dgm:prSet/>
      <dgm:spPr/>
      <dgm:t>
        <a:bodyPr/>
        <a:lstStyle/>
        <a:p>
          <a:endParaRPr lang="en-US"/>
        </a:p>
      </dgm:t>
    </dgm:pt>
    <dgm:pt modelId="{691B7E4E-4FB2-401A-94CF-BDD1B164CA36}">
      <dgm:prSet/>
      <dgm:spPr/>
      <dgm:t>
        <a:bodyPr/>
        <a:lstStyle/>
        <a:p>
          <a:r>
            <a:rPr lang="en-US"/>
            <a:t>Induction and Deduction</a:t>
          </a:r>
        </a:p>
      </dgm:t>
    </dgm:pt>
    <dgm:pt modelId="{7341B4DB-26D6-45AA-8B96-9CCCC0A764AE}" type="parTrans" cxnId="{F0734331-B641-4EA3-A117-47D2936E4D56}">
      <dgm:prSet/>
      <dgm:spPr/>
      <dgm:t>
        <a:bodyPr/>
        <a:lstStyle/>
        <a:p>
          <a:endParaRPr lang="en-US"/>
        </a:p>
      </dgm:t>
    </dgm:pt>
    <dgm:pt modelId="{43200FE1-55D4-49DA-9C2C-6689A6A497B3}" type="sibTrans" cxnId="{F0734331-B641-4EA3-A117-47D2936E4D56}">
      <dgm:prSet/>
      <dgm:spPr/>
      <dgm:t>
        <a:bodyPr/>
        <a:lstStyle/>
        <a:p>
          <a:endParaRPr lang="en-US"/>
        </a:p>
      </dgm:t>
    </dgm:pt>
    <dgm:pt modelId="{23148EBA-D847-4998-8BF7-0874ACBEBC2C}">
      <dgm:prSet/>
      <dgm:spPr/>
      <dgm:t>
        <a:bodyPr/>
        <a:lstStyle/>
        <a:p>
          <a:r>
            <a:rPr lang="en-US"/>
            <a:t>Parsimony</a:t>
          </a:r>
        </a:p>
      </dgm:t>
    </dgm:pt>
    <dgm:pt modelId="{BA399BDF-F0B4-4665-84A3-95C41070C336}" type="parTrans" cxnId="{306DC01B-B216-4FD5-A8B3-9F618468EB5F}">
      <dgm:prSet/>
      <dgm:spPr/>
      <dgm:t>
        <a:bodyPr/>
        <a:lstStyle/>
        <a:p>
          <a:endParaRPr lang="en-US"/>
        </a:p>
      </dgm:t>
    </dgm:pt>
    <dgm:pt modelId="{800F6389-C379-4A9E-8050-EB05A2503502}" type="sibTrans" cxnId="{306DC01B-B216-4FD5-A8B3-9F618468EB5F}">
      <dgm:prSet/>
      <dgm:spPr/>
      <dgm:t>
        <a:bodyPr/>
        <a:lstStyle/>
        <a:p>
          <a:endParaRPr lang="en-US"/>
        </a:p>
      </dgm:t>
    </dgm:pt>
    <dgm:pt modelId="{7D9C4E79-C7BC-42DE-AA04-0671077E8E9F}">
      <dgm:prSet/>
      <dgm:spPr/>
      <dgm:t>
        <a:bodyPr/>
        <a:lstStyle/>
        <a:p>
          <a:r>
            <a:rPr lang="en-US"/>
            <a:t>Falsification</a:t>
          </a:r>
        </a:p>
      </dgm:t>
    </dgm:pt>
    <dgm:pt modelId="{B1BE6809-F32D-436F-B32C-06644541AD8B}" type="parTrans" cxnId="{226D5972-5409-4FF3-9DCA-AC8E661B12F6}">
      <dgm:prSet/>
      <dgm:spPr/>
      <dgm:t>
        <a:bodyPr/>
        <a:lstStyle/>
        <a:p>
          <a:endParaRPr lang="en-US"/>
        </a:p>
      </dgm:t>
    </dgm:pt>
    <dgm:pt modelId="{1DBCC255-22A9-4FCD-8D0B-E78960151A67}" type="sibTrans" cxnId="{226D5972-5409-4FF3-9DCA-AC8E661B12F6}">
      <dgm:prSet/>
      <dgm:spPr/>
      <dgm:t>
        <a:bodyPr/>
        <a:lstStyle/>
        <a:p>
          <a:endParaRPr lang="en-US"/>
        </a:p>
      </dgm:t>
    </dgm:pt>
    <dgm:pt modelId="{DDAD33D6-C885-4FB2-9D54-81904E371952}" type="pres">
      <dgm:prSet presAssocID="{CEF77672-8224-4AFA-BC5B-46513240DB4E}" presName="vert0" presStyleCnt="0">
        <dgm:presLayoutVars>
          <dgm:dir/>
          <dgm:animOne val="branch"/>
          <dgm:animLvl val="lvl"/>
        </dgm:presLayoutVars>
      </dgm:prSet>
      <dgm:spPr/>
    </dgm:pt>
    <dgm:pt modelId="{AA5BC64A-3645-4C2B-BEB8-C57785A807D5}" type="pres">
      <dgm:prSet presAssocID="{5A1FF764-FB24-4DE9-8432-CC214DC63A8F}" presName="thickLine" presStyleLbl="alignNode1" presStyleIdx="0" presStyleCnt="4"/>
      <dgm:spPr/>
    </dgm:pt>
    <dgm:pt modelId="{CAE0068E-CCFA-49B4-8736-343B60F7103B}" type="pres">
      <dgm:prSet presAssocID="{5A1FF764-FB24-4DE9-8432-CC214DC63A8F}" presName="horz1" presStyleCnt="0"/>
      <dgm:spPr/>
    </dgm:pt>
    <dgm:pt modelId="{95FCCC06-B2D4-4D4B-96CD-C612BC452228}" type="pres">
      <dgm:prSet presAssocID="{5A1FF764-FB24-4DE9-8432-CC214DC63A8F}" presName="tx1" presStyleLbl="revTx" presStyleIdx="0" presStyleCnt="4"/>
      <dgm:spPr/>
    </dgm:pt>
    <dgm:pt modelId="{D2DBBC5E-DA26-4881-89F4-E0C064B99EF7}" type="pres">
      <dgm:prSet presAssocID="{5A1FF764-FB24-4DE9-8432-CC214DC63A8F}" presName="vert1" presStyleCnt="0"/>
      <dgm:spPr/>
    </dgm:pt>
    <dgm:pt modelId="{7D83D9FD-DCEB-46DA-98AB-3010151498C9}" type="pres">
      <dgm:prSet presAssocID="{691B7E4E-4FB2-401A-94CF-BDD1B164CA36}" presName="thickLine" presStyleLbl="alignNode1" presStyleIdx="1" presStyleCnt="4"/>
      <dgm:spPr/>
    </dgm:pt>
    <dgm:pt modelId="{53FA2C34-D6D8-4154-9FDE-32D6ED726387}" type="pres">
      <dgm:prSet presAssocID="{691B7E4E-4FB2-401A-94CF-BDD1B164CA36}" presName="horz1" presStyleCnt="0"/>
      <dgm:spPr/>
    </dgm:pt>
    <dgm:pt modelId="{3EC56CE2-C231-47F3-ABEF-DDBE073EC925}" type="pres">
      <dgm:prSet presAssocID="{691B7E4E-4FB2-401A-94CF-BDD1B164CA36}" presName="tx1" presStyleLbl="revTx" presStyleIdx="1" presStyleCnt="4"/>
      <dgm:spPr/>
    </dgm:pt>
    <dgm:pt modelId="{CC8A57E3-FB01-4CF0-BC0D-1F1A1A7F22F3}" type="pres">
      <dgm:prSet presAssocID="{691B7E4E-4FB2-401A-94CF-BDD1B164CA36}" presName="vert1" presStyleCnt="0"/>
      <dgm:spPr/>
    </dgm:pt>
    <dgm:pt modelId="{2C4A7EB1-8E66-4D68-8AA1-AAF72384C146}" type="pres">
      <dgm:prSet presAssocID="{23148EBA-D847-4998-8BF7-0874ACBEBC2C}" presName="thickLine" presStyleLbl="alignNode1" presStyleIdx="2" presStyleCnt="4"/>
      <dgm:spPr/>
    </dgm:pt>
    <dgm:pt modelId="{4A990300-E709-47B4-8715-53AB373BCA55}" type="pres">
      <dgm:prSet presAssocID="{23148EBA-D847-4998-8BF7-0874ACBEBC2C}" presName="horz1" presStyleCnt="0"/>
      <dgm:spPr/>
    </dgm:pt>
    <dgm:pt modelId="{55F0A29A-E917-4C6C-8015-886E7EBE303C}" type="pres">
      <dgm:prSet presAssocID="{23148EBA-D847-4998-8BF7-0874ACBEBC2C}" presName="tx1" presStyleLbl="revTx" presStyleIdx="2" presStyleCnt="4"/>
      <dgm:spPr/>
    </dgm:pt>
    <dgm:pt modelId="{D61EA412-DD25-44AD-9CBD-1D00490951BA}" type="pres">
      <dgm:prSet presAssocID="{23148EBA-D847-4998-8BF7-0874ACBEBC2C}" presName="vert1" presStyleCnt="0"/>
      <dgm:spPr/>
    </dgm:pt>
    <dgm:pt modelId="{27A480E2-40AD-4694-9C0B-8C2FDA60AF5F}" type="pres">
      <dgm:prSet presAssocID="{7D9C4E79-C7BC-42DE-AA04-0671077E8E9F}" presName="thickLine" presStyleLbl="alignNode1" presStyleIdx="3" presStyleCnt="4"/>
      <dgm:spPr/>
    </dgm:pt>
    <dgm:pt modelId="{F1B06492-E2EF-4039-935A-7B322998A1B6}" type="pres">
      <dgm:prSet presAssocID="{7D9C4E79-C7BC-42DE-AA04-0671077E8E9F}" presName="horz1" presStyleCnt="0"/>
      <dgm:spPr/>
    </dgm:pt>
    <dgm:pt modelId="{2F999D1F-C2B5-40B5-AA2D-E6BC735620F9}" type="pres">
      <dgm:prSet presAssocID="{7D9C4E79-C7BC-42DE-AA04-0671077E8E9F}" presName="tx1" presStyleLbl="revTx" presStyleIdx="3" presStyleCnt="4"/>
      <dgm:spPr/>
    </dgm:pt>
    <dgm:pt modelId="{E6EBD11B-CA95-4B1B-8E16-CB0EA5266B87}" type="pres">
      <dgm:prSet presAssocID="{7D9C4E79-C7BC-42DE-AA04-0671077E8E9F}" presName="vert1" presStyleCnt="0"/>
      <dgm:spPr/>
    </dgm:pt>
  </dgm:ptLst>
  <dgm:cxnLst>
    <dgm:cxn modelId="{56F30005-0AD7-45AE-9C55-714E3C0C2C21}" type="presOf" srcId="{CEF77672-8224-4AFA-BC5B-46513240DB4E}" destId="{DDAD33D6-C885-4FB2-9D54-81904E371952}" srcOrd="0" destOrd="0" presId="urn:microsoft.com/office/officeart/2008/layout/LinedList"/>
    <dgm:cxn modelId="{306DC01B-B216-4FD5-A8B3-9F618468EB5F}" srcId="{CEF77672-8224-4AFA-BC5B-46513240DB4E}" destId="{23148EBA-D847-4998-8BF7-0874ACBEBC2C}" srcOrd="2" destOrd="0" parTransId="{BA399BDF-F0B4-4665-84A3-95C41070C336}" sibTransId="{800F6389-C379-4A9E-8050-EB05A2503502}"/>
    <dgm:cxn modelId="{F0734331-B641-4EA3-A117-47D2936E4D56}" srcId="{CEF77672-8224-4AFA-BC5B-46513240DB4E}" destId="{691B7E4E-4FB2-401A-94CF-BDD1B164CA36}" srcOrd="1" destOrd="0" parTransId="{7341B4DB-26D6-45AA-8B96-9CCCC0A764AE}" sibTransId="{43200FE1-55D4-49DA-9C2C-6689A6A497B3}"/>
    <dgm:cxn modelId="{226D5972-5409-4FF3-9DCA-AC8E661B12F6}" srcId="{CEF77672-8224-4AFA-BC5B-46513240DB4E}" destId="{7D9C4E79-C7BC-42DE-AA04-0671077E8E9F}" srcOrd="3" destOrd="0" parTransId="{B1BE6809-F32D-436F-B32C-06644541AD8B}" sibTransId="{1DBCC255-22A9-4FCD-8D0B-E78960151A67}"/>
    <dgm:cxn modelId="{3A34B652-60BE-4A57-A628-CDB42A0F1DF2}" type="presOf" srcId="{5A1FF764-FB24-4DE9-8432-CC214DC63A8F}" destId="{95FCCC06-B2D4-4D4B-96CD-C612BC452228}" srcOrd="0" destOrd="0" presId="urn:microsoft.com/office/officeart/2008/layout/LinedList"/>
    <dgm:cxn modelId="{D9445D74-F90A-402B-81B6-AA9120BD8689}" type="presOf" srcId="{691B7E4E-4FB2-401A-94CF-BDD1B164CA36}" destId="{3EC56CE2-C231-47F3-ABEF-DDBE073EC925}" srcOrd="0" destOrd="0" presId="urn:microsoft.com/office/officeart/2008/layout/LinedList"/>
    <dgm:cxn modelId="{E0A7A58A-C245-4904-BE30-654AF7FD3626}" type="presOf" srcId="{7D9C4E79-C7BC-42DE-AA04-0671077E8E9F}" destId="{2F999D1F-C2B5-40B5-AA2D-E6BC735620F9}" srcOrd="0" destOrd="0" presId="urn:microsoft.com/office/officeart/2008/layout/LinedList"/>
    <dgm:cxn modelId="{776DD2B9-B3BC-4BAD-B24B-8A206DF08314}" type="presOf" srcId="{23148EBA-D847-4998-8BF7-0874ACBEBC2C}" destId="{55F0A29A-E917-4C6C-8015-886E7EBE303C}" srcOrd="0" destOrd="0" presId="urn:microsoft.com/office/officeart/2008/layout/LinedList"/>
    <dgm:cxn modelId="{63DE16FF-F7C5-4396-B7A5-08519749616A}" srcId="{CEF77672-8224-4AFA-BC5B-46513240DB4E}" destId="{5A1FF764-FB24-4DE9-8432-CC214DC63A8F}" srcOrd="0" destOrd="0" parTransId="{E5C39468-1298-45F2-A65E-120299A73C9E}" sibTransId="{AA35107A-03DE-489F-B008-53DAB98D238F}"/>
    <dgm:cxn modelId="{BD222964-52BF-49CF-964A-AA37D967BEEE}" type="presParOf" srcId="{DDAD33D6-C885-4FB2-9D54-81904E371952}" destId="{AA5BC64A-3645-4C2B-BEB8-C57785A807D5}" srcOrd="0" destOrd="0" presId="urn:microsoft.com/office/officeart/2008/layout/LinedList"/>
    <dgm:cxn modelId="{34EE9B09-2C5B-4F8D-9061-34881DE009AF}" type="presParOf" srcId="{DDAD33D6-C885-4FB2-9D54-81904E371952}" destId="{CAE0068E-CCFA-49B4-8736-343B60F7103B}" srcOrd="1" destOrd="0" presId="urn:microsoft.com/office/officeart/2008/layout/LinedList"/>
    <dgm:cxn modelId="{76FDF0DB-6C17-4E41-9A90-31880EC2D400}" type="presParOf" srcId="{CAE0068E-CCFA-49B4-8736-343B60F7103B}" destId="{95FCCC06-B2D4-4D4B-96CD-C612BC452228}" srcOrd="0" destOrd="0" presId="urn:microsoft.com/office/officeart/2008/layout/LinedList"/>
    <dgm:cxn modelId="{C1200BF7-AB9B-44CF-8E72-9BBFF16DBDDB}" type="presParOf" srcId="{CAE0068E-CCFA-49B4-8736-343B60F7103B}" destId="{D2DBBC5E-DA26-4881-89F4-E0C064B99EF7}" srcOrd="1" destOrd="0" presId="urn:microsoft.com/office/officeart/2008/layout/LinedList"/>
    <dgm:cxn modelId="{05810F19-B27A-4C59-8079-30241D763351}" type="presParOf" srcId="{DDAD33D6-C885-4FB2-9D54-81904E371952}" destId="{7D83D9FD-DCEB-46DA-98AB-3010151498C9}" srcOrd="2" destOrd="0" presId="urn:microsoft.com/office/officeart/2008/layout/LinedList"/>
    <dgm:cxn modelId="{C3C08975-83F8-4EDD-9372-85F5BF7CA33D}" type="presParOf" srcId="{DDAD33D6-C885-4FB2-9D54-81904E371952}" destId="{53FA2C34-D6D8-4154-9FDE-32D6ED726387}" srcOrd="3" destOrd="0" presId="urn:microsoft.com/office/officeart/2008/layout/LinedList"/>
    <dgm:cxn modelId="{F40C2BC8-D41C-4207-87F4-7A21979FAF4E}" type="presParOf" srcId="{53FA2C34-D6D8-4154-9FDE-32D6ED726387}" destId="{3EC56CE2-C231-47F3-ABEF-DDBE073EC925}" srcOrd="0" destOrd="0" presId="urn:microsoft.com/office/officeart/2008/layout/LinedList"/>
    <dgm:cxn modelId="{45086437-CA94-4887-BAF5-AB5E0A3FE019}" type="presParOf" srcId="{53FA2C34-D6D8-4154-9FDE-32D6ED726387}" destId="{CC8A57E3-FB01-4CF0-BC0D-1F1A1A7F22F3}" srcOrd="1" destOrd="0" presId="urn:microsoft.com/office/officeart/2008/layout/LinedList"/>
    <dgm:cxn modelId="{45C3A75E-4E77-474B-8FC9-03D74F427A47}" type="presParOf" srcId="{DDAD33D6-C885-4FB2-9D54-81904E371952}" destId="{2C4A7EB1-8E66-4D68-8AA1-AAF72384C146}" srcOrd="4" destOrd="0" presId="urn:microsoft.com/office/officeart/2008/layout/LinedList"/>
    <dgm:cxn modelId="{BF544D3C-76F1-484E-A039-1E471ACC6C4C}" type="presParOf" srcId="{DDAD33D6-C885-4FB2-9D54-81904E371952}" destId="{4A990300-E709-47B4-8715-53AB373BCA55}" srcOrd="5" destOrd="0" presId="urn:microsoft.com/office/officeart/2008/layout/LinedList"/>
    <dgm:cxn modelId="{DACCA3F3-4279-45CE-B65D-39FEAAB90E7B}" type="presParOf" srcId="{4A990300-E709-47B4-8715-53AB373BCA55}" destId="{55F0A29A-E917-4C6C-8015-886E7EBE303C}" srcOrd="0" destOrd="0" presId="urn:microsoft.com/office/officeart/2008/layout/LinedList"/>
    <dgm:cxn modelId="{682FF144-9611-4385-AF20-55DD964289E4}" type="presParOf" srcId="{4A990300-E709-47B4-8715-53AB373BCA55}" destId="{D61EA412-DD25-44AD-9CBD-1D00490951BA}" srcOrd="1" destOrd="0" presId="urn:microsoft.com/office/officeart/2008/layout/LinedList"/>
    <dgm:cxn modelId="{B49704C4-7D06-4862-BB0B-0FCD43A648BC}" type="presParOf" srcId="{DDAD33D6-C885-4FB2-9D54-81904E371952}" destId="{27A480E2-40AD-4694-9C0B-8C2FDA60AF5F}" srcOrd="6" destOrd="0" presId="urn:microsoft.com/office/officeart/2008/layout/LinedList"/>
    <dgm:cxn modelId="{4D57CD5D-68B5-42F7-ABEA-28F2B602F48E}" type="presParOf" srcId="{DDAD33D6-C885-4FB2-9D54-81904E371952}" destId="{F1B06492-E2EF-4039-935A-7B322998A1B6}" srcOrd="7" destOrd="0" presId="urn:microsoft.com/office/officeart/2008/layout/LinedList"/>
    <dgm:cxn modelId="{7E6CD134-514C-4473-A337-E9B7F6EB67C7}" type="presParOf" srcId="{F1B06492-E2EF-4039-935A-7B322998A1B6}" destId="{2F999D1F-C2B5-40B5-AA2D-E6BC735620F9}" srcOrd="0" destOrd="0" presId="urn:microsoft.com/office/officeart/2008/layout/LinedList"/>
    <dgm:cxn modelId="{E50B1518-ADCA-4D2C-9A67-D37CC897F51A}" type="presParOf" srcId="{F1B06492-E2EF-4039-935A-7B322998A1B6}" destId="{E6EBD11B-CA95-4B1B-8E16-CB0EA5266B8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530F219-D246-47A8-9ECB-34BC275BDFC2}" type="doc">
      <dgm:prSet loTypeId="urn:microsoft.com/office/officeart/2016/7/layout/VerticalDownArrowProcess" loCatId="process" qsTypeId="urn:microsoft.com/office/officeart/2005/8/quickstyle/simple1" qsCatId="simple" csTypeId="urn:microsoft.com/office/officeart/2005/8/colors/colorful1" csCatId="colorful"/>
      <dgm:spPr/>
      <dgm:t>
        <a:bodyPr/>
        <a:lstStyle/>
        <a:p>
          <a:endParaRPr lang="en-US"/>
        </a:p>
      </dgm:t>
    </dgm:pt>
    <dgm:pt modelId="{FFDCCEED-B754-43B0-88A9-EEB3AC5AC532}">
      <dgm:prSet/>
      <dgm:spPr/>
      <dgm:t>
        <a:bodyPr/>
        <a:lstStyle/>
        <a:p>
          <a:r>
            <a:rPr lang="en-US"/>
            <a:t>Identify</a:t>
          </a:r>
        </a:p>
      </dgm:t>
    </dgm:pt>
    <dgm:pt modelId="{0D355251-629E-4B26-87A8-7BE8D2883D93}" type="parTrans" cxnId="{EB7C4927-F2BE-4FD0-9524-9BA66E926876}">
      <dgm:prSet/>
      <dgm:spPr/>
      <dgm:t>
        <a:bodyPr/>
        <a:lstStyle/>
        <a:p>
          <a:endParaRPr lang="en-US"/>
        </a:p>
      </dgm:t>
    </dgm:pt>
    <dgm:pt modelId="{3F69788A-5679-4D99-9FD5-955CD9234081}" type="sibTrans" cxnId="{EB7C4927-F2BE-4FD0-9524-9BA66E926876}">
      <dgm:prSet/>
      <dgm:spPr/>
      <dgm:t>
        <a:bodyPr/>
        <a:lstStyle/>
        <a:p>
          <a:endParaRPr lang="en-US"/>
        </a:p>
      </dgm:t>
    </dgm:pt>
    <dgm:pt modelId="{0F015A5D-9419-432E-BE09-10F88BBDC0A9}">
      <dgm:prSet/>
      <dgm:spPr/>
      <dgm:t>
        <a:bodyPr/>
        <a:lstStyle/>
        <a:p>
          <a:r>
            <a:rPr lang="en-US"/>
            <a:t>Identify problem of interest (Weeks 1 - 3)</a:t>
          </a:r>
        </a:p>
      </dgm:t>
    </dgm:pt>
    <dgm:pt modelId="{3366B7B9-8C0A-404B-87CA-C73C18A6273B}" type="parTrans" cxnId="{B3B94803-02D2-4AA0-A79A-58F01B641B44}">
      <dgm:prSet/>
      <dgm:spPr/>
      <dgm:t>
        <a:bodyPr/>
        <a:lstStyle/>
        <a:p>
          <a:endParaRPr lang="en-US"/>
        </a:p>
      </dgm:t>
    </dgm:pt>
    <dgm:pt modelId="{BBDFEE98-C9B4-4FE4-BFB8-40454C0AA6B0}" type="sibTrans" cxnId="{B3B94803-02D2-4AA0-A79A-58F01B641B44}">
      <dgm:prSet/>
      <dgm:spPr/>
      <dgm:t>
        <a:bodyPr/>
        <a:lstStyle/>
        <a:p>
          <a:endParaRPr lang="en-US"/>
        </a:p>
      </dgm:t>
    </dgm:pt>
    <dgm:pt modelId="{AA949037-1E65-4F6B-8B39-D97AC522755F}">
      <dgm:prSet/>
      <dgm:spPr/>
      <dgm:t>
        <a:bodyPr/>
        <a:lstStyle/>
        <a:p>
          <a:r>
            <a:rPr lang="en-US"/>
            <a:t>Focus on</a:t>
          </a:r>
        </a:p>
      </dgm:t>
    </dgm:pt>
    <dgm:pt modelId="{75B554B6-4B9D-408C-8AEF-3CC64836B698}" type="parTrans" cxnId="{7C0BB352-D3EC-46F4-8185-F119D4F39CB3}">
      <dgm:prSet/>
      <dgm:spPr/>
      <dgm:t>
        <a:bodyPr/>
        <a:lstStyle/>
        <a:p>
          <a:endParaRPr lang="en-US"/>
        </a:p>
      </dgm:t>
    </dgm:pt>
    <dgm:pt modelId="{E695C76B-3345-4EFA-AF7E-BF162CD33834}" type="sibTrans" cxnId="{7C0BB352-D3EC-46F4-8185-F119D4F39CB3}">
      <dgm:prSet/>
      <dgm:spPr/>
      <dgm:t>
        <a:bodyPr/>
        <a:lstStyle/>
        <a:p>
          <a:endParaRPr lang="en-US"/>
        </a:p>
      </dgm:t>
    </dgm:pt>
    <dgm:pt modelId="{BEA7AE5B-FE65-421B-BF88-54D79A919508}">
      <dgm:prSet/>
      <dgm:spPr/>
      <dgm:t>
        <a:bodyPr/>
        <a:lstStyle/>
        <a:p>
          <a:r>
            <a:rPr lang="en-US"/>
            <a:t>Focus on the important questions (Weeks 4 - 5)</a:t>
          </a:r>
        </a:p>
      </dgm:t>
    </dgm:pt>
    <dgm:pt modelId="{69EE6BB8-D439-4E10-89BD-61976A8CAA80}" type="parTrans" cxnId="{481F1C23-039B-4598-ACCF-2BD53E944FDE}">
      <dgm:prSet/>
      <dgm:spPr/>
      <dgm:t>
        <a:bodyPr/>
        <a:lstStyle/>
        <a:p>
          <a:endParaRPr lang="en-US"/>
        </a:p>
      </dgm:t>
    </dgm:pt>
    <dgm:pt modelId="{6FD6ABD1-8017-4592-A544-2407F5BAFA83}" type="sibTrans" cxnId="{481F1C23-039B-4598-ACCF-2BD53E944FDE}">
      <dgm:prSet/>
      <dgm:spPr/>
      <dgm:t>
        <a:bodyPr/>
        <a:lstStyle/>
        <a:p>
          <a:endParaRPr lang="en-US"/>
        </a:p>
      </dgm:t>
    </dgm:pt>
    <dgm:pt modelId="{CA6454EA-5A6F-4492-9232-B55627417689}">
      <dgm:prSet/>
      <dgm:spPr/>
      <dgm:t>
        <a:bodyPr/>
        <a:lstStyle/>
        <a:p>
          <a:r>
            <a:rPr lang="en-US"/>
            <a:t>Plan</a:t>
          </a:r>
        </a:p>
      </dgm:t>
    </dgm:pt>
    <dgm:pt modelId="{680DB1EA-CDEE-40C2-AF13-6C5179492ECF}" type="parTrans" cxnId="{4E87C88F-FCD1-4034-8B86-6F7A205D9EBC}">
      <dgm:prSet/>
      <dgm:spPr/>
      <dgm:t>
        <a:bodyPr/>
        <a:lstStyle/>
        <a:p>
          <a:endParaRPr lang="en-US"/>
        </a:p>
      </dgm:t>
    </dgm:pt>
    <dgm:pt modelId="{FA8A7605-ED8A-47C7-B0A3-C1C454D4BDF0}" type="sibTrans" cxnId="{4E87C88F-FCD1-4034-8B86-6F7A205D9EBC}">
      <dgm:prSet/>
      <dgm:spPr/>
      <dgm:t>
        <a:bodyPr/>
        <a:lstStyle/>
        <a:p>
          <a:endParaRPr lang="en-US"/>
        </a:p>
      </dgm:t>
    </dgm:pt>
    <dgm:pt modelId="{E7D44170-8030-463D-A913-6ED0B18282E0}">
      <dgm:prSet/>
      <dgm:spPr/>
      <dgm:t>
        <a:bodyPr/>
        <a:lstStyle/>
        <a:p>
          <a:r>
            <a:rPr lang="en-US"/>
            <a:t>Plan a way to answer the questions (Weeks 6 - 12)</a:t>
          </a:r>
        </a:p>
      </dgm:t>
    </dgm:pt>
    <dgm:pt modelId="{D04A88BE-2E5B-4A01-9029-652AB60FD7E8}" type="parTrans" cxnId="{E89E9A36-824C-4BCA-9B60-A0948D9065B1}">
      <dgm:prSet/>
      <dgm:spPr/>
      <dgm:t>
        <a:bodyPr/>
        <a:lstStyle/>
        <a:p>
          <a:endParaRPr lang="en-US"/>
        </a:p>
      </dgm:t>
    </dgm:pt>
    <dgm:pt modelId="{A781AAF2-26B8-4C48-9423-19449F608905}" type="sibTrans" cxnId="{E89E9A36-824C-4BCA-9B60-A0948D9065B1}">
      <dgm:prSet/>
      <dgm:spPr/>
      <dgm:t>
        <a:bodyPr/>
        <a:lstStyle/>
        <a:p>
          <a:endParaRPr lang="en-US"/>
        </a:p>
      </dgm:t>
    </dgm:pt>
    <dgm:pt modelId="{FF22CD7C-360D-4FDD-8C6D-623B036563C9}">
      <dgm:prSet/>
      <dgm:spPr/>
      <dgm:t>
        <a:bodyPr/>
        <a:lstStyle/>
        <a:p>
          <a:r>
            <a:rPr lang="en-US"/>
            <a:t>Collect</a:t>
          </a:r>
        </a:p>
      </dgm:t>
    </dgm:pt>
    <dgm:pt modelId="{12E1AE51-076B-42FB-A1A5-5DE6E93EAEC7}" type="parTrans" cxnId="{46BDB10A-DDC7-4CA4-8616-49F51DD0916A}">
      <dgm:prSet/>
      <dgm:spPr/>
      <dgm:t>
        <a:bodyPr/>
        <a:lstStyle/>
        <a:p>
          <a:endParaRPr lang="en-US"/>
        </a:p>
      </dgm:t>
    </dgm:pt>
    <dgm:pt modelId="{BA78E9A3-691E-4796-9D1C-100647A2809F}" type="sibTrans" cxnId="{46BDB10A-DDC7-4CA4-8616-49F51DD0916A}">
      <dgm:prSet/>
      <dgm:spPr/>
      <dgm:t>
        <a:bodyPr/>
        <a:lstStyle/>
        <a:p>
          <a:endParaRPr lang="en-US"/>
        </a:p>
      </dgm:t>
    </dgm:pt>
    <dgm:pt modelId="{C154A01F-D578-4CD1-8093-3CC8A2775B7D}">
      <dgm:prSet/>
      <dgm:spPr/>
      <dgm:t>
        <a:bodyPr/>
        <a:lstStyle/>
        <a:p>
          <a:r>
            <a:rPr lang="en-US"/>
            <a:t>Collect data (ANLY 699)</a:t>
          </a:r>
        </a:p>
      </dgm:t>
    </dgm:pt>
    <dgm:pt modelId="{8FBE1C33-CB07-4B7B-8661-7341B65A190B}" type="parTrans" cxnId="{A710197B-34FF-4023-BCDE-41F0B03C7F5D}">
      <dgm:prSet/>
      <dgm:spPr/>
      <dgm:t>
        <a:bodyPr/>
        <a:lstStyle/>
        <a:p>
          <a:endParaRPr lang="en-US"/>
        </a:p>
      </dgm:t>
    </dgm:pt>
    <dgm:pt modelId="{91BFBCB8-9486-4565-9C01-DC5CD0A4CCCE}" type="sibTrans" cxnId="{A710197B-34FF-4023-BCDE-41F0B03C7F5D}">
      <dgm:prSet/>
      <dgm:spPr/>
      <dgm:t>
        <a:bodyPr/>
        <a:lstStyle/>
        <a:p>
          <a:endParaRPr lang="en-US"/>
        </a:p>
      </dgm:t>
    </dgm:pt>
    <dgm:pt modelId="{E25B1868-4A77-4259-920E-9296627917A1}">
      <dgm:prSet/>
      <dgm:spPr/>
      <dgm:t>
        <a:bodyPr/>
        <a:lstStyle/>
        <a:p>
          <a:r>
            <a:rPr lang="en-US"/>
            <a:t>Analyze</a:t>
          </a:r>
        </a:p>
      </dgm:t>
    </dgm:pt>
    <dgm:pt modelId="{E707E64C-FEF0-4B6A-85B9-04AB43223092}" type="parTrans" cxnId="{D39C27A4-B2D3-4F17-BC0D-DC6C8667BB48}">
      <dgm:prSet/>
      <dgm:spPr/>
      <dgm:t>
        <a:bodyPr/>
        <a:lstStyle/>
        <a:p>
          <a:endParaRPr lang="en-US"/>
        </a:p>
      </dgm:t>
    </dgm:pt>
    <dgm:pt modelId="{EEA7ED7F-2A7F-4854-B1C0-88A05ECEB57F}" type="sibTrans" cxnId="{D39C27A4-B2D3-4F17-BC0D-DC6C8667BB48}">
      <dgm:prSet/>
      <dgm:spPr/>
      <dgm:t>
        <a:bodyPr/>
        <a:lstStyle/>
        <a:p>
          <a:endParaRPr lang="en-US"/>
        </a:p>
      </dgm:t>
    </dgm:pt>
    <dgm:pt modelId="{BDAE2B6D-88B5-4735-90AF-1DDEBAB9CB82}">
      <dgm:prSet/>
      <dgm:spPr/>
      <dgm:t>
        <a:bodyPr/>
        <a:lstStyle/>
        <a:p>
          <a:r>
            <a:rPr lang="en-US"/>
            <a:t>Analyze data (ANLY 699)</a:t>
          </a:r>
        </a:p>
      </dgm:t>
    </dgm:pt>
    <dgm:pt modelId="{58D978A1-1F84-4921-8D24-1B93DA08DAAA}" type="parTrans" cxnId="{89499F6D-4CF7-40E7-BB73-7D8D81E8DDDD}">
      <dgm:prSet/>
      <dgm:spPr/>
      <dgm:t>
        <a:bodyPr/>
        <a:lstStyle/>
        <a:p>
          <a:endParaRPr lang="en-US"/>
        </a:p>
      </dgm:t>
    </dgm:pt>
    <dgm:pt modelId="{19D5210E-9808-4765-BEB3-3A2799905FAA}" type="sibTrans" cxnId="{89499F6D-4CF7-40E7-BB73-7D8D81E8DDDD}">
      <dgm:prSet/>
      <dgm:spPr/>
      <dgm:t>
        <a:bodyPr/>
        <a:lstStyle/>
        <a:p>
          <a:endParaRPr lang="en-US"/>
        </a:p>
      </dgm:t>
    </dgm:pt>
    <dgm:pt modelId="{3478826D-3AE0-42F8-86F7-1BB8AB2D4B9D}">
      <dgm:prSet/>
      <dgm:spPr/>
      <dgm:t>
        <a:bodyPr/>
        <a:lstStyle/>
        <a:p>
          <a:r>
            <a:rPr lang="en-US"/>
            <a:t>Interpret</a:t>
          </a:r>
        </a:p>
      </dgm:t>
    </dgm:pt>
    <dgm:pt modelId="{E284F0A1-B99F-4AD4-BB23-1137229A1D88}" type="parTrans" cxnId="{0D9722F1-9A7A-476D-A54E-284963226645}">
      <dgm:prSet/>
      <dgm:spPr/>
      <dgm:t>
        <a:bodyPr/>
        <a:lstStyle/>
        <a:p>
          <a:endParaRPr lang="en-US"/>
        </a:p>
      </dgm:t>
    </dgm:pt>
    <dgm:pt modelId="{0FF26386-077B-4CED-9F29-0D7E2245E9C8}" type="sibTrans" cxnId="{0D9722F1-9A7A-476D-A54E-284963226645}">
      <dgm:prSet/>
      <dgm:spPr/>
      <dgm:t>
        <a:bodyPr/>
        <a:lstStyle/>
        <a:p>
          <a:endParaRPr lang="en-US"/>
        </a:p>
      </dgm:t>
    </dgm:pt>
    <dgm:pt modelId="{285B73B4-D296-4F15-A0F7-C9AC47ECE31B}">
      <dgm:prSet/>
      <dgm:spPr/>
      <dgm:t>
        <a:bodyPr/>
        <a:lstStyle/>
        <a:p>
          <a:r>
            <a:rPr lang="en-US"/>
            <a:t>Interpret and Evaluation (ANLY 699)</a:t>
          </a:r>
        </a:p>
      </dgm:t>
    </dgm:pt>
    <dgm:pt modelId="{A77FA408-04F7-4066-960E-9F68D08BD964}" type="parTrans" cxnId="{824451D9-8A88-4A13-97EE-D428361897F7}">
      <dgm:prSet/>
      <dgm:spPr/>
      <dgm:t>
        <a:bodyPr/>
        <a:lstStyle/>
        <a:p>
          <a:endParaRPr lang="en-US"/>
        </a:p>
      </dgm:t>
    </dgm:pt>
    <dgm:pt modelId="{43EE769D-4A0D-4AC6-800A-429174A0875D}" type="sibTrans" cxnId="{824451D9-8A88-4A13-97EE-D428361897F7}">
      <dgm:prSet/>
      <dgm:spPr/>
      <dgm:t>
        <a:bodyPr/>
        <a:lstStyle/>
        <a:p>
          <a:endParaRPr lang="en-US"/>
        </a:p>
      </dgm:t>
    </dgm:pt>
    <dgm:pt modelId="{73B72B2E-2194-49B9-A65F-FFE6323CFC58}" type="pres">
      <dgm:prSet presAssocID="{D530F219-D246-47A8-9ECB-34BC275BDFC2}" presName="Name0" presStyleCnt="0">
        <dgm:presLayoutVars>
          <dgm:dir/>
          <dgm:animLvl val="lvl"/>
          <dgm:resizeHandles val="exact"/>
        </dgm:presLayoutVars>
      </dgm:prSet>
      <dgm:spPr/>
    </dgm:pt>
    <dgm:pt modelId="{8FAE8BC3-DFB3-42DC-A160-9731AB9CC0CB}" type="pres">
      <dgm:prSet presAssocID="{3478826D-3AE0-42F8-86F7-1BB8AB2D4B9D}" presName="boxAndChildren" presStyleCnt="0"/>
      <dgm:spPr/>
    </dgm:pt>
    <dgm:pt modelId="{B12DE89E-AFE9-404D-8A1D-A750E0CB28F3}" type="pres">
      <dgm:prSet presAssocID="{3478826D-3AE0-42F8-86F7-1BB8AB2D4B9D}" presName="parentTextBox" presStyleLbl="alignNode1" presStyleIdx="0" presStyleCnt="6"/>
      <dgm:spPr/>
    </dgm:pt>
    <dgm:pt modelId="{0775B6D1-C5F7-4315-9D71-F271082E34B4}" type="pres">
      <dgm:prSet presAssocID="{3478826D-3AE0-42F8-86F7-1BB8AB2D4B9D}" presName="descendantBox" presStyleLbl="bgAccFollowNode1" presStyleIdx="0" presStyleCnt="6"/>
      <dgm:spPr/>
    </dgm:pt>
    <dgm:pt modelId="{21928790-928F-45DD-9718-7A6FA5185518}" type="pres">
      <dgm:prSet presAssocID="{EEA7ED7F-2A7F-4854-B1C0-88A05ECEB57F}" presName="sp" presStyleCnt="0"/>
      <dgm:spPr/>
    </dgm:pt>
    <dgm:pt modelId="{AB73194B-58B6-443F-AFC0-16E14D5806F4}" type="pres">
      <dgm:prSet presAssocID="{E25B1868-4A77-4259-920E-9296627917A1}" presName="arrowAndChildren" presStyleCnt="0"/>
      <dgm:spPr/>
    </dgm:pt>
    <dgm:pt modelId="{C9EAAA59-A6F2-404D-8DAD-9B70E168A5DC}" type="pres">
      <dgm:prSet presAssocID="{E25B1868-4A77-4259-920E-9296627917A1}" presName="parentTextArrow" presStyleLbl="node1" presStyleIdx="0" presStyleCnt="0"/>
      <dgm:spPr/>
    </dgm:pt>
    <dgm:pt modelId="{CD3E1CD6-55CF-47B6-A583-290B408A45BD}" type="pres">
      <dgm:prSet presAssocID="{E25B1868-4A77-4259-920E-9296627917A1}" presName="arrow" presStyleLbl="alignNode1" presStyleIdx="1" presStyleCnt="6"/>
      <dgm:spPr/>
    </dgm:pt>
    <dgm:pt modelId="{D7666307-4D65-41B9-84B6-B2CFF0BB3B4E}" type="pres">
      <dgm:prSet presAssocID="{E25B1868-4A77-4259-920E-9296627917A1}" presName="descendantArrow" presStyleLbl="bgAccFollowNode1" presStyleIdx="1" presStyleCnt="6"/>
      <dgm:spPr/>
    </dgm:pt>
    <dgm:pt modelId="{0D7ECF4C-6201-4811-A1CD-54741839338B}" type="pres">
      <dgm:prSet presAssocID="{BA78E9A3-691E-4796-9D1C-100647A2809F}" presName="sp" presStyleCnt="0"/>
      <dgm:spPr/>
    </dgm:pt>
    <dgm:pt modelId="{A457A99B-6CA6-4115-AAE0-6B89A824EAE1}" type="pres">
      <dgm:prSet presAssocID="{FF22CD7C-360D-4FDD-8C6D-623B036563C9}" presName="arrowAndChildren" presStyleCnt="0"/>
      <dgm:spPr/>
    </dgm:pt>
    <dgm:pt modelId="{BDAA9D94-4D81-4C7F-84F4-EF66DB0A628F}" type="pres">
      <dgm:prSet presAssocID="{FF22CD7C-360D-4FDD-8C6D-623B036563C9}" presName="parentTextArrow" presStyleLbl="node1" presStyleIdx="0" presStyleCnt="0"/>
      <dgm:spPr/>
    </dgm:pt>
    <dgm:pt modelId="{73078A26-1F0E-45B7-AD99-DBD91E630057}" type="pres">
      <dgm:prSet presAssocID="{FF22CD7C-360D-4FDD-8C6D-623B036563C9}" presName="arrow" presStyleLbl="alignNode1" presStyleIdx="2" presStyleCnt="6"/>
      <dgm:spPr/>
    </dgm:pt>
    <dgm:pt modelId="{1BD09F14-DEE3-4D79-B2E2-AA907DBA1D73}" type="pres">
      <dgm:prSet presAssocID="{FF22CD7C-360D-4FDD-8C6D-623B036563C9}" presName="descendantArrow" presStyleLbl="bgAccFollowNode1" presStyleIdx="2" presStyleCnt="6"/>
      <dgm:spPr/>
    </dgm:pt>
    <dgm:pt modelId="{DD30188D-24C8-460A-B281-E64ECC993851}" type="pres">
      <dgm:prSet presAssocID="{FA8A7605-ED8A-47C7-B0A3-C1C454D4BDF0}" presName="sp" presStyleCnt="0"/>
      <dgm:spPr/>
    </dgm:pt>
    <dgm:pt modelId="{B07A1D1B-16F2-4E40-B4CD-23CFF7CEDB65}" type="pres">
      <dgm:prSet presAssocID="{CA6454EA-5A6F-4492-9232-B55627417689}" presName="arrowAndChildren" presStyleCnt="0"/>
      <dgm:spPr/>
    </dgm:pt>
    <dgm:pt modelId="{135B14F9-8E93-4135-BCDD-30C487DE3121}" type="pres">
      <dgm:prSet presAssocID="{CA6454EA-5A6F-4492-9232-B55627417689}" presName="parentTextArrow" presStyleLbl="node1" presStyleIdx="0" presStyleCnt="0"/>
      <dgm:spPr/>
    </dgm:pt>
    <dgm:pt modelId="{991028D1-82B7-4B2C-B112-1D72AA639FEC}" type="pres">
      <dgm:prSet presAssocID="{CA6454EA-5A6F-4492-9232-B55627417689}" presName="arrow" presStyleLbl="alignNode1" presStyleIdx="3" presStyleCnt="6"/>
      <dgm:spPr/>
    </dgm:pt>
    <dgm:pt modelId="{1BFDCB8D-BF80-4B57-AB33-060F58034E38}" type="pres">
      <dgm:prSet presAssocID="{CA6454EA-5A6F-4492-9232-B55627417689}" presName="descendantArrow" presStyleLbl="bgAccFollowNode1" presStyleIdx="3" presStyleCnt="6"/>
      <dgm:spPr/>
    </dgm:pt>
    <dgm:pt modelId="{135EE4DE-D0BE-4376-82D8-CC8EF8944ABD}" type="pres">
      <dgm:prSet presAssocID="{E695C76B-3345-4EFA-AF7E-BF162CD33834}" presName="sp" presStyleCnt="0"/>
      <dgm:spPr/>
    </dgm:pt>
    <dgm:pt modelId="{CDC5452C-6257-46A3-AAD8-A6FBA71F4E50}" type="pres">
      <dgm:prSet presAssocID="{AA949037-1E65-4F6B-8B39-D97AC522755F}" presName="arrowAndChildren" presStyleCnt="0"/>
      <dgm:spPr/>
    </dgm:pt>
    <dgm:pt modelId="{04E3C73C-F938-4D1E-ADA3-0C782B2D323B}" type="pres">
      <dgm:prSet presAssocID="{AA949037-1E65-4F6B-8B39-D97AC522755F}" presName="parentTextArrow" presStyleLbl="node1" presStyleIdx="0" presStyleCnt="0"/>
      <dgm:spPr/>
    </dgm:pt>
    <dgm:pt modelId="{7296D3AC-C24B-4140-8834-4E77B04408C8}" type="pres">
      <dgm:prSet presAssocID="{AA949037-1E65-4F6B-8B39-D97AC522755F}" presName="arrow" presStyleLbl="alignNode1" presStyleIdx="4" presStyleCnt="6"/>
      <dgm:spPr/>
    </dgm:pt>
    <dgm:pt modelId="{E8104D3F-A548-4C7D-BE47-51AC5AD9FCEB}" type="pres">
      <dgm:prSet presAssocID="{AA949037-1E65-4F6B-8B39-D97AC522755F}" presName="descendantArrow" presStyleLbl="bgAccFollowNode1" presStyleIdx="4" presStyleCnt="6"/>
      <dgm:spPr/>
    </dgm:pt>
    <dgm:pt modelId="{6DDDFF30-7F51-4EB9-8F46-16D0D47AB768}" type="pres">
      <dgm:prSet presAssocID="{3F69788A-5679-4D99-9FD5-955CD9234081}" presName="sp" presStyleCnt="0"/>
      <dgm:spPr/>
    </dgm:pt>
    <dgm:pt modelId="{CD3AEFAB-80A0-4A0C-B19A-4042DA7EC77E}" type="pres">
      <dgm:prSet presAssocID="{FFDCCEED-B754-43B0-88A9-EEB3AC5AC532}" presName="arrowAndChildren" presStyleCnt="0"/>
      <dgm:spPr/>
    </dgm:pt>
    <dgm:pt modelId="{43885E63-F65B-4FDE-8B11-3BAC9847DB7E}" type="pres">
      <dgm:prSet presAssocID="{FFDCCEED-B754-43B0-88A9-EEB3AC5AC532}" presName="parentTextArrow" presStyleLbl="node1" presStyleIdx="0" presStyleCnt="0"/>
      <dgm:spPr/>
    </dgm:pt>
    <dgm:pt modelId="{18D906A1-1CBC-453F-9D44-CDAE9CEEA577}" type="pres">
      <dgm:prSet presAssocID="{FFDCCEED-B754-43B0-88A9-EEB3AC5AC532}" presName="arrow" presStyleLbl="alignNode1" presStyleIdx="5" presStyleCnt="6"/>
      <dgm:spPr/>
    </dgm:pt>
    <dgm:pt modelId="{3225095F-35C4-42DB-9069-BEA8591C4997}" type="pres">
      <dgm:prSet presAssocID="{FFDCCEED-B754-43B0-88A9-EEB3AC5AC532}" presName="descendantArrow" presStyleLbl="bgAccFollowNode1" presStyleIdx="5" presStyleCnt="6"/>
      <dgm:spPr/>
    </dgm:pt>
  </dgm:ptLst>
  <dgm:cxnLst>
    <dgm:cxn modelId="{0BE6A100-0EFB-44BB-8BB2-7525F765FB95}" type="presOf" srcId="{E25B1868-4A77-4259-920E-9296627917A1}" destId="{C9EAAA59-A6F2-404D-8DAD-9B70E168A5DC}" srcOrd="0" destOrd="0" presId="urn:microsoft.com/office/officeart/2016/7/layout/VerticalDownArrowProcess"/>
    <dgm:cxn modelId="{B3B94803-02D2-4AA0-A79A-58F01B641B44}" srcId="{FFDCCEED-B754-43B0-88A9-EEB3AC5AC532}" destId="{0F015A5D-9419-432E-BE09-10F88BBDC0A9}" srcOrd="0" destOrd="0" parTransId="{3366B7B9-8C0A-404B-87CA-C73C18A6273B}" sibTransId="{BBDFEE98-C9B4-4FE4-BFB8-40454C0AA6B0}"/>
    <dgm:cxn modelId="{B33A990A-37D7-490D-9022-794F531B2948}" type="presOf" srcId="{C154A01F-D578-4CD1-8093-3CC8A2775B7D}" destId="{1BD09F14-DEE3-4D79-B2E2-AA907DBA1D73}" srcOrd="0" destOrd="0" presId="urn:microsoft.com/office/officeart/2016/7/layout/VerticalDownArrowProcess"/>
    <dgm:cxn modelId="{46BDB10A-DDC7-4CA4-8616-49F51DD0916A}" srcId="{D530F219-D246-47A8-9ECB-34BC275BDFC2}" destId="{FF22CD7C-360D-4FDD-8C6D-623B036563C9}" srcOrd="3" destOrd="0" parTransId="{12E1AE51-076B-42FB-A1A5-5DE6E93EAEC7}" sibTransId="{BA78E9A3-691E-4796-9D1C-100647A2809F}"/>
    <dgm:cxn modelId="{481F1C23-039B-4598-ACCF-2BD53E944FDE}" srcId="{AA949037-1E65-4F6B-8B39-D97AC522755F}" destId="{BEA7AE5B-FE65-421B-BF88-54D79A919508}" srcOrd="0" destOrd="0" parTransId="{69EE6BB8-D439-4E10-89BD-61976A8CAA80}" sibTransId="{6FD6ABD1-8017-4592-A544-2407F5BAFA83}"/>
    <dgm:cxn modelId="{EB7C4927-F2BE-4FD0-9524-9BA66E926876}" srcId="{D530F219-D246-47A8-9ECB-34BC275BDFC2}" destId="{FFDCCEED-B754-43B0-88A9-EEB3AC5AC532}" srcOrd="0" destOrd="0" parTransId="{0D355251-629E-4B26-87A8-7BE8D2883D93}" sibTransId="{3F69788A-5679-4D99-9FD5-955CD9234081}"/>
    <dgm:cxn modelId="{13D19D35-5B2B-45E6-AFBF-623D68486BE7}" type="presOf" srcId="{E7D44170-8030-463D-A913-6ED0B18282E0}" destId="{1BFDCB8D-BF80-4B57-AB33-060F58034E38}" srcOrd="0" destOrd="0" presId="urn:microsoft.com/office/officeart/2016/7/layout/VerticalDownArrowProcess"/>
    <dgm:cxn modelId="{E89E9A36-824C-4BCA-9B60-A0948D9065B1}" srcId="{CA6454EA-5A6F-4492-9232-B55627417689}" destId="{E7D44170-8030-463D-A913-6ED0B18282E0}" srcOrd="0" destOrd="0" parTransId="{D04A88BE-2E5B-4A01-9029-652AB60FD7E8}" sibTransId="{A781AAF2-26B8-4C48-9423-19449F608905}"/>
    <dgm:cxn modelId="{C812C036-9D16-45CE-867B-64D1F10429CB}" type="presOf" srcId="{CA6454EA-5A6F-4492-9232-B55627417689}" destId="{991028D1-82B7-4B2C-B112-1D72AA639FEC}" srcOrd="1" destOrd="0" presId="urn:microsoft.com/office/officeart/2016/7/layout/VerticalDownArrowProcess"/>
    <dgm:cxn modelId="{89499F6D-4CF7-40E7-BB73-7D8D81E8DDDD}" srcId="{E25B1868-4A77-4259-920E-9296627917A1}" destId="{BDAE2B6D-88B5-4735-90AF-1DDEBAB9CB82}" srcOrd="0" destOrd="0" parTransId="{58D978A1-1F84-4921-8D24-1B93DA08DAAA}" sibTransId="{19D5210E-9808-4765-BEB3-3A2799905FAA}"/>
    <dgm:cxn modelId="{7C0BB352-D3EC-46F4-8185-F119D4F39CB3}" srcId="{D530F219-D246-47A8-9ECB-34BC275BDFC2}" destId="{AA949037-1E65-4F6B-8B39-D97AC522755F}" srcOrd="1" destOrd="0" parTransId="{75B554B6-4B9D-408C-8AEF-3CC64836B698}" sibTransId="{E695C76B-3345-4EFA-AF7E-BF162CD33834}"/>
    <dgm:cxn modelId="{FCECCD77-BFA7-4742-9544-8E8F9F2E9714}" type="presOf" srcId="{0F015A5D-9419-432E-BE09-10F88BBDC0A9}" destId="{3225095F-35C4-42DB-9069-BEA8591C4997}" srcOrd="0" destOrd="0" presId="urn:microsoft.com/office/officeart/2016/7/layout/VerticalDownArrowProcess"/>
    <dgm:cxn modelId="{A710197B-34FF-4023-BCDE-41F0B03C7F5D}" srcId="{FF22CD7C-360D-4FDD-8C6D-623B036563C9}" destId="{C154A01F-D578-4CD1-8093-3CC8A2775B7D}" srcOrd="0" destOrd="0" parTransId="{8FBE1C33-CB07-4B7B-8661-7341B65A190B}" sibTransId="{91BFBCB8-9486-4565-9C01-DC5CD0A4CCCE}"/>
    <dgm:cxn modelId="{E3617481-83CC-479A-BE3B-CA9243118C98}" type="presOf" srcId="{3478826D-3AE0-42F8-86F7-1BB8AB2D4B9D}" destId="{B12DE89E-AFE9-404D-8A1D-A750E0CB28F3}" srcOrd="0" destOrd="0" presId="urn:microsoft.com/office/officeart/2016/7/layout/VerticalDownArrowProcess"/>
    <dgm:cxn modelId="{4E87C88F-FCD1-4034-8B86-6F7A205D9EBC}" srcId="{D530F219-D246-47A8-9ECB-34BC275BDFC2}" destId="{CA6454EA-5A6F-4492-9232-B55627417689}" srcOrd="2" destOrd="0" parTransId="{680DB1EA-CDEE-40C2-AF13-6C5179492ECF}" sibTransId="{FA8A7605-ED8A-47C7-B0A3-C1C454D4BDF0}"/>
    <dgm:cxn modelId="{D87F229A-E5AF-40F8-AA3A-23511A64BB80}" type="presOf" srcId="{E25B1868-4A77-4259-920E-9296627917A1}" destId="{CD3E1CD6-55CF-47B6-A583-290B408A45BD}" srcOrd="1" destOrd="0" presId="urn:microsoft.com/office/officeart/2016/7/layout/VerticalDownArrowProcess"/>
    <dgm:cxn modelId="{FF73159D-6FA6-4A1F-AC61-9699E7EF7743}" type="presOf" srcId="{BDAE2B6D-88B5-4735-90AF-1DDEBAB9CB82}" destId="{D7666307-4D65-41B9-84B6-B2CFF0BB3B4E}" srcOrd="0" destOrd="0" presId="urn:microsoft.com/office/officeart/2016/7/layout/VerticalDownArrowProcess"/>
    <dgm:cxn modelId="{35A0289E-80A0-4EF3-AC3A-0F5571D50BC8}" type="presOf" srcId="{FFDCCEED-B754-43B0-88A9-EEB3AC5AC532}" destId="{18D906A1-1CBC-453F-9D44-CDAE9CEEA577}" srcOrd="1" destOrd="0" presId="urn:microsoft.com/office/officeart/2016/7/layout/VerticalDownArrowProcess"/>
    <dgm:cxn modelId="{6C9BFEA0-DAEA-4A79-AE86-4E2F2AA9AAF6}" type="presOf" srcId="{FF22CD7C-360D-4FDD-8C6D-623B036563C9}" destId="{BDAA9D94-4D81-4C7F-84F4-EF66DB0A628F}" srcOrd="0" destOrd="0" presId="urn:microsoft.com/office/officeart/2016/7/layout/VerticalDownArrowProcess"/>
    <dgm:cxn modelId="{D39C27A4-B2D3-4F17-BC0D-DC6C8667BB48}" srcId="{D530F219-D246-47A8-9ECB-34BC275BDFC2}" destId="{E25B1868-4A77-4259-920E-9296627917A1}" srcOrd="4" destOrd="0" parTransId="{E707E64C-FEF0-4B6A-85B9-04AB43223092}" sibTransId="{EEA7ED7F-2A7F-4854-B1C0-88A05ECEB57F}"/>
    <dgm:cxn modelId="{1F26FAA5-3816-4F3A-AEE8-0DD48253B031}" type="presOf" srcId="{FFDCCEED-B754-43B0-88A9-EEB3AC5AC532}" destId="{43885E63-F65B-4FDE-8B11-3BAC9847DB7E}" srcOrd="0" destOrd="0" presId="urn:microsoft.com/office/officeart/2016/7/layout/VerticalDownArrowProcess"/>
    <dgm:cxn modelId="{7ECD65C3-BA6B-470F-8F41-0FAF1EDCA533}" type="presOf" srcId="{D530F219-D246-47A8-9ECB-34BC275BDFC2}" destId="{73B72B2E-2194-49B9-A65F-FFE6323CFC58}" srcOrd="0" destOrd="0" presId="urn:microsoft.com/office/officeart/2016/7/layout/VerticalDownArrowProcess"/>
    <dgm:cxn modelId="{EBB31FC6-C86F-4DB3-A2F4-34AB95821AF1}" type="presOf" srcId="{FF22CD7C-360D-4FDD-8C6D-623B036563C9}" destId="{73078A26-1F0E-45B7-AD99-DBD91E630057}" srcOrd="1" destOrd="0" presId="urn:microsoft.com/office/officeart/2016/7/layout/VerticalDownArrowProcess"/>
    <dgm:cxn modelId="{80FD7EC9-5772-4543-A045-CAA503240769}" type="presOf" srcId="{CA6454EA-5A6F-4492-9232-B55627417689}" destId="{135B14F9-8E93-4135-BCDD-30C487DE3121}" srcOrd="0" destOrd="0" presId="urn:microsoft.com/office/officeart/2016/7/layout/VerticalDownArrowProcess"/>
    <dgm:cxn modelId="{E25A7BCB-8CAF-4662-9CF5-65A91C3F9626}" type="presOf" srcId="{AA949037-1E65-4F6B-8B39-D97AC522755F}" destId="{04E3C73C-F938-4D1E-ADA3-0C782B2D323B}" srcOrd="0" destOrd="0" presId="urn:microsoft.com/office/officeart/2016/7/layout/VerticalDownArrowProcess"/>
    <dgm:cxn modelId="{B03D79CD-93FE-42D3-AEB2-AAC8D4834027}" type="presOf" srcId="{AA949037-1E65-4F6B-8B39-D97AC522755F}" destId="{7296D3AC-C24B-4140-8834-4E77B04408C8}" srcOrd="1" destOrd="0" presId="urn:microsoft.com/office/officeart/2016/7/layout/VerticalDownArrowProcess"/>
    <dgm:cxn modelId="{824451D9-8A88-4A13-97EE-D428361897F7}" srcId="{3478826D-3AE0-42F8-86F7-1BB8AB2D4B9D}" destId="{285B73B4-D296-4F15-A0F7-C9AC47ECE31B}" srcOrd="0" destOrd="0" parTransId="{A77FA408-04F7-4066-960E-9F68D08BD964}" sibTransId="{43EE769D-4A0D-4AC6-800A-429174A0875D}"/>
    <dgm:cxn modelId="{134779DF-5B19-4120-88BA-9F72203DCB1F}" type="presOf" srcId="{BEA7AE5B-FE65-421B-BF88-54D79A919508}" destId="{E8104D3F-A548-4C7D-BE47-51AC5AD9FCEB}" srcOrd="0" destOrd="0" presId="urn:microsoft.com/office/officeart/2016/7/layout/VerticalDownArrowProcess"/>
    <dgm:cxn modelId="{0D9722F1-9A7A-476D-A54E-284963226645}" srcId="{D530F219-D246-47A8-9ECB-34BC275BDFC2}" destId="{3478826D-3AE0-42F8-86F7-1BB8AB2D4B9D}" srcOrd="5" destOrd="0" parTransId="{E284F0A1-B99F-4AD4-BB23-1137229A1D88}" sibTransId="{0FF26386-077B-4CED-9F29-0D7E2245E9C8}"/>
    <dgm:cxn modelId="{B9D6DBF1-8028-4D33-ACB6-0B8CD6C27966}" type="presOf" srcId="{285B73B4-D296-4F15-A0F7-C9AC47ECE31B}" destId="{0775B6D1-C5F7-4315-9D71-F271082E34B4}" srcOrd="0" destOrd="0" presId="urn:microsoft.com/office/officeart/2016/7/layout/VerticalDownArrowProcess"/>
    <dgm:cxn modelId="{F943E426-EFF0-471F-BBDB-A226123FF2D9}" type="presParOf" srcId="{73B72B2E-2194-49B9-A65F-FFE6323CFC58}" destId="{8FAE8BC3-DFB3-42DC-A160-9731AB9CC0CB}" srcOrd="0" destOrd="0" presId="urn:microsoft.com/office/officeart/2016/7/layout/VerticalDownArrowProcess"/>
    <dgm:cxn modelId="{25AAF66E-BC2A-41CA-81BD-A88FD8B060AF}" type="presParOf" srcId="{8FAE8BC3-DFB3-42DC-A160-9731AB9CC0CB}" destId="{B12DE89E-AFE9-404D-8A1D-A750E0CB28F3}" srcOrd="0" destOrd="0" presId="urn:microsoft.com/office/officeart/2016/7/layout/VerticalDownArrowProcess"/>
    <dgm:cxn modelId="{75C434F0-6A83-423E-9B30-D9184121AE6E}" type="presParOf" srcId="{8FAE8BC3-DFB3-42DC-A160-9731AB9CC0CB}" destId="{0775B6D1-C5F7-4315-9D71-F271082E34B4}" srcOrd="1" destOrd="0" presId="urn:microsoft.com/office/officeart/2016/7/layout/VerticalDownArrowProcess"/>
    <dgm:cxn modelId="{98A7350B-D03F-4E50-9A61-2BE49A5C9D03}" type="presParOf" srcId="{73B72B2E-2194-49B9-A65F-FFE6323CFC58}" destId="{21928790-928F-45DD-9718-7A6FA5185518}" srcOrd="1" destOrd="0" presId="urn:microsoft.com/office/officeart/2016/7/layout/VerticalDownArrowProcess"/>
    <dgm:cxn modelId="{F4EA540C-23DF-4DEB-8DF4-FD7B4B5B2792}" type="presParOf" srcId="{73B72B2E-2194-49B9-A65F-FFE6323CFC58}" destId="{AB73194B-58B6-443F-AFC0-16E14D5806F4}" srcOrd="2" destOrd="0" presId="urn:microsoft.com/office/officeart/2016/7/layout/VerticalDownArrowProcess"/>
    <dgm:cxn modelId="{285E8568-8C83-445A-96CE-7739CE4406C1}" type="presParOf" srcId="{AB73194B-58B6-443F-AFC0-16E14D5806F4}" destId="{C9EAAA59-A6F2-404D-8DAD-9B70E168A5DC}" srcOrd="0" destOrd="0" presId="urn:microsoft.com/office/officeart/2016/7/layout/VerticalDownArrowProcess"/>
    <dgm:cxn modelId="{137C51ED-0117-4769-8477-98AE609D1C02}" type="presParOf" srcId="{AB73194B-58B6-443F-AFC0-16E14D5806F4}" destId="{CD3E1CD6-55CF-47B6-A583-290B408A45BD}" srcOrd="1" destOrd="0" presId="urn:microsoft.com/office/officeart/2016/7/layout/VerticalDownArrowProcess"/>
    <dgm:cxn modelId="{3F711A23-72C8-413D-94BF-32FED6E2C1B9}" type="presParOf" srcId="{AB73194B-58B6-443F-AFC0-16E14D5806F4}" destId="{D7666307-4D65-41B9-84B6-B2CFF0BB3B4E}" srcOrd="2" destOrd="0" presId="urn:microsoft.com/office/officeart/2016/7/layout/VerticalDownArrowProcess"/>
    <dgm:cxn modelId="{3CEEC4D9-B7FF-46AB-8CE7-C1AD24842F99}" type="presParOf" srcId="{73B72B2E-2194-49B9-A65F-FFE6323CFC58}" destId="{0D7ECF4C-6201-4811-A1CD-54741839338B}" srcOrd="3" destOrd="0" presId="urn:microsoft.com/office/officeart/2016/7/layout/VerticalDownArrowProcess"/>
    <dgm:cxn modelId="{17B5F44E-0C36-4281-BAD9-578581158A76}" type="presParOf" srcId="{73B72B2E-2194-49B9-A65F-FFE6323CFC58}" destId="{A457A99B-6CA6-4115-AAE0-6B89A824EAE1}" srcOrd="4" destOrd="0" presId="urn:microsoft.com/office/officeart/2016/7/layout/VerticalDownArrowProcess"/>
    <dgm:cxn modelId="{AB0FB5A4-207D-4336-81EC-DB6AAFD9382F}" type="presParOf" srcId="{A457A99B-6CA6-4115-AAE0-6B89A824EAE1}" destId="{BDAA9D94-4D81-4C7F-84F4-EF66DB0A628F}" srcOrd="0" destOrd="0" presId="urn:microsoft.com/office/officeart/2016/7/layout/VerticalDownArrowProcess"/>
    <dgm:cxn modelId="{E3D37159-1A48-4590-B4CD-D875379E038F}" type="presParOf" srcId="{A457A99B-6CA6-4115-AAE0-6B89A824EAE1}" destId="{73078A26-1F0E-45B7-AD99-DBD91E630057}" srcOrd="1" destOrd="0" presId="urn:microsoft.com/office/officeart/2016/7/layout/VerticalDownArrowProcess"/>
    <dgm:cxn modelId="{4567970D-ADB0-44B6-AE81-1E9A2DEA653E}" type="presParOf" srcId="{A457A99B-6CA6-4115-AAE0-6B89A824EAE1}" destId="{1BD09F14-DEE3-4D79-B2E2-AA907DBA1D73}" srcOrd="2" destOrd="0" presId="urn:microsoft.com/office/officeart/2016/7/layout/VerticalDownArrowProcess"/>
    <dgm:cxn modelId="{C6133F12-4A4A-44D5-A4B6-73DB8357C5D3}" type="presParOf" srcId="{73B72B2E-2194-49B9-A65F-FFE6323CFC58}" destId="{DD30188D-24C8-460A-B281-E64ECC993851}" srcOrd="5" destOrd="0" presId="urn:microsoft.com/office/officeart/2016/7/layout/VerticalDownArrowProcess"/>
    <dgm:cxn modelId="{E2076380-68E4-4714-AF22-AC33E8A12A66}" type="presParOf" srcId="{73B72B2E-2194-49B9-A65F-FFE6323CFC58}" destId="{B07A1D1B-16F2-4E40-B4CD-23CFF7CEDB65}" srcOrd="6" destOrd="0" presId="urn:microsoft.com/office/officeart/2016/7/layout/VerticalDownArrowProcess"/>
    <dgm:cxn modelId="{BF326687-17AB-4249-9C86-39602F5AC256}" type="presParOf" srcId="{B07A1D1B-16F2-4E40-B4CD-23CFF7CEDB65}" destId="{135B14F9-8E93-4135-BCDD-30C487DE3121}" srcOrd="0" destOrd="0" presId="urn:microsoft.com/office/officeart/2016/7/layout/VerticalDownArrowProcess"/>
    <dgm:cxn modelId="{8F605A02-2554-44E0-A489-022598C1C239}" type="presParOf" srcId="{B07A1D1B-16F2-4E40-B4CD-23CFF7CEDB65}" destId="{991028D1-82B7-4B2C-B112-1D72AA639FEC}" srcOrd="1" destOrd="0" presId="urn:microsoft.com/office/officeart/2016/7/layout/VerticalDownArrowProcess"/>
    <dgm:cxn modelId="{92A5E874-8B34-4A35-B6C3-F8A462F1CFBC}" type="presParOf" srcId="{B07A1D1B-16F2-4E40-B4CD-23CFF7CEDB65}" destId="{1BFDCB8D-BF80-4B57-AB33-060F58034E38}" srcOrd="2" destOrd="0" presId="urn:microsoft.com/office/officeart/2016/7/layout/VerticalDownArrowProcess"/>
    <dgm:cxn modelId="{34226934-A177-4B01-AF2A-685FDEFFA00D}" type="presParOf" srcId="{73B72B2E-2194-49B9-A65F-FFE6323CFC58}" destId="{135EE4DE-D0BE-4376-82D8-CC8EF8944ABD}" srcOrd="7" destOrd="0" presId="urn:microsoft.com/office/officeart/2016/7/layout/VerticalDownArrowProcess"/>
    <dgm:cxn modelId="{1705C627-CEEA-4219-8AA8-98EE42EA9640}" type="presParOf" srcId="{73B72B2E-2194-49B9-A65F-FFE6323CFC58}" destId="{CDC5452C-6257-46A3-AAD8-A6FBA71F4E50}" srcOrd="8" destOrd="0" presId="urn:microsoft.com/office/officeart/2016/7/layout/VerticalDownArrowProcess"/>
    <dgm:cxn modelId="{99F5B629-70D4-463E-A747-2943BCC88778}" type="presParOf" srcId="{CDC5452C-6257-46A3-AAD8-A6FBA71F4E50}" destId="{04E3C73C-F938-4D1E-ADA3-0C782B2D323B}" srcOrd="0" destOrd="0" presId="urn:microsoft.com/office/officeart/2016/7/layout/VerticalDownArrowProcess"/>
    <dgm:cxn modelId="{88DF3CBD-CD9A-4819-A027-B235DCE9307B}" type="presParOf" srcId="{CDC5452C-6257-46A3-AAD8-A6FBA71F4E50}" destId="{7296D3AC-C24B-4140-8834-4E77B04408C8}" srcOrd="1" destOrd="0" presId="urn:microsoft.com/office/officeart/2016/7/layout/VerticalDownArrowProcess"/>
    <dgm:cxn modelId="{7F4EDB81-B348-449A-8D8B-6AA3169B110C}" type="presParOf" srcId="{CDC5452C-6257-46A3-AAD8-A6FBA71F4E50}" destId="{E8104D3F-A548-4C7D-BE47-51AC5AD9FCEB}" srcOrd="2" destOrd="0" presId="urn:microsoft.com/office/officeart/2016/7/layout/VerticalDownArrowProcess"/>
    <dgm:cxn modelId="{416BA44E-46AD-415C-9437-CA5AA59DD367}" type="presParOf" srcId="{73B72B2E-2194-49B9-A65F-FFE6323CFC58}" destId="{6DDDFF30-7F51-4EB9-8F46-16D0D47AB768}" srcOrd="9" destOrd="0" presId="urn:microsoft.com/office/officeart/2016/7/layout/VerticalDownArrowProcess"/>
    <dgm:cxn modelId="{E6D43EE9-C673-4E44-AC14-333AB5171C38}" type="presParOf" srcId="{73B72B2E-2194-49B9-A65F-FFE6323CFC58}" destId="{CD3AEFAB-80A0-4A0C-B19A-4042DA7EC77E}" srcOrd="10" destOrd="0" presId="urn:microsoft.com/office/officeart/2016/7/layout/VerticalDownArrowProcess"/>
    <dgm:cxn modelId="{C398983C-774A-46B2-BF9E-62BF5F4F15E2}" type="presParOf" srcId="{CD3AEFAB-80A0-4A0C-B19A-4042DA7EC77E}" destId="{43885E63-F65B-4FDE-8B11-3BAC9847DB7E}" srcOrd="0" destOrd="0" presId="urn:microsoft.com/office/officeart/2016/7/layout/VerticalDownArrowProcess"/>
    <dgm:cxn modelId="{6ED03A9C-6C58-4D7A-A016-768E1F5C3E61}" type="presParOf" srcId="{CD3AEFAB-80A0-4A0C-B19A-4042DA7EC77E}" destId="{18D906A1-1CBC-453F-9D44-CDAE9CEEA577}" srcOrd="1" destOrd="0" presId="urn:microsoft.com/office/officeart/2016/7/layout/VerticalDownArrowProcess"/>
    <dgm:cxn modelId="{594D5482-FB84-4DB7-B695-48C8D0952891}" type="presParOf" srcId="{CD3AEFAB-80A0-4A0C-B19A-4042DA7EC77E}" destId="{3225095F-35C4-42DB-9069-BEA8591C4997}" srcOrd="2" destOrd="0" presId="urn:microsoft.com/office/officeart/2016/7/layout/VerticalDown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4A05D40-7E97-4031-94AA-7D339AB27BCE}"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547ADD2-A617-41BA-89BC-3C07559E698A}">
      <dgm:prSet/>
      <dgm:spPr/>
      <dgm:t>
        <a:bodyPr/>
        <a:lstStyle/>
        <a:p>
          <a:r>
            <a:rPr lang="en-US"/>
            <a:t>Observe some phenomena</a:t>
          </a:r>
        </a:p>
      </dgm:t>
    </dgm:pt>
    <dgm:pt modelId="{5E31AB8B-DEC3-4512-A596-51550C73661C}" type="parTrans" cxnId="{BA9FAABC-1398-47EE-B402-28471ADEEBAD}">
      <dgm:prSet/>
      <dgm:spPr/>
      <dgm:t>
        <a:bodyPr/>
        <a:lstStyle/>
        <a:p>
          <a:endParaRPr lang="en-US"/>
        </a:p>
      </dgm:t>
    </dgm:pt>
    <dgm:pt modelId="{0C2D53BB-6526-4F48-9E5C-369E392AB2DE}" type="sibTrans" cxnId="{BA9FAABC-1398-47EE-B402-28471ADEEBAD}">
      <dgm:prSet/>
      <dgm:spPr/>
      <dgm:t>
        <a:bodyPr/>
        <a:lstStyle/>
        <a:p>
          <a:endParaRPr lang="en-US"/>
        </a:p>
      </dgm:t>
    </dgm:pt>
    <dgm:pt modelId="{81365EE5-5F71-47C2-92E8-9F63CCD7E3C7}">
      <dgm:prSet/>
      <dgm:spPr/>
      <dgm:t>
        <a:bodyPr/>
        <a:lstStyle/>
        <a:p>
          <a:r>
            <a:rPr lang="en-US"/>
            <a:t>Focus on a specific question about that phenomena</a:t>
          </a:r>
        </a:p>
      </dgm:t>
    </dgm:pt>
    <dgm:pt modelId="{ECECC5D0-2708-4199-9523-6B898E32A6DA}" type="parTrans" cxnId="{EE864330-EC4A-4D86-BFDD-42C7F27146C2}">
      <dgm:prSet/>
      <dgm:spPr/>
      <dgm:t>
        <a:bodyPr/>
        <a:lstStyle/>
        <a:p>
          <a:endParaRPr lang="en-US"/>
        </a:p>
      </dgm:t>
    </dgm:pt>
    <dgm:pt modelId="{73EEB1D9-E95E-4EF2-B87D-2E646A573CCE}" type="sibTrans" cxnId="{EE864330-EC4A-4D86-BFDD-42C7F27146C2}">
      <dgm:prSet/>
      <dgm:spPr/>
      <dgm:t>
        <a:bodyPr/>
        <a:lstStyle/>
        <a:p>
          <a:endParaRPr lang="en-US"/>
        </a:p>
      </dgm:t>
    </dgm:pt>
    <dgm:pt modelId="{FDE74430-A046-4263-A161-CDEB89E1AC5E}">
      <dgm:prSet/>
      <dgm:spPr/>
      <dgm:t>
        <a:bodyPr/>
        <a:lstStyle/>
        <a:p>
          <a:r>
            <a:rPr lang="en-US"/>
            <a:t>Examine the question</a:t>
          </a:r>
        </a:p>
      </dgm:t>
    </dgm:pt>
    <dgm:pt modelId="{1FA17A68-0AE3-4C45-9907-1C6D48D701FD}" type="parTrans" cxnId="{4967BABB-402B-4F7A-9272-DB6D091EAE6F}">
      <dgm:prSet/>
      <dgm:spPr/>
      <dgm:t>
        <a:bodyPr/>
        <a:lstStyle/>
        <a:p>
          <a:endParaRPr lang="en-US"/>
        </a:p>
      </dgm:t>
    </dgm:pt>
    <dgm:pt modelId="{95F62971-9907-4A9B-9FDD-E26E6EB3BC00}" type="sibTrans" cxnId="{4967BABB-402B-4F7A-9272-DB6D091EAE6F}">
      <dgm:prSet/>
      <dgm:spPr/>
      <dgm:t>
        <a:bodyPr/>
        <a:lstStyle/>
        <a:p>
          <a:endParaRPr lang="en-US"/>
        </a:p>
      </dgm:t>
    </dgm:pt>
    <dgm:pt modelId="{6D3DF98F-6F52-428C-82A0-F224D9900E44}">
      <dgm:prSet/>
      <dgm:spPr/>
      <dgm:t>
        <a:bodyPr/>
        <a:lstStyle/>
        <a:p>
          <a:r>
            <a:rPr lang="en-US"/>
            <a:t>Reconceptualize and refine the question and problem</a:t>
          </a:r>
        </a:p>
      </dgm:t>
    </dgm:pt>
    <dgm:pt modelId="{66E2E280-D60F-4BF0-A9DA-D0EB76B63459}" type="parTrans" cxnId="{ED39C28F-A488-4FA3-995F-62FEFE8F335A}">
      <dgm:prSet/>
      <dgm:spPr/>
      <dgm:t>
        <a:bodyPr/>
        <a:lstStyle/>
        <a:p>
          <a:endParaRPr lang="en-US"/>
        </a:p>
      </dgm:t>
    </dgm:pt>
    <dgm:pt modelId="{7C505DBA-66E7-4DDA-A16A-F71C76F5D80D}" type="sibTrans" cxnId="{ED39C28F-A488-4FA3-995F-62FEFE8F335A}">
      <dgm:prSet/>
      <dgm:spPr/>
      <dgm:t>
        <a:bodyPr/>
        <a:lstStyle/>
        <a:p>
          <a:endParaRPr lang="en-US"/>
        </a:p>
      </dgm:t>
    </dgm:pt>
    <dgm:pt modelId="{139A165A-65C2-4BCE-9E19-7791B95F5D8D}" type="pres">
      <dgm:prSet presAssocID="{C4A05D40-7E97-4031-94AA-7D339AB27BCE}" presName="linear" presStyleCnt="0">
        <dgm:presLayoutVars>
          <dgm:animLvl val="lvl"/>
          <dgm:resizeHandles val="exact"/>
        </dgm:presLayoutVars>
      </dgm:prSet>
      <dgm:spPr/>
    </dgm:pt>
    <dgm:pt modelId="{949B84C7-8C78-4681-A776-9EA1ED3F814A}" type="pres">
      <dgm:prSet presAssocID="{8547ADD2-A617-41BA-89BC-3C07559E698A}" presName="parentText" presStyleLbl="node1" presStyleIdx="0" presStyleCnt="4">
        <dgm:presLayoutVars>
          <dgm:chMax val="0"/>
          <dgm:bulletEnabled val="1"/>
        </dgm:presLayoutVars>
      </dgm:prSet>
      <dgm:spPr/>
    </dgm:pt>
    <dgm:pt modelId="{6963871A-C63C-432D-8BA4-950ED41824B5}" type="pres">
      <dgm:prSet presAssocID="{0C2D53BB-6526-4F48-9E5C-369E392AB2DE}" presName="spacer" presStyleCnt="0"/>
      <dgm:spPr/>
    </dgm:pt>
    <dgm:pt modelId="{DEC0564B-D08C-4A10-A274-2A5DEC50AAD3}" type="pres">
      <dgm:prSet presAssocID="{81365EE5-5F71-47C2-92E8-9F63CCD7E3C7}" presName="parentText" presStyleLbl="node1" presStyleIdx="1" presStyleCnt="4">
        <dgm:presLayoutVars>
          <dgm:chMax val="0"/>
          <dgm:bulletEnabled val="1"/>
        </dgm:presLayoutVars>
      </dgm:prSet>
      <dgm:spPr/>
    </dgm:pt>
    <dgm:pt modelId="{B852C13D-08B7-4176-B823-2209438FA3C3}" type="pres">
      <dgm:prSet presAssocID="{73EEB1D9-E95E-4EF2-B87D-2E646A573CCE}" presName="spacer" presStyleCnt="0"/>
      <dgm:spPr/>
    </dgm:pt>
    <dgm:pt modelId="{A58A1226-8027-4F29-BFAB-C5F0591E89BF}" type="pres">
      <dgm:prSet presAssocID="{FDE74430-A046-4263-A161-CDEB89E1AC5E}" presName="parentText" presStyleLbl="node1" presStyleIdx="2" presStyleCnt="4">
        <dgm:presLayoutVars>
          <dgm:chMax val="0"/>
          <dgm:bulletEnabled val="1"/>
        </dgm:presLayoutVars>
      </dgm:prSet>
      <dgm:spPr/>
    </dgm:pt>
    <dgm:pt modelId="{34B8BE8D-11F5-4A4A-8F93-60144A6E4669}" type="pres">
      <dgm:prSet presAssocID="{95F62971-9907-4A9B-9FDD-E26E6EB3BC00}" presName="spacer" presStyleCnt="0"/>
      <dgm:spPr/>
    </dgm:pt>
    <dgm:pt modelId="{F5A64F99-96C6-48AB-BB1F-B487A844E296}" type="pres">
      <dgm:prSet presAssocID="{6D3DF98F-6F52-428C-82A0-F224D9900E44}" presName="parentText" presStyleLbl="node1" presStyleIdx="3" presStyleCnt="4">
        <dgm:presLayoutVars>
          <dgm:chMax val="0"/>
          <dgm:bulletEnabled val="1"/>
        </dgm:presLayoutVars>
      </dgm:prSet>
      <dgm:spPr/>
    </dgm:pt>
  </dgm:ptLst>
  <dgm:cxnLst>
    <dgm:cxn modelId="{EE864330-EC4A-4D86-BFDD-42C7F27146C2}" srcId="{C4A05D40-7E97-4031-94AA-7D339AB27BCE}" destId="{81365EE5-5F71-47C2-92E8-9F63CCD7E3C7}" srcOrd="1" destOrd="0" parTransId="{ECECC5D0-2708-4199-9523-6B898E32A6DA}" sibTransId="{73EEB1D9-E95E-4EF2-B87D-2E646A573CCE}"/>
    <dgm:cxn modelId="{706B2646-1DC8-4ACF-8CA9-1F2EB1A54F75}" type="presOf" srcId="{FDE74430-A046-4263-A161-CDEB89E1AC5E}" destId="{A58A1226-8027-4F29-BFAB-C5F0591E89BF}" srcOrd="0" destOrd="0" presId="urn:microsoft.com/office/officeart/2005/8/layout/vList2"/>
    <dgm:cxn modelId="{1EFC855A-26DD-4DFE-AE5B-14113700E033}" type="presOf" srcId="{81365EE5-5F71-47C2-92E8-9F63CCD7E3C7}" destId="{DEC0564B-D08C-4A10-A274-2A5DEC50AAD3}" srcOrd="0" destOrd="0" presId="urn:microsoft.com/office/officeart/2005/8/layout/vList2"/>
    <dgm:cxn modelId="{E5F8278F-FB1D-468B-83F5-AB043B2CA365}" type="presOf" srcId="{C4A05D40-7E97-4031-94AA-7D339AB27BCE}" destId="{139A165A-65C2-4BCE-9E19-7791B95F5D8D}" srcOrd="0" destOrd="0" presId="urn:microsoft.com/office/officeart/2005/8/layout/vList2"/>
    <dgm:cxn modelId="{ED39C28F-A488-4FA3-995F-62FEFE8F335A}" srcId="{C4A05D40-7E97-4031-94AA-7D339AB27BCE}" destId="{6D3DF98F-6F52-428C-82A0-F224D9900E44}" srcOrd="3" destOrd="0" parTransId="{66E2E280-D60F-4BF0-A9DA-D0EB76B63459}" sibTransId="{7C505DBA-66E7-4DDA-A16A-F71C76F5D80D}"/>
    <dgm:cxn modelId="{4967BABB-402B-4F7A-9272-DB6D091EAE6F}" srcId="{C4A05D40-7E97-4031-94AA-7D339AB27BCE}" destId="{FDE74430-A046-4263-A161-CDEB89E1AC5E}" srcOrd="2" destOrd="0" parTransId="{1FA17A68-0AE3-4C45-9907-1C6D48D701FD}" sibTransId="{95F62971-9907-4A9B-9FDD-E26E6EB3BC00}"/>
    <dgm:cxn modelId="{B42E7EBC-E0B7-4681-B666-FBECC93E50AF}" type="presOf" srcId="{8547ADD2-A617-41BA-89BC-3C07559E698A}" destId="{949B84C7-8C78-4681-A776-9EA1ED3F814A}" srcOrd="0" destOrd="0" presId="urn:microsoft.com/office/officeart/2005/8/layout/vList2"/>
    <dgm:cxn modelId="{BA9FAABC-1398-47EE-B402-28471ADEEBAD}" srcId="{C4A05D40-7E97-4031-94AA-7D339AB27BCE}" destId="{8547ADD2-A617-41BA-89BC-3C07559E698A}" srcOrd="0" destOrd="0" parTransId="{5E31AB8B-DEC3-4512-A596-51550C73661C}" sibTransId="{0C2D53BB-6526-4F48-9E5C-369E392AB2DE}"/>
    <dgm:cxn modelId="{8E900CC9-249F-48B7-BC51-CFFC3D9BE1AB}" type="presOf" srcId="{6D3DF98F-6F52-428C-82A0-F224D9900E44}" destId="{F5A64F99-96C6-48AB-BB1F-B487A844E296}" srcOrd="0" destOrd="0" presId="urn:microsoft.com/office/officeart/2005/8/layout/vList2"/>
    <dgm:cxn modelId="{BE76BC82-4315-4C92-B49C-A53DEE49618E}" type="presParOf" srcId="{139A165A-65C2-4BCE-9E19-7791B95F5D8D}" destId="{949B84C7-8C78-4681-A776-9EA1ED3F814A}" srcOrd="0" destOrd="0" presId="urn:microsoft.com/office/officeart/2005/8/layout/vList2"/>
    <dgm:cxn modelId="{E91DDF50-C3E2-4214-9156-0829F87586F7}" type="presParOf" srcId="{139A165A-65C2-4BCE-9E19-7791B95F5D8D}" destId="{6963871A-C63C-432D-8BA4-950ED41824B5}" srcOrd="1" destOrd="0" presId="urn:microsoft.com/office/officeart/2005/8/layout/vList2"/>
    <dgm:cxn modelId="{81DFA17F-8CF4-4B3F-A4C3-D2C24484BD1A}" type="presParOf" srcId="{139A165A-65C2-4BCE-9E19-7791B95F5D8D}" destId="{DEC0564B-D08C-4A10-A274-2A5DEC50AAD3}" srcOrd="2" destOrd="0" presId="urn:microsoft.com/office/officeart/2005/8/layout/vList2"/>
    <dgm:cxn modelId="{98E5CD14-43D9-4794-8513-162623D05887}" type="presParOf" srcId="{139A165A-65C2-4BCE-9E19-7791B95F5D8D}" destId="{B852C13D-08B7-4176-B823-2209438FA3C3}" srcOrd="3" destOrd="0" presId="urn:microsoft.com/office/officeart/2005/8/layout/vList2"/>
    <dgm:cxn modelId="{9B98F977-33BB-4E6E-9468-8D130CA8D19C}" type="presParOf" srcId="{139A165A-65C2-4BCE-9E19-7791B95F5D8D}" destId="{A58A1226-8027-4F29-BFAB-C5F0591E89BF}" srcOrd="4" destOrd="0" presId="urn:microsoft.com/office/officeart/2005/8/layout/vList2"/>
    <dgm:cxn modelId="{23099BA8-7308-4943-8682-1533B23A773C}" type="presParOf" srcId="{139A165A-65C2-4BCE-9E19-7791B95F5D8D}" destId="{34B8BE8D-11F5-4A4A-8F93-60144A6E4669}" srcOrd="5" destOrd="0" presId="urn:microsoft.com/office/officeart/2005/8/layout/vList2"/>
    <dgm:cxn modelId="{8E14E180-8B41-4A06-8005-E1313D7A119F}" type="presParOf" srcId="{139A165A-65C2-4BCE-9E19-7791B95F5D8D}" destId="{F5A64F99-96C6-48AB-BB1F-B487A844E296}"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CA19CF1-DA84-4B63-9D2E-561DEA98250E}"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00B72018-4216-4731-83B4-C2B5CAFA7F85}">
      <dgm:prSet/>
      <dgm:spPr/>
      <dgm:t>
        <a:bodyPr/>
        <a:lstStyle/>
        <a:p>
          <a:r>
            <a:rPr lang="en-US"/>
            <a:t>Should be clear, persuasive, concrete</a:t>
          </a:r>
        </a:p>
      </dgm:t>
    </dgm:pt>
    <dgm:pt modelId="{E1CE4B71-98CD-46E7-BB42-F26A49645B70}" type="parTrans" cxnId="{A6C58CDD-4890-4F16-AFB7-64232D0A432D}">
      <dgm:prSet/>
      <dgm:spPr/>
      <dgm:t>
        <a:bodyPr/>
        <a:lstStyle/>
        <a:p>
          <a:endParaRPr lang="en-US"/>
        </a:p>
      </dgm:t>
    </dgm:pt>
    <dgm:pt modelId="{5018BD92-0B0A-4677-AA8E-2A676BE042F5}" type="sibTrans" cxnId="{A6C58CDD-4890-4F16-AFB7-64232D0A432D}">
      <dgm:prSet/>
      <dgm:spPr/>
      <dgm:t>
        <a:bodyPr/>
        <a:lstStyle/>
        <a:p>
          <a:endParaRPr lang="en-US"/>
        </a:p>
      </dgm:t>
    </dgm:pt>
    <dgm:pt modelId="{56185766-C023-498A-B5D0-3B5FBA3BE5A1}">
      <dgm:prSet/>
      <dgm:spPr/>
      <dgm:t>
        <a:bodyPr/>
        <a:lstStyle/>
        <a:p>
          <a:r>
            <a:rPr lang="en-US"/>
            <a:t>Follows standard structure,</a:t>
          </a:r>
        </a:p>
      </dgm:t>
    </dgm:pt>
    <dgm:pt modelId="{E32FE4A6-99D5-4954-8AB7-F89EC0BCD624}" type="parTrans" cxnId="{BE8353F0-24BF-4FC2-AAE1-355B08AFF20F}">
      <dgm:prSet/>
      <dgm:spPr/>
      <dgm:t>
        <a:bodyPr/>
        <a:lstStyle/>
        <a:p>
          <a:endParaRPr lang="en-US"/>
        </a:p>
      </dgm:t>
    </dgm:pt>
    <dgm:pt modelId="{E067EBD0-CCFF-4834-BB68-B17DCF8E234C}" type="sibTrans" cxnId="{BE8353F0-24BF-4FC2-AAE1-355B08AFF20F}">
      <dgm:prSet/>
      <dgm:spPr/>
      <dgm:t>
        <a:bodyPr/>
        <a:lstStyle/>
        <a:p>
          <a:endParaRPr lang="en-US"/>
        </a:p>
      </dgm:t>
    </dgm:pt>
    <dgm:pt modelId="{DBDC8A5E-4C9B-47BA-9BE4-9587FF0139D4}">
      <dgm:prSet/>
      <dgm:spPr/>
      <dgm:t>
        <a:bodyPr/>
        <a:lstStyle/>
        <a:p>
          <a:r>
            <a:rPr lang="en-US"/>
            <a:t>What is the problem &amp; why is it important? (Introduction Section)</a:t>
          </a:r>
        </a:p>
      </dgm:t>
    </dgm:pt>
    <dgm:pt modelId="{CD67860E-365C-4A35-ADE8-695710AB8DA7}" type="parTrans" cxnId="{1B8D6092-D87B-43CB-9B4D-915F0A198591}">
      <dgm:prSet/>
      <dgm:spPr/>
      <dgm:t>
        <a:bodyPr/>
        <a:lstStyle/>
        <a:p>
          <a:endParaRPr lang="en-US"/>
        </a:p>
      </dgm:t>
    </dgm:pt>
    <dgm:pt modelId="{B426740E-D38C-4015-A8B1-2D8C76E7F8C1}" type="sibTrans" cxnId="{1B8D6092-D87B-43CB-9B4D-915F0A198591}">
      <dgm:prSet/>
      <dgm:spPr/>
      <dgm:t>
        <a:bodyPr/>
        <a:lstStyle/>
        <a:p>
          <a:endParaRPr lang="en-US"/>
        </a:p>
      </dgm:t>
    </dgm:pt>
    <dgm:pt modelId="{67B30DB0-0D26-4036-8C4D-7C92959417B7}">
      <dgm:prSet/>
      <dgm:spPr/>
      <dgm:t>
        <a:bodyPr/>
        <a:lstStyle/>
        <a:p>
          <a:r>
            <a:rPr lang="en-US"/>
            <a:t>What do we know (and not know) about the problem? (Literature Review)</a:t>
          </a:r>
        </a:p>
      </dgm:t>
    </dgm:pt>
    <dgm:pt modelId="{4ABECD67-E74F-4DC2-ACB2-E056BAE77243}" type="parTrans" cxnId="{A6E27FCD-6597-45F0-918A-0A5EBF76989B}">
      <dgm:prSet/>
      <dgm:spPr/>
      <dgm:t>
        <a:bodyPr/>
        <a:lstStyle/>
        <a:p>
          <a:endParaRPr lang="en-US"/>
        </a:p>
      </dgm:t>
    </dgm:pt>
    <dgm:pt modelId="{69176618-EE70-4598-8AAE-AB75ACDE0B60}" type="sibTrans" cxnId="{A6E27FCD-6597-45F0-918A-0A5EBF76989B}">
      <dgm:prSet/>
      <dgm:spPr/>
      <dgm:t>
        <a:bodyPr/>
        <a:lstStyle/>
        <a:p>
          <a:endParaRPr lang="en-US"/>
        </a:p>
      </dgm:t>
    </dgm:pt>
    <dgm:pt modelId="{E202A4B3-6D6E-4B8A-A116-42D7C12251DD}">
      <dgm:prSet/>
      <dgm:spPr/>
      <dgm:t>
        <a:bodyPr/>
        <a:lstStyle/>
        <a:p>
          <a:r>
            <a:rPr lang="en-US"/>
            <a:t>What specific question(s) will be answered by the research? (Research Questions or Hypotheses)</a:t>
          </a:r>
        </a:p>
      </dgm:t>
    </dgm:pt>
    <dgm:pt modelId="{938A37B8-FF3E-4D15-A9A8-150D0FF5694D}" type="parTrans" cxnId="{1C8F4E71-605D-4453-A7D6-926CFD3B2186}">
      <dgm:prSet/>
      <dgm:spPr/>
      <dgm:t>
        <a:bodyPr/>
        <a:lstStyle/>
        <a:p>
          <a:endParaRPr lang="en-US"/>
        </a:p>
      </dgm:t>
    </dgm:pt>
    <dgm:pt modelId="{55A0235C-9F07-473F-A8E0-BF526B92C71B}" type="sibTrans" cxnId="{1C8F4E71-605D-4453-A7D6-926CFD3B2186}">
      <dgm:prSet/>
      <dgm:spPr/>
      <dgm:t>
        <a:bodyPr/>
        <a:lstStyle/>
        <a:p>
          <a:endParaRPr lang="en-US"/>
        </a:p>
      </dgm:t>
    </dgm:pt>
    <dgm:pt modelId="{2DBB055E-5F18-473F-9C17-3886E3D41414}">
      <dgm:prSet/>
      <dgm:spPr/>
      <dgm:t>
        <a:bodyPr/>
        <a:lstStyle/>
        <a:p>
          <a:r>
            <a:rPr lang="en-US"/>
            <a:t>How will you answer those questions? (Methods section)</a:t>
          </a:r>
        </a:p>
      </dgm:t>
    </dgm:pt>
    <dgm:pt modelId="{94629CD8-0D49-42D0-8526-B3B209120543}" type="parTrans" cxnId="{3F3F0A21-304F-4DB0-9814-84F72F2C64A4}">
      <dgm:prSet/>
      <dgm:spPr/>
      <dgm:t>
        <a:bodyPr/>
        <a:lstStyle/>
        <a:p>
          <a:endParaRPr lang="en-US"/>
        </a:p>
      </dgm:t>
    </dgm:pt>
    <dgm:pt modelId="{8B905360-8F0E-4F02-A72B-850279847F22}" type="sibTrans" cxnId="{3F3F0A21-304F-4DB0-9814-84F72F2C64A4}">
      <dgm:prSet/>
      <dgm:spPr/>
      <dgm:t>
        <a:bodyPr/>
        <a:lstStyle/>
        <a:p>
          <a:endParaRPr lang="en-US"/>
        </a:p>
      </dgm:t>
    </dgm:pt>
    <dgm:pt modelId="{6DACAFC7-B34D-4F80-8D6C-8909B6007ECA}">
      <dgm:prSet/>
      <dgm:spPr/>
      <dgm:t>
        <a:bodyPr/>
        <a:lstStyle/>
        <a:p>
          <a:r>
            <a:rPr lang="en-US"/>
            <a:t>Requires feedback and iteration</a:t>
          </a:r>
        </a:p>
      </dgm:t>
    </dgm:pt>
    <dgm:pt modelId="{601756D7-F2A4-416B-A1C8-5DE2989988D2}" type="parTrans" cxnId="{236093A3-83DF-42BF-BFE0-AAA10906CFA5}">
      <dgm:prSet/>
      <dgm:spPr/>
      <dgm:t>
        <a:bodyPr/>
        <a:lstStyle/>
        <a:p>
          <a:endParaRPr lang="en-US"/>
        </a:p>
      </dgm:t>
    </dgm:pt>
    <dgm:pt modelId="{75EBE7CB-BC4E-470D-94D1-DEAF48681A47}" type="sibTrans" cxnId="{236093A3-83DF-42BF-BFE0-AAA10906CFA5}">
      <dgm:prSet/>
      <dgm:spPr/>
      <dgm:t>
        <a:bodyPr/>
        <a:lstStyle/>
        <a:p>
          <a:endParaRPr lang="en-US"/>
        </a:p>
      </dgm:t>
    </dgm:pt>
    <dgm:pt modelId="{A771794B-A2D0-4895-954B-4028C4C2A9D3}" type="pres">
      <dgm:prSet presAssocID="{0CA19CF1-DA84-4B63-9D2E-561DEA98250E}" presName="linear" presStyleCnt="0">
        <dgm:presLayoutVars>
          <dgm:animLvl val="lvl"/>
          <dgm:resizeHandles val="exact"/>
        </dgm:presLayoutVars>
      </dgm:prSet>
      <dgm:spPr/>
    </dgm:pt>
    <dgm:pt modelId="{7D640AC3-18C1-4F17-B5CC-B06A679EAC0F}" type="pres">
      <dgm:prSet presAssocID="{00B72018-4216-4731-83B4-C2B5CAFA7F85}" presName="parentText" presStyleLbl="node1" presStyleIdx="0" presStyleCnt="3">
        <dgm:presLayoutVars>
          <dgm:chMax val="0"/>
          <dgm:bulletEnabled val="1"/>
        </dgm:presLayoutVars>
      </dgm:prSet>
      <dgm:spPr/>
    </dgm:pt>
    <dgm:pt modelId="{AF4EB25F-AB21-4758-AB55-8760D80F3D53}" type="pres">
      <dgm:prSet presAssocID="{5018BD92-0B0A-4677-AA8E-2A676BE042F5}" presName="spacer" presStyleCnt="0"/>
      <dgm:spPr/>
    </dgm:pt>
    <dgm:pt modelId="{1E62C969-D6E1-4EAF-99A1-8FE665DE7D68}" type="pres">
      <dgm:prSet presAssocID="{56185766-C023-498A-B5D0-3B5FBA3BE5A1}" presName="parentText" presStyleLbl="node1" presStyleIdx="1" presStyleCnt="3">
        <dgm:presLayoutVars>
          <dgm:chMax val="0"/>
          <dgm:bulletEnabled val="1"/>
        </dgm:presLayoutVars>
      </dgm:prSet>
      <dgm:spPr/>
    </dgm:pt>
    <dgm:pt modelId="{737DC659-A6DA-4851-8CD0-E96B34D14C56}" type="pres">
      <dgm:prSet presAssocID="{56185766-C023-498A-B5D0-3B5FBA3BE5A1}" presName="childText" presStyleLbl="revTx" presStyleIdx="0" presStyleCnt="1">
        <dgm:presLayoutVars>
          <dgm:bulletEnabled val="1"/>
        </dgm:presLayoutVars>
      </dgm:prSet>
      <dgm:spPr/>
    </dgm:pt>
    <dgm:pt modelId="{9D57A6C9-7909-4F1E-9642-EA57B2C22067}" type="pres">
      <dgm:prSet presAssocID="{6DACAFC7-B34D-4F80-8D6C-8909B6007ECA}" presName="parentText" presStyleLbl="node1" presStyleIdx="2" presStyleCnt="3">
        <dgm:presLayoutVars>
          <dgm:chMax val="0"/>
          <dgm:bulletEnabled val="1"/>
        </dgm:presLayoutVars>
      </dgm:prSet>
      <dgm:spPr/>
    </dgm:pt>
  </dgm:ptLst>
  <dgm:cxnLst>
    <dgm:cxn modelId="{9FABA714-0B3D-4EC4-B602-D73D75D58353}" type="presOf" srcId="{E202A4B3-6D6E-4B8A-A116-42D7C12251DD}" destId="{737DC659-A6DA-4851-8CD0-E96B34D14C56}" srcOrd="0" destOrd="2" presId="urn:microsoft.com/office/officeart/2005/8/layout/vList2"/>
    <dgm:cxn modelId="{3F3F0A21-304F-4DB0-9814-84F72F2C64A4}" srcId="{56185766-C023-498A-B5D0-3B5FBA3BE5A1}" destId="{2DBB055E-5F18-473F-9C17-3886E3D41414}" srcOrd="3" destOrd="0" parTransId="{94629CD8-0D49-42D0-8526-B3B209120543}" sibTransId="{8B905360-8F0E-4F02-A72B-850279847F22}"/>
    <dgm:cxn modelId="{08C5F125-44CD-4E29-9499-1FD66495E299}" type="presOf" srcId="{67B30DB0-0D26-4036-8C4D-7C92959417B7}" destId="{737DC659-A6DA-4851-8CD0-E96B34D14C56}" srcOrd="0" destOrd="1" presId="urn:microsoft.com/office/officeart/2005/8/layout/vList2"/>
    <dgm:cxn modelId="{E489BD2D-43E0-4E8B-A1E3-E917C4570230}" type="presOf" srcId="{DBDC8A5E-4C9B-47BA-9BE4-9587FF0139D4}" destId="{737DC659-A6DA-4851-8CD0-E96B34D14C56}" srcOrd="0" destOrd="0" presId="urn:microsoft.com/office/officeart/2005/8/layout/vList2"/>
    <dgm:cxn modelId="{06682D60-C3FD-4E7B-8B75-244D6DEE6338}" type="presOf" srcId="{56185766-C023-498A-B5D0-3B5FBA3BE5A1}" destId="{1E62C969-D6E1-4EAF-99A1-8FE665DE7D68}" srcOrd="0" destOrd="0" presId="urn:microsoft.com/office/officeart/2005/8/layout/vList2"/>
    <dgm:cxn modelId="{1C8F4E71-605D-4453-A7D6-926CFD3B2186}" srcId="{56185766-C023-498A-B5D0-3B5FBA3BE5A1}" destId="{E202A4B3-6D6E-4B8A-A116-42D7C12251DD}" srcOrd="2" destOrd="0" parTransId="{938A37B8-FF3E-4D15-A9A8-150D0FF5694D}" sibTransId="{55A0235C-9F07-473F-A8E0-BF526B92C71B}"/>
    <dgm:cxn modelId="{1B8D6092-D87B-43CB-9B4D-915F0A198591}" srcId="{56185766-C023-498A-B5D0-3B5FBA3BE5A1}" destId="{DBDC8A5E-4C9B-47BA-9BE4-9587FF0139D4}" srcOrd="0" destOrd="0" parTransId="{CD67860E-365C-4A35-ADE8-695710AB8DA7}" sibTransId="{B426740E-D38C-4015-A8B1-2D8C76E7F8C1}"/>
    <dgm:cxn modelId="{3C306AA1-87A1-4779-8967-6CE2C80543FD}" type="presOf" srcId="{00B72018-4216-4731-83B4-C2B5CAFA7F85}" destId="{7D640AC3-18C1-4F17-B5CC-B06A679EAC0F}" srcOrd="0" destOrd="0" presId="urn:microsoft.com/office/officeart/2005/8/layout/vList2"/>
    <dgm:cxn modelId="{236093A3-83DF-42BF-BFE0-AAA10906CFA5}" srcId="{0CA19CF1-DA84-4B63-9D2E-561DEA98250E}" destId="{6DACAFC7-B34D-4F80-8D6C-8909B6007ECA}" srcOrd="2" destOrd="0" parTransId="{601756D7-F2A4-416B-A1C8-5DE2989988D2}" sibTransId="{75EBE7CB-BC4E-470D-94D1-DEAF48681A47}"/>
    <dgm:cxn modelId="{39D63EA7-2168-47BB-B218-E85492B8DE7D}" type="presOf" srcId="{6DACAFC7-B34D-4F80-8D6C-8909B6007ECA}" destId="{9D57A6C9-7909-4F1E-9642-EA57B2C22067}" srcOrd="0" destOrd="0" presId="urn:microsoft.com/office/officeart/2005/8/layout/vList2"/>
    <dgm:cxn modelId="{130851BE-F72F-4022-B0A9-C2414B239DD8}" type="presOf" srcId="{2DBB055E-5F18-473F-9C17-3886E3D41414}" destId="{737DC659-A6DA-4851-8CD0-E96B34D14C56}" srcOrd="0" destOrd="3" presId="urn:microsoft.com/office/officeart/2005/8/layout/vList2"/>
    <dgm:cxn modelId="{A6E27FCD-6597-45F0-918A-0A5EBF76989B}" srcId="{56185766-C023-498A-B5D0-3B5FBA3BE5A1}" destId="{67B30DB0-0D26-4036-8C4D-7C92959417B7}" srcOrd="1" destOrd="0" parTransId="{4ABECD67-E74F-4DC2-ACB2-E056BAE77243}" sibTransId="{69176618-EE70-4598-8AAE-AB75ACDE0B60}"/>
    <dgm:cxn modelId="{A6C58CDD-4890-4F16-AFB7-64232D0A432D}" srcId="{0CA19CF1-DA84-4B63-9D2E-561DEA98250E}" destId="{00B72018-4216-4731-83B4-C2B5CAFA7F85}" srcOrd="0" destOrd="0" parTransId="{E1CE4B71-98CD-46E7-BB42-F26A49645B70}" sibTransId="{5018BD92-0B0A-4677-AA8E-2A676BE042F5}"/>
    <dgm:cxn modelId="{BE8353F0-24BF-4FC2-AAE1-355B08AFF20F}" srcId="{0CA19CF1-DA84-4B63-9D2E-561DEA98250E}" destId="{56185766-C023-498A-B5D0-3B5FBA3BE5A1}" srcOrd="1" destOrd="0" parTransId="{E32FE4A6-99D5-4954-8AB7-F89EC0BCD624}" sibTransId="{E067EBD0-CCFF-4834-BB68-B17DCF8E234C}"/>
    <dgm:cxn modelId="{1045E4FF-6E3E-48FB-BFCB-68418942C8CF}" type="presOf" srcId="{0CA19CF1-DA84-4B63-9D2E-561DEA98250E}" destId="{A771794B-A2D0-4895-954B-4028C4C2A9D3}" srcOrd="0" destOrd="0" presId="urn:microsoft.com/office/officeart/2005/8/layout/vList2"/>
    <dgm:cxn modelId="{C53372E4-95F1-45CC-A8A7-8865F263EECA}" type="presParOf" srcId="{A771794B-A2D0-4895-954B-4028C4C2A9D3}" destId="{7D640AC3-18C1-4F17-B5CC-B06A679EAC0F}" srcOrd="0" destOrd="0" presId="urn:microsoft.com/office/officeart/2005/8/layout/vList2"/>
    <dgm:cxn modelId="{564F43E0-251C-449E-8317-6BCE1E22D968}" type="presParOf" srcId="{A771794B-A2D0-4895-954B-4028C4C2A9D3}" destId="{AF4EB25F-AB21-4758-AB55-8760D80F3D53}" srcOrd="1" destOrd="0" presId="urn:microsoft.com/office/officeart/2005/8/layout/vList2"/>
    <dgm:cxn modelId="{D8CCC059-73F2-437B-AB23-365D00767C04}" type="presParOf" srcId="{A771794B-A2D0-4895-954B-4028C4C2A9D3}" destId="{1E62C969-D6E1-4EAF-99A1-8FE665DE7D68}" srcOrd="2" destOrd="0" presId="urn:microsoft.com/office/officeart/2005/8/layout/vList2"/>
    <dgm:cxn modelId="{6A115133-17C4-4BFA-8F22-E8B762C44A3D}" type="presParOf" srcId="{A771794B-A2D0-4895-954B-4028C4C2A9D3}" destId="{737DC659-A6DA-4851-8CD0-E96B34D14C56}" srcOrd="3" destOrd="0" presId="urn:microsoft.com/office/officeart/2005/8/layout/vList2"/>
    <dgm:cxn modelId="{38E8D43A-EB5E-4E32-94CE-48FBA45D66F0}" type="presParOf" srcId="{A771794B-A2D0-4895-954B-4028C4C2A9D3}" destId="{9D57A6C9-7909-4F1E-9642-EA57B2C22067}"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F684A9-73F9-45D9-99A5-DE2A9DBB1948}">
      <dsp:nvSpPr>
        <dsp:cNvPr id="0" name=""/>
        <dsp:cNvSpPr/>
      </dsp:nvSpPr>
      <dsp:spPr>
        <a:xfrm>
          <a:off x="0" y="10206"/>
          <a:ext cx="6797675" cy="179010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l" defTabSz="2000250">
            <a:lnSpc>
              <a:spcPct val="90000"/>
            </a:lnSpc>
            <a:spcBef>
              <a:spcPct val="0"/>
            </a:spcBef>
            <a:spcAft>
              <a:spcPct val="35000"/>
            </a:spcAft>
            <a:buNone/>
          </a:pPr>
          <a:r>
            <a:rPr lang="en-US" sz="4500" kern="1200"/>
            <a:t>Systematic study of phenomena</a:t>
          </a:r>
        </a:p>
      </dsp:txBody>
      <dsp:txXfrm>
        <a:off x="87385" y="97591"/>
        <a:ext cx="6622905" cy="1615330"/>
      </dsp:txXfrm>
    </dsp:sp>
    <dsp:sp modelId="{2D56B107-1BA5-4B4D-B6BC-F44220D96FAC}">
      <dsp:nvSpPr>
        <dsp:cNvPr id="0" name=""/>
        <dsp:cNvSpPr/>
      </dsp:nvSpPr>
      <dsp:spPr>
        <a:xfrm>
          <a:off x="0" y="1929906"/>
          <a:ext cx="6797675" cy="1790100"/>
        </a:xfrm>
        <a:prstGeom prst="roundRect">
          <a:avLst/>
        </a:prstGeom>
        <a:solidFill>
          <a:schemeClr val="accent2">
            <a:hueOff val="-665912"/>
            <a:satOff val="-293"/>
            <a:lumOff val="78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l" defTabSz="2000250">
            <a:lnSpc>
              <a:spcPct val="90000"/>
            </a:lnSpc>
            <a:spcBef>
              <a:spcPct val="0"/>
            </a:spcBef>
            <a:spcAft>
              <a:spcPct val="35000"/>
            </a:spcAft>
            <a:buNone/>
          </a:pPr>
          <a:r>
            <a:rPr lang="en-US" sz="4500" kern="1200"/>
            <a:t>Testable hypotheses (or answerable questions)</a:t>
          </a:r>
        </a:p>
      </dsp:txBody>
      <dsp:txXfrm>
        <a:off x="87385" y="2017291"/>
        <a:ext cx="6622905" cy="1615330"/>
      </dsp:txXfrm>
    </dsp:sp>
    <dsp:sp modelId="{0CA4F4E5-3302-4171-933C-9C763053A025}">
      <dsp:nvSpPr>
        <dsp:cNvPr id="0" name=""/>
        <dsp:cNvSpPr/>
      </dsp:nvSpPr>
      <dsp:spPr>
        <a:xfrm>
          <a:off x="0" y="3849606"/>
          <a:ext cx="6797675" cy="1790100"/>
        </a:xfrm>
        <a:prstGeom prst="roundRect">
          <a:avLst/>
        </a:prstGeom>
        <a:solidFill>
          <a:schemeClr val="accent2">
            <a:hueOff val="-1331824"/>
            <a:satOff val="-586"/>
            <a:lumOff val="156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l" defTabSz="2000250">
            <a:lnSpc>
              <a:spcPct val="90000"/>
            </a:lnSpc>
            <a:spcBef>
              <a:spcPct val="0"/>
            </a:spcBef>
            <a:spcAft>
              <a:spcPct val="35000"/>
            </a:spcAft>
            <a:buNone/>
          </a:pPr>
          <a:r>
            <a:rPr lang="en-US" sz="4500" kern="1200"/>
            <a:t>Method of organizing and expanding knowledge</a:t>
          </a:r>
        </a:p>
      </dsp:txBody>
      <dsp:txXfrm>
        <a:off x="87385" y="3936991"/>
        <a:ext cx="6622905" cy="16153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462096-9BD2-45A9-AFE1-6E4A174EB50C}">
      <dsp:nvSpPr>
        <dsp:cNvPr id="0" name=""/>
        <dsp:cNvSpPr/>
      </dsp:nvSpPr>
      <dsp:spPr>
        <a:xfrm>
          <a:off x="0" y="1295"/>
          <a:ext cx="6797675" cy="129519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pPr>
          <a:r>
            <a:rPr lang="en-US" sz="5400" kern="1200"/>
            <a:t>Description</a:t>
          </a:r>
        </a:p>
      </dsp:txBody>
      <dsp:txXfrm>
        <a:off x="63226" y="64521"/>
        <a:ext cx="6671223" cy="1168738"/>
      </dsp:txXfrm>
    </dsp:sp>
    <dsp:sp modelId="{15672FC3-F2BE-4E29-B07A-EEC3F23E43B9}">
      <dsp:nvSpPr>
        <dsp:cNvPr id="0" name=""/>
        <dsp:cNvSpPr/>
      </dsp:nvSpPr>
      <dsp:spPr>
        <a:xfrm>
          <a:off x="0" y="1452005"/>
          <a:ext cx="6797675" cy="1295190"/>
        </a:xfrm>
        <a:prstGeom prst="roundRect">
          <a:avLst/>
        </a:prstGeom>
        <a:solidFill>
          <a:schemeClr val="accent2">
            <a:hueOff val="-443941"/>
            <a:satOff val="-195"/>
            <a:lumOff val="52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pPr>
          <a:r>
            <a:rPr lang="en-US" sz="5400" kern="1200"/>
            <a:t>Understanding</a:t>
          </a:r>
        </a:p>
      </dsp:txBody>
      <dsp:txXfrm>
        <a:off x="63226" y="1515231"/>
        <a:ext cx="6671223" cy="1168738"/>
      </dsp:txXfrm>
    </dsp:sp>
    <dsp:sp modelId="{50150856-827B-4EB2-A5C1-E9E55C4AE837}">
      <dsp:nvSpPr>
        <dsp:cNvPr id="0" name=""/>
        <dsp:cNvSpPr/>
      </dsp:nvSpPr>
      <dsp:spPr>
        <a:xfrm>
          <a:off x="0" y="2902716"/>
          <a:ext cx="6797675" cy="1295190"/>
        </a:xfrm>
        <a:prstGeom prst="roundRect">
          <a:avLst/>
        </a:prstGeom>
        <a:solidFill>
          <a:schemeClr val="accent2">
            <a:hueOff val="-887883"/>
            <a:satOff val="-391"/>
            <a:lumOff val="1046"/>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pPr>
          <a:r>
            <a:rPr lang="en-US" sz="5400" kern="1200"/>
            <a:t>Prediction</a:t>
          </a:r>
        </a:p>
      </dsp:txBody>
      <dsp:txXfrm>
        <a:off x="63226" y="2965942"/>
        <a:ext cx="6671223" cy="1168738"/>
      </dsp:txXfrm>
    </dsp:sp>
    <dsp:sp modelId="{0BF94D15-48B5-49A5-932A-5A47D09EC0AD}">
      <dsp:nvSpPr>
        <dsp:cNvPr id="0" name=""/>
        <dsp:cNvSpPr/>
      </dsp:nvSpPr>
      <dsp:spPr>
        <a:xfrm>
          <a:off x="0" y="4353426"/>
          <a:ext cx="6797675" cy="1295190"/>
        </a:xfrm>
        <a:prstGeom prst="roundRect">
          <a:avLst/>
        </a:prstGeom>
        <a:solidFill>
          <a:schemeClr val="accent2">
            <a:hueOff val="-1331824"/>
            <a:satOff val="-586"/>
            <a:lumOff val="156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205740" rIns="205740" bIns="205740" numCol="1" spcCol="1270" anchor="ctr" anchorCtr="0">
          <a:noAutofit/>
        </a:bodyPr>
        <a:lstStyle/>
        <a:p>
          <a:pPr marL="0" lvl="0" indent="0" algn="l" defTabSz="2400300">
            <a:lnSpc>
              <a:spcPct val="90000"/>
            </a:lnSpc>
            <a:spcBef>
              <a:spcPct val="0"/>
            </a:spcBef>
            <a:spcAft>
              <a:spcPct val="35000"/>
            </a:spcAft>
            <a:buNone/>
          </a:pPr>
          <a:r>
            <a:rPr lang="en-US" sz="5400" kern="1200"/>
            <a:t>Modification</a:t>
          </a:r>
        </a:p>
      </dsp:txBody>
      <dsp:txXfrm>
        <a:off x="63226" y="4416652"/>
        <a:ext cx="6671223" cy="11687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691B0A-6CB4-4D9A-9814-49F886C203BF}">
      <dsp:nvSpPr>
        <dsp:cNvPr id="0" name=""/>
        <dsp:cNvSpPr/>
      </dsp:nvSpPr>
      <dsp:spPr>
        <a:xfrm>
          <a:off x="0" y="918110"/>
          <a:ext cx="6797675" cy="169497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3C36C2-34F2-46F5-B063-78D6C2B50509}">
      <dsp:nvSpPr>
        <dsp:cNvPr id="0" name=""/>
        <dsp:cNvSpPr/>
      </dsp:nvSpPr>
      <dsp:spPr>
        <a:xfrm>
          <a:off x="512729" y="1299479"/>
          <a:ext cx="932235" cy="9322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3566560-119D-4084-9B4E-DE033791E541}">
      <dsp:nvSpPr>
        <dsp:cNvPr id="0" name=""/>
        <dsp:cNvSpPr/>
      </dsp:nvSpPr>
      <dsp:spPr>
        <a:xfrm>
          <a:off x="1957694" y="918110"/>
          <a:ext cx="4839980" cy="16949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385" tIns="179385" rIns="179385" bIns="179385" numCol="1" spcCol="1270" anchor="ctr" anchorCtr="0">
          <a:noAutofit/>
        </a:bodyPr>
        <a:lstStyle/>
        <a:p>
          <a:pPr marL="0" lvl="0" indent="0" algn="l" defTabSz="1111250">
            <a:lnSpc>
              <a:spcPct val="90000"/>
            </a:lnSpc>
            <a:spcBef>
              <a:spcPct val="0"/>
            </a:spcBef>
            <a:spcAft>
              <a:spcPct val="35000"/>
            </a:spcAft>
            <a:buNone/>
          </a:pPr>
          <a:r>
            <a:rPr lang="en-US" sz="2500" kern="1200"/>
            <a:t>Research design – plan for how data is collected and analyzed</a:t>
          </a:r>
        </a:p>
      </dsp:txBody>
      <dsp:txXfrm>
        <a:off x="1957694" y="918110"/>
        <a:ext cx="4839980" cy="1694973"/>
      </dsp:txXfrm>
    </dsp:sp>
    <dsp:sp modelId="{3DA7CE23-2E20-4A43-B487-0ADDEDA7C844}">
      <dsp:nvSpPr>
        <dsp:cNvPr id="0" name=""/>
        <dsp:cNvSpPr/>
      </dsp:nvSpPr>
      <dsp:spPr>
        <a:xfrm>
          <a:off x="0" y="3036827"/>
          <a:ext cx="6797675" cy="169497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B505EC-6552-443E-9F45-3F44E03F50DA}">
      <dsp:nvSpPr>
        <dsp:cNvPr id="0" name=""/>
        <dsp:cNvSpPr/>
      </dsp:nvSpPr>
      <dsp:spPr>
        <a:xfrm>
          <a:off x="512729" y="3418196"/>
          <a:ext cx="932235" cy="9322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90E2B2D-9E44-4B0A-A463-0D19509E4E0F}">
      <dsp:nvSpPr>
        <dsp:cNvPr id="0" name=""/>
        <dsp:cNvSpPr/>
      </dsp:nvSpPr>
      <dsp:spPr>
        <a:xfrm>
          <a:off x="1957694" y="3036827"/>
          <a:ext cx="4839980" cy="16949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9385" tIns="179385" rIns="179385" bIns="179385" numCol="1" spcCol="1270" anchor="ctr" anchorCtr="0">
          <a:noAutofit/>
        </a:bodyPr>
        <a:lstStyle/>
        <a:p>
          <a:pPr marL="0" lvl="0" indent="0" algn="l" defTabSz="1111250">
            <a:lnSpc>
              <a:spcPct val="90000"/>
            </a:lnSpc>
            <a:spcBef>
              <a:spcPct val="0"/>
            </a:spcBef>
            <a:spcAft>
              <a:spcPct val="35000"/>
            </a:spcAft>
            <a:buNone/>
          </a:pPr>
          <a:r>
            <a:rPr lang="en-US" sz="2500" kern="1200"/>
            <a:t>Data – evidence collected to evaluate a research question or hypothesis</a:t>
          </a:r>
        </a:p>
      </dsp:txBody>
      <dsp:txXfrm>
        <a:off x="1957694" y="3036827"/>
        <a:ext cx="4839980" cy="169497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9582BF-D2F2-40FB-AB16-1B852F60C7B7}">
      <dsp:nvSpPr>
        <dsp:cNvPr id="0" name=""/>
        <dsp:cNvSpPr/>
      </dsp:nvSpPr>
      <dsp:spPr>
        <a:xfrm>
          <a:off x="3249577" y="3851936"/>
          <a:ext cx="411232" cy="884149"/>
        </a:xfrm>
        <a:custGeom>
          <a:avLst/>
          <a:gdLst/>
          <a:ahLst/>
          <a:cxnLst/>
          <a:rect l="0" t="0" r="0" b="0"/>
          <a:pathLst>
            <a:path>
              <a:moveTo>
                <a:pt x="0" y="0"/>
              </a:moveTo>
              <a:lnTo>
                <a:pt x="205616" y="0"/>
              </a:lnTo>
              <a:lnTo>
                <a:pt x="205616" y="884149"/>
              </a:lnTo>
              <a:lnTo>
                <a:pt x="411232" y="884149"/>
              </a:lnTo>
            </a:path>
          </a:pathLst>
        </a:custGeom>
        <a:noFill/>
        <a:ln w="1587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BBAA523-D314-4FF6-AB7B-B25E8A7BE1CA}">
      <dsp:nvSpPr>
        <dsp:cNvPr id="0" name=""/>
        <dsp:cNvSpPr/>
      </dsp:nvSpPr>
      <dsp:spPr>
        <a:xfrm>
          <a:off x="3249577" y="3806216"/>
          <a:ext cx="411232" cy="91440"/>
        </a:xfrm>
        <a:custGeom>
          <a:avLst/>
          <a:gdLst/>
          <a:ahLst/>
          <a:cxnLst/>
          <a:rect l="0" t="0" r="0" b="0"/>
          <a:pathLst>
            <a:path>
              <a:moveTo>
                <a:pt x="0" y="45720"/>
              </a:moveTo>
              <a:lnTo>
                <a:pt x="411232" y="45720"/>
              </a:lnTo>
            </a:path>
          </a:pathLst>
        </a:custGeom>
        <a:noFill/>
        <a:ln w="1587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5FFA200-6B87-44B2-817D-618CBFF505E8}">
      <dsp:nvSpPr>
        <dsp:cNvPr id="0" name=""/>
        <dsp:cNvSpPr/>
      </dsp:nvSpPr>
      <dsp:spPr>
        <a:xfrm>
          <a:off x="3249577" y="2967787"/>
          <a:ext cx="411232" cy="884149"/>
        </a:xfrm>
        <a:custGeom>
          <a:avLst/>
          <a:gdLst/>
          <a:ahLst/>
          <a:cxnLst/>
          <a:rect l="0" t="0" r="0" b="0"/>
          <a:pathLst>
            <a:path>
              <a:moveTo>
                <a:pt x="0" y="884149"/>
              </a:moveTo>
              <a:lnTo>
                <a:pt x="205616" y="884149"/>
              </a:lnTo>
              <a:lnTo>
                <a:pt x="205616" y="0"/>
              </a:lnTo>
              <a:lnTo>
                <a:pt x="411232" y="0"/>
              </a:lnTo>
            </a:path>
          </a:pathLst>
        </a:custGeom>
        <a:noFill/>
        <a:ln w="1587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3F4BAF8-D3D4-4C06-B101-5BFDF81B26E7}">
      <dsp:nvSpPr>
        <dsp:cNvPr id="0" name=""/>
        <dsp:cNvSpPr/>
      </dsp:nvSpPr>
      <dsp:spPr>
        <a:xfrm>
          <a:off x="3249577" y="1199488"/>
          <a:ext cx="411232" cy="884149"/>
        </a:xfrm>
        <a:custGeom>
          <a:avLst/>
          <a:gdLst/>
          <a:ahLst/>
          <a:cxnLst/>
          <a:rect l="0" t="0" r="0" b="0"/>
          <a:pathLst>
            <a:path>
              <a:moveTo>
                <a:pt x="0" y="0"/>
              </a:moveTo>
              <a:lnTo>
                <a:pt x="205616" y="0"/>
              </a:lnTo>
              <a:lnTo>
                <a:pt x="205616" y="884149"/>
              </a:lnTo>
              <a:lnTo>
                <a:pt x="411232" y="884149"/>
              </a:lnTo>
            </a:path>
          </a:pathLst>
        </a:custGeom>
        <a:noFill/>
        <a:ln w="1587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2A4D2EF-F0CC-40D1-9937-48B586C2FFAF}">
      <dsp:nvSpPr>
        <dsp:cNvPr id="0" name=""/>
        <dsp:cNvSpPr/>
      </dsp:nvSpPr>
      <dsp:spPr>
        <a:xfrm>
          <a:off x="3249577" y="1153768"/>
          <a:ext cx="411232" cy="91440"/>
        </a:xfrm>
        <a:custGeom>
          <a:avLst/>
          <a:gdLst/>
          <a:ahLst/>
          <a:cxnLst/>
          <a:rect l="0" t="0" r="0" b="0"/>
          <a:pathLst>
            <a:path>
              <a:moveTo>
                <a:pt x="0" y="45720"/>
              </a:moveTo>
              <a:lnTo>
                <a:pt x="411232" y="45720"/>
              </a:lnTo>
            </a:path>
          </a:pathLst>
        </a:custGeom>
        <a:noFill/>
        <a:ln w="1587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6100615-2D9C-4813-836B-B5A1FF532420}">
      <dsp:nvSpPr>
        <dsp:cNvPr id="0" name=""/>
        <dsp:cNvSpPr/>
      </dsp:nvSpPr>
      <dsp:spPr>
        <a:xfrm>
          <a:off x="3249577" y="315339"/>
          <a:ext cx="411232" cy="884149"/>
        </a:xfrm>
        <a:custGeom>
          <a:avLst/>
          <a:gdLst/>
          <a:ahLst/>
          <a:cxnLst/>
          <a:rect l="0" t="0" r="0" b="0"/>
          <a:pathLst>
            <a:path>
              <a:moveTo>
                <a:pt x="0" y="884149"/>
              </a:moveTo>
              <a:lnTo>
                <a:pt x="205616" y="884149"/>
              </a:lnTo>
              <a:lnTo>
                <a:pt x="205616" y="0"/>
              </a:lnTo>
              <a:lnTo>
                <a:pt x="411232" y="0"/>
              </a:lnTo>
            </a:path>
          </a:pathLst>
        </a:custGeom>
        <a:noFill/>
        <a:ln w="1587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58CB7A-9652-49EF-9F59-D5B829C12050}">
      <dsp:nvSpPr>
        <dsp:cNvPr id="0" name=""/>
        <dsp:cNvSpPr/>
      </dsp:nvSpPr>
      <dsp:spPr>
        <a:xfrm>
          <a:off x="1193416" y="885924"/>
          <a:ext cx="2056160" cy="62712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Quantitative</a:t>
          </a:r>
        </a:p>
      </dsp:txBody>
      <dsp:txXfrm>
        <a:off x="1193416" y="885924"/>
        <a:ext cx="2056160" cy="627129"/>
      </dsp:txXfrm>
    </dsp:sp>
    <dsp:sp modelId="{FCBD82FC-E7CA-4276-8D4E-A912B37161CF}">
      <dsp:nvSpPr>
        <dsp:cNvPr id="0" name=""/>
        <dsp:cNvSpPr/>
      </dsp:nvSpPr>
      <dsp:spPr>
        <a:xfrm>
          <a:off x="3660809" y="1775"/>
          <a:ext cx="2056160" cy="627129"/>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Experiments</a:t>
          </a:r>
        </a:p>
      </dsp:txBody>
      <dsp:txXfrm>
        <a:off x="3660809" y="1775"/>
        <a:ext cx="2056160" cy="627129"/>
      </dsp:txXfrm>
    </dsp:sp>
    <dsp:sp modelId="{062EF780-8326-422B-8541-2813DB76F855}">
      <dsp:nvSpPr>
        <dsp:cNvPr id="0" name=""/>
        <dsp:cNvSpPr/>
      </dsp:nvSpPr>
      <dsp:spPr>
        <a:xfrm>
          <a:off x="3660809" y="885924"/>
          <a:ext cx="2056160" cy="627129"/>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Surveys</a:t>
          </a:r>
        </a:p>
      </dsp:txBody>
      <dsp:txXfrm>
        <a:off x="3660809" y="885924"/>
        <a:ext cx="2056160" cy="627129"/>
      </dsp:txXfrm>
    </dsp:sp>
    <dsp:sp modelId="{D5148808-43CE-4A7E-944E-A59F0D47719C}">
      <dsp:nvSpPr>
        <dsp:cNvPr id="0" name=""/>
        <dsp:cNvSpPr/>
      </dsp:nvSpPr>
      <dsp:spPr>
        <a:xfrm>
          <a:off x="3660809" y="1770073"/>
          <a:ext cx="2056160" cy="627129"/>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Data Mining</a:t>
          </a:r>
        </a:p>
      </dsp:txBody>
      <dsp:txXfrm>
        <a:off x="3660809" y="1770073"/>
        <a:ext cx="2056160" cy="627129"/>
      </dsp:txXfrm>
    </dsp:sp>
    <dsp:sp modelId="{482C4049-5C2F-4B0D-8B91-CBB85F97B8CF}">
      <dsp:nvSpPr>
        <dsp:cNvPr id="0" name=""/>
        <dsp:cNvSpPr/>
      </dsp:nvSpPr>
      <dsp:spPr>
        <a:xfrm>
          <a:off x="1193416" y="3538371"/>
          <a:ext cx="2056160" cy="62712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Qualitative</a:t>
          </a:r>
        </a:p>
      </dsp:txBody>
      <dsp:txXfrm>
        <a:off x="1193416" y="3538371"/>
        <a:ext cx="2056160" cy="627129"/>
      </dsp:txXfrm>
    </dsp:sp>
    <dsp:sp modelId="{3CE263F4-6E15-4D1B-BAB8-6473AF2F8843}">
      <dsp:nvSpPr>
        <dsp:cNvPr id="0" name=""/>
        <dsp:cNvSpPr/>
      </dsp:nvSpPr>
      <dsp:spPr>
        <a:xfrm>
          <a:off x="3660809" y="2654222"/>
          <a:ext cx="2056160" cy="627129"/>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Interviews</a:t>
          </a:r>
        </a:p>
      </dsp:txBody>
      <dsp:txXfrm>
        <a:off x="3660809" y="2654222"/>
        <a:ext cx="2056160" cy="627129"/>
      </dsp:txXfrm>
    </dsp:sp>
    <dsp:sp modelId="{0097FCB3-66D8-46BE-AAEF-949C21B87FC2}">
      <dsp:nvSpPr>
        <dsp:cNvPr id="0" name=""/>
        <dsp:cNvSpPr/>
      </dsp:nvSpPr>
      <dsp:spPr>
        <a:xfrm>
          <a:off x="3660809" y="3538371"/>
          <a:ext cx="2056160" cy="627129"/>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Focus Groups</a:t>
          </a:r>
        </a:p>
      </dsp:txBody>
      <dsp:txXfrm>
        <a:off x="3660809" y="3538371"/>
        <a:ext cx="2056160" cy="627129"/>
      </dsp:txXfrm>
    </dsp:sp>
    <dsp:sp modelId="{9D7B7B6D-A857-4235-B817-A1FC9C6425E4}">
      <dsp:nvSpPr>
        <dsp:cNvPr id="0" name=""/>
        <dsp:cNvSpPr/>
      </dsp:nvSpPr>
      <dsp:spPr>
        <a:xfrm>
          <a:off x="3660809" y="4422520"/>
          <a:ext cx="2056160" cy="627129"/>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Ethnography (observation)</a:t>
          </a:r>
        </a:p>
      </dsp:txBody>
      <dsp:txXfrm>
        <a:off x="3660809" y="4422520"/>
        <a:ext cx="2056160" cy="62712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D1D241-86C3-4B78-9AFD-E2D38C8B9718}">
      <dsp:nvSpPr>
        <dsp:cNvPr id="0" name=""/>
        <dsp:cNvSpPr/>
      </dsp:nvSpPr>
      <dsp:spPr>
        <a:xfrm>
          <a:off x="0" y="820856"/>
          <a:ext cx="6910387" cy="15154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2E6C1CE-438D-46AE-956B-879380D328C9}">
      <dsp:nvSpPr>
        <dsp:cNvPr id="0" name=""/>
        <dsp:cNvSpPr/>
      </dsp:nvSpPr>
      <dsp:spPr>
        <a:xfrm>
          <a:off x="458416" y="1161827"/>
          <a:ext cx="833485" cy="83348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593F4BB-ACA0-4460-BEB2-A50A7F2BA39D}">
      <dsp:nvSpPr>
        <dsp:cNvPr id="0" name=""/>
        <dsp:cNvSpPr/>
      </dsp:nvSpPr>
      <dsp:spPr>
        <a:xfrm>
          <a:off x="1750318" y="820856"/>
          <a:ext cx="3109674" cy="1515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383" tIns="160383" rIns="160383" bIns="160383" numCol="1" spcCol="1270" anchor="ctr" anchorCtr="0">
          <a:noAutofit/>
        </a:bodyPr>
        <a:lstStyle/>
        <a:p>
          <a:pPr marL="0" lvl="0" indent="0" algn="l" defTabSz="1111250">
            <a:lnSpc>
              <a:spcPct val="90000"/>
            </a:lnSpc>
            <a:spcBef>
              <a:spcPct val="0"/>
            </a:spcBef>
            <a:spcAft>
              <a:spcPct val="35000"/>
            </a:spcAft>
            <a:buNone/>
          </a:pPr>
          <a:r>
            <a:rPr lang="en-US" sz="2500" kern="1200"/>
            <a:t>Structured</a:t>
          </a:r>
        </a:p>
      </dsp:txBody>
      <dsp:txXfrm>
        <a:off x="1750318" y="820856"/>
        <a:ext cx="3109674" cy="1515427"/>
      </dsp:txXfrm>
    </dsp:sp>
    <dsp:sp modelId="{B49762DB-5546-45D6-AFC7-C0F421D16B34}">
      <dsp:nvSpPr>
        <dsp:cNvPr id="0" name=""/>
        <dsp:cNvSpPr/>
      </dsp:nvSpPr>
      <dsp:spPr>
        <a:xfrm>
          <a:off x="4859992" y="820856"/>
          <a:ext cx="2050394" cy="1515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383" tIns="160383" rIns="160383" bIns="160383" numCol="1" spcCol="1270" anchor="ctr" anchorCtr="0">
          <a:noAutofit/>
        </a:bodyPr>
        <a:lstStyle/>
        <a:p>
          <a:pPr marL="0" lvl="0" indent="0" algn="l" defTabSz="711200">
            <a:lnSpc>
              <a:spcPct val="90000"/>
            </a:lnSpc>
            <a:spcBef>
              <a:spcPct val="0"/>
            </a:spcBef>
            <a:spcAft>
              <a:spcPct val="35000"/>
            </a:spcAft>
            <a:buNone/>
          </a:pPr>
          <a:r>
            <a:rPr lang="en-US" sz="1600" kern="1200"/>
            <a:t>Databases</a:t>
          </a:r>
        </a:p>
        <a:p>
          <a:pPr marL="0" lvl="0" indent="0" algn="l" defTabSz="711200">
            <a:lnSpc>
              <a:spcPct val="90000"/>
            </a:lnSpc>
            <a:spcBef>
              <a:spcPct val="0"/>
            </a:spcBef>
            <a:spcAft>
              <a:spcPct val="35000"/>
            </a:spcAft>
            <a:buNone/>
          </a:pPr>
          <a:r>
            <a:rPr lang="en-US" sz="1600" kern="1200"/>
            <a:t>Survey</a:t>
          </a:r>
        </a:p>
        <a:p>
          <a:pPr marL="0" lvl="0" indent="0" algn="l" defTabSz="711200">
            <a:lnSpc>
              <a:spcPct val="90000"/>
            </a:lnSpc>
            <a:spcBef>
              <a:spcPct val="0"/>
            </a:spcBef>
            <a:spcAft>
              <a:spcPct val="35000"/>
            </a:spcAft>
            <a:buNone/>
          </a:pPr>
          <a:r>
            <a:rPr lang="en-US" sz="1600" kern="1200"/>
            <a:t>Experiments</a:t>
          </a:r>
        </a:p>
      </dsp:txBody>
      <dsp:txXfrm>
        <a:off x="4859992" y="820856"/>
        <a:ext cx="2050394" cy="1515427"/>
      </dsp:txXfrm>
    </dsp:sp>
    <dsp:sp modelId="{EE1CE36D-5825-4F58-BA38-3D42A10AE7C9}">
      <dsp:nvSpPr>
        <dsp:cNvPr id="0" name=""/>
        <dsp:cNvSpPr/>
      </dsp:nvSpPr>
      <dsp:spPr>
        <a:xfrm>
          <a:off x="0" y="2715140"/>
          <a:ext cx="6910387" cy="151542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F7E3FC-18A5-4EB7-9622-FC3707AA5E66}">
      <dsp:nvSpPr>
        <dsp:cNvPr id="0" name=""/>
        <dsp:cNvSpPr/>
      </dsp:nvSpPr>
      <dsp:spPr>
        <a:xfrm>
          <a:off x="458416" y="3056112"/>
          <a:ext cx="833485" cy="83348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F53D7B2-BBC3-422E-A5E1-2694ECD4BFAC}">
      <dsp:nvSpPr>
        <dsp:cNvPr id="0" name=""/>
        <dsp:cNvSpPr/>
      </dsp:nvSpPr>
      <dsp:spPr>
        <a:xfrm>
          <a:off x="1750318" y="2715140"/>
          <a:ext cx="3109674" cy="1515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383" tIns="160383" rIns="160383" bIns="160383" numCol="1" spcCol="1270" anchor="ctr" anchorCtr="0">
          <a:noAutofit/>
        </a:bodyPr>
        <a:lstStyle/>
        <a:p>
          <a:pPr marL="0" lvl="0" indent="0" algn="l" defTabSz="1111250">
            <a:lnSpc>
              <a:spcPct val="90000"/>
            </a:lnSpc>
            <a:spcBef>
              <a:spcPct val="0"/>
            </a:spcBef>
            <a:spcAft>
              <a:spcPct val="35000"/>
            </a:spcAft>
            <a:buNone/>
          </a:pPr>
          <a:r>
            <a:rPr lang="en-US" sz="2500" kern="1200"/>
            <a:t>Unstructured</a:t>
          </a:r>
        </a:p>
      </dsp:txBody>
      <dsp:txXfrm>
        <a:off x="1750318" y="2715140"/>
        <a:ext cx="3109674" cy="1515427"/>
      </dsp:txXfrm>
    </dsp:sp>
    <dsp:sp modelId="{A44648B7-1C8D-4B6A-B3CC-D11F581737D9}">
      <dsp:nvSpPr>
        <dsp:cNvPr id="0" name=""/>
        <dsp:cNvSpPr/>
      </dsp:nvSpPr>
      <dsp:spPr>
        <a:xfrm>
          <a:off x="4859992" y="2715140"/>
          <a:ext cx="2050394" cy="15154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383" tIns="160383" rIns="160383" bIns="160383" numCol="1" spcCol="1270" anchor="ctr" anchorCtr="0">
          <a:noAutofit/>
        </a:bodyPr>
        <a:lstStyle/>
        <a:p>
          <a:pPr marL="0" lvl="0" indent="0" algn="l" defTabSz="711200">
            <a:lnSpc>
              <a:spcPct val="90000"/>
            </a:lnSpc>
            <a:spcBef>
              <a:spcPct val="0"/>
            </a:spcBef>
            <a:spcAft>
              <a:spcPct val="35000"/>
            </a:spcAft>
            <a:buNone/>
          </a:pPr>
          <a:r>
            <a:rPr lang="en-US" sz="1600" kern="1200"/>
            <a:t>Text</a:t>
          </a:r>
        </a:p>
        <a:p>
          <a:pPr marL="0" lvl="0" indent="0" algn="l" defTabSz="711200">
            <a:lnSpc>
              <a:spcPct val="90000"/>
            </a:lnSpc>
            <a:spcBef>
              <a:spcPct val="0"/>
            </a:spcBef>
            <a:spcAft>
              <a:spcPct val="35000"/>
            </a:spcAft>
            <a:buNone/>
          </a:pPr>
          <a:r>
            <a:rPr lang="en-US" sz="1600" kern="1200"/>
            <a:t>Images</a:t>
          </a:r>
        </a:p>
        <a:p>
          <a:pPr marL="0" lvl="0" indent="0" algn="l" defTabSz="711200">
            <a:lnSpc>
              <a:spcPct val="90000"/>
            </a:lnSpc>
            <a:spcBef>
              <a:spcPct val="0"/>
            </a:spcBef>
            <a:spcAft>
              <a:spcPct val="35000"/>
            </a:spcAft>
            <a:buNone/>
          </a:pPr>
          <a:r>
            <a:rPr lang="en-US" sz="1600" kern="1200"/>
            <a:t>Videos</a:t>
          </a:r>
        </a:p>
        <a:p>
          <a:pPr marL="0" lvl="0" indent="0" algn="l" defTabSz="711200">
            <a:lnSpc>
              <a:spcPct val="90000"/>
            </a:lnSpc>
            <a:spcBef>
              <a:spcPct val="0"/>
            </a:spcBef>
            <a:spcAft>
              <a:spcPct val="35000"/>
            </a:spcAft>
            <a:buNone/>
          </a:pPr>
          <a:r>
            <a:rPr lang="en-US" sz="1600" kern="1200"/>
            <a:t>Records</a:t>
          </a:r>
        </a:p>
      </dsp:txBody>
      <dsp:txXfrm>
        <a:off x="4859992" y="2715140"/>
        <a:ext cx="2050394" cy="151542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B7CCAF-0B19-4EDA-84BD-A80D62E799E1}">
      <dsp:nvSpPr>
        <dsp:cNvPr id="0" name=""/>
        <dsp:cNvSpPr/>
      </dsp:nvSpPr>
      <dsp:spPr>
        <a:xfrm>
          <a:off x="0" y="689"/>
          <a:ext cx="6797675" cy="16138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659BE5-F778-474B-9684-7D56C1D6695C}">
      <dsp:nvSpPr>
        <dsp:cNvPr id="0" name=""/>
        <dsp:cNvSpPr/>
      </dsp:nvSpPr>
      <dsp:spPr>
        <a:xfrm>
          <a:off x="488194" y="363809"/>
          <a:ext cx="887626" cy="8876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4E4CD87-FA10-470D-96EF-A8777132AEA1}">
      <dsp:nvSpPr>
        <dsp:cNvPr id="0" name=""/>
        <dsp:cNvSpPr/>
      </dsp:nvSpPr>
      <dsp:spPr>
        <a:xfrm>
          <a:off x="1864015" y="689"/>
          <a:ext cx="4933659" cy="161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01" tIns="170801" rIns="170801" bIns="170801" numCol="1" spcCol="1270" anchor="ctr" anchorCtr="0">
          <a:noAutofit/>
        </a:bodyPr>
        <a:lstStyle/>
        <a:p>
          <a:pPr marL="0" lvl="0" indent="0" algn="l" defTabSz="1111250">
            <a:lnSpc>
              <a:spcPct val="90000"/>
            </a:lnSpc>
            <a:spcBef>
              <a:spcPct val="0"/>
            </a:spcBef>
            <a:spcAft>
              <a:spcPct val="35000"/>
            </a:spcAft>
            <a:buNone/>
          </a:pPr>
          <a:r>
            <a:rPr lang="en-US" sz="2500" kern="1200"/>
            <a:t>Questions</a:t>
          </a:r>
        </a:p>
      </dsp:txBody>
      <dsp:txXfrm>
        <a:off x="1864015" y="689"/>
        <a:ext cx="4933659" cy="1613866"/>
      </dsp:txXfrm>
    </dsp:sp>
    <dsp:sp modelId="{AAC4308A-551A-40D2-83CF-4351319BEC85}">
      <dsp:nvSpPr>
        <dsp:cNvPr id="0" name=""/>
        <dsp:cNvSpPr/>
      </dsp:nvSpPr>
      <dsp:spPr>
        <a:xfrm>
          <a:off x="0" y="2018022"/>
          <a:ext cx="6797675" cy="16138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4EE2F1-0A4A-4B76-9E74-134731DF8CBB}">
      <dsp:nvSpPr>
        <dsp:cNvPr id="0" name=""/>
        <dsp:cNvSpPr/>
      </dsp:nvSpPr>
      <dsp:spPr>
        <a:xfrm>
          <a:off x="488194" y="2381142"/>
          <a:ext cx="887626" cy="8876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A1AC3A9-1285-49D8-99EA-787CB3FB0FA8}">
      <dsp:nvSpPr>
        <dsp:cNvPr id="0" name=""/>
        <dsp:cNvSpPr/>
      </dsp:nvSpPr>
      <dsp:spPr>
        <a:xfrm>
          <a:off x="1864015" y="2018022"/>
          <a:ext cx="4933659" cy="161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01" tIns="170801" rIns="170801" bIns="170801" numCol="1" spcCol="1270" anchor="ctr" anchorCtr="0">
          <a:noAutofit/>
        </a:bodyPr>
        <a:lstStyle/>
        <a:p>
          <a:pPr marL="0" lvl="0" indent="0" algn="l" defTabSz="1111250">
            <a:lnSpc>
              <a:spcPct val="90000"/>
            </a:lnSpc>
            <a:spcBef>
              <a:spcPct val="0"/>
            </a:spcBef>
            <a:spcAft>
              <a:spcPct val="35000"/>
            </a:spcAft>
            <a:buNone/>
          </a:pPr>
          <a:r>
            <a:rPr lang="en-US" sz="2500" kern="1200"/>
            <a:t>Curiosity/Doubt</a:t>
          </a:r>
        </a:p>
      </dsp:txBody>
      <dsp:txXfrm>
        <a:off x="1864015" y="2018022"/>
        <a:ext cx="4933659" cy="1613866"/>
      </dsp:txXfrm>
    </dsp:sp>
    <dsp:sp modelId="{8E2156A4-23F3-4066-9019-847CF99D985A}">
      <dsp:nvSpPr>
        <dsp:cNvPr id="0" name=""/>
        <dsp:cNvSpPr/>
      </dsp:nvSpPr>
      <dsp:spPr>
        <a:xfrm>
          <a:off x="0" y="4035355"/>
          <a:ext cx="6797675" cy="16138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1F6AB5-2A16-4676-B3F4-F82AE513BD60}">
      <dsp:nvSpPr>
        <dsp:cNvPr id="0" name=""/>
        <dsp:cNvSpPr/>
      </dsp:nvSpPr>
      <dsp:spPr>
        <a:xfrm>
          <a:off x="488194" y="4398475"/>
          <a:ext cx="887626" cy="8876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ED48CA-CE0A-4DD8-8A00-E777F37D3352}">
      <dsp:nvSpPr>
        <dsp:cNvPr id="0" name=""/>
        <dsp:cNvSpPr/>
      </dsp:nvSpPr>
      <dsp:spPr>
        <a:xfrm>
          <a:off x="1864015" y="4035355"/>
          <a:ext cx="4933659" cy="161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01" tIns="170801" rIns="170801" bIns="170801" numCol="1" spcCol="1270" anchor="ctr" anchorCtr="0">
          <a:noAutofit/>
        </a:bodyPr>
        <a:lstStyle/>
        <a:p>
          <a:pPr marL="0" lvl="0" indent="0" algn="l" defTabSz="1111250">
            <a:lnSpc>
              <a:spcPct val="90000"/>
            </a:lnSpc>
            <a:spcBef>
              <a:spcPct val="0"/>
            </a:spcBef>
            <a:spcAft>
              <a:spcPct val="35000"/>
            </a:spcAft>
            <a:buNone/>
          </a:pPr>
          <a:r>
            <a:rPr lang="en-US" sz="2500" kern="1200"/>
            <a:t>SYSTEMATIC observation</a:t>
          </a:r>
        </a:p>
      </dsp:txBody>
      <dsp:txXfrm>
        <a:off x="1864015" y="4035355"/>
        <a:ext cx="4933659" cy="161386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5BC64A-3645-4C2B-BEB8-C57785A807D5}">
      <dsp:nvSpPr>
        <dsp:cNvPr id="0" name=""/>
        <dsp:cNvSpPr/>
      </dsp:nvSpPr>
      <dsp:spPr>
        <a:xfrm>
          <a:off x="0" y="0"/>
          <a:ext cx="6451943"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FCCC06-B2D4-4D4B-96CD-C612BC452228}">
      <dsp:nvSpPr>
        <dsp:cNvPr id="0" name=""/>
        <dsp:cNvSpPr/>
      </dsp:nvSpPr>
      <dsp:spPr>
        <a:xfrm>
          <a:off x="0" y="0"/>
          <a:ext cx="6451943" cy="1116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r>
            <a:rPr lang="en-US" sz="4400" kern="1200"/>
            <a:t>Empiricism (v rationalism)</a:t>
          </a:r>
        </a:p>
      </dsp:txBody>
      <dsp:txXfrm>
        <a:off x="0" y="0"/>
        <a:ext cx="6451943" cy="1116971"/>
      </dsp:txXfrm>
    </dsp:sp>
    <dsp:sp modelId="{7D83D9FD-DCEB-46DA-98AB-3010151498C9}">
      <dsp:nvSpPr>
        <dsp:cNvPr id="0" name=""/>
        <dsp:cNvSpPr/>
      </dsp:nvSpPr>
      <dsp:spPr>
        <a:xfrm>
          <a:off x="0" y="1116971"/>
          <a:ext cx="6451943" cy="0"/>
        </a:xfrm>
        <a:prstGeom prst="line">
          <a:avLst/>
        </a:prstGeom>
        <a:solidFill>
          <a:schemeClr val="accent2">
            <a:hueOff val="-441124"/>
            <a:satOff val="497"/>
            <a:lumOff val="1177"/>
            <a:alphaOff val="0"/>
          </a:schemeClr>
        </a:solidFill>
        <a:ln w="19050" cap="flat" cmpd="sng" algn="ctr">
          <a:solidFill>
            <a:schemeClr val="accent2">
              <a:hueOff val="-441124"/>
              <a:satOff val="497"/>
              <a:lumOff val="117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C56CE2-C231-47F3-ABEF-DDBE073EC925}">
      <dsp:nvSpPr>
        <dsp:cNvPr id="0" name=""/>
        <dsp:cNvSpPr/>
      </dsp:nvSpPr>
      <dsp:spPr>
        <a:xfrm>
          <a:off x="0" y="1116971"/>
          <a:ext cx="6451943" cy="1116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r>
            <a:rPr lang="en-US" sz="4400" kern="1200"/>
            <a:t>Induction and Deduction</a:t>
          </a:r>
        </a:p>
      </dsp:txBody>
      <dsp:txXfrm>
        <a:off x="0" y="1116971"/>
        <a:ext cx="6451943" cy="1116971"/>
      </dsp:txXfrm>
    </dsp:sp>
    <dsp:sp modelId="{2C4A7EB1-8E66-4D68-8AA1-AAF72384C146}">
      <dsp:nvSpPr>
        <dsp:cNvPr id="0" name=""/>
        <dsp:cNvSpPr/>
      </dsp:nvSpPr>
      <dsp:spPr>
        <a:xfrm>
          <a:off x="0" y="2233943"/>
          <a:ext cx="6451943" cy="0"/>
        </a:xfrm>
        <a:prstGeom prst="line">
          <a:avLst/>
        </a:prstGeom>
        <a:solidFill>
          <a:schemeClr val="accent2">
            <a:hueOff val="-882249"/>
            <a:satOff val="995"/>
            <a:lumOff val="2353"/>
            <a:alphaOff val="0"/>
          </a:schemeClr>
        </a:solidFill>
        <a:ln w="19050" cap="flat" cmpd="sng" algn="ctr">
          <a:solidFill>
            <a:schemeClr val="accent2">
              <a:hueOff val="-882249"/>
              <a:satOff val="995"/>
              <a:lumOff val="235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5F0A29A-E917-4C6C-8015-886E7EBE303C}">
      <dsp:nvSpPr>
        <dsp:cNvPr id="0" name=""/>
        <dsp:cNvSpPr/>
      </dsp:nvSpPr>
      <dsp:spPr>
        <a:xfrm>
          <a:off x="0" y="2233943"/>
          <a:ext cx="6451943" cy="1116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r>
            <a:rPr lang="en-US" sz="4400" kern="1200"/>
            <a:t>Parsimony</a:t>
          </a:r>
        </a:p>
      </dsp:txBody>
      <dsp:txXfrm>
        <a:off x="0" y="2233943"/>
        <a:ext cx="6451943" cy="1116971"/>
      </dsp:txXfrm>
    </dsp:sp>
    <dsp:sp modelId="{27A480E2-40AD-4694-9C0B-8C2FDA60AF5F}">
      <dsp:nvSpPr>
        <dsp:cNvPr id="0" name=""/>
        <dsp:cNvSpPr/>
      </dsp:nvSpPr>
      <dsp:spPr>
        <a:xfrm>
          <a:off x="0" y="3350915"/>
          <a:ext cx="6451943" cy="0"/>
        </a:xfrm>
        <a:prstGeom prst="line">
          <a:avLst/>
        </a:prstGeom>
        <a:solidFill>
          <a:schemeClr val="accent2">
            <a:hueOff val="-1323373"/>
            <a:satOff val="1492"/>
            <a:lumOff val="3530"/>
            <a:alphaOff val="0"/>
          </a:schemeClr>
        </a:solidFill>
        <a:ln w="19050" cap="flat" cmpd="sng" algn="ctr">
          <a:solidFill>
            <a:schemeClr val="accent2">
              <a:hueOff val="-1323373"/>
              <a:satOff val="1492"/>
              <a:lumOff val="353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999D1F-C2B5-40B5-AA2D-E6BC735620F9}">
      <dsp:nvSpPr>
        <dsp:cNvPr id="0" name=""/>
        <dsp:cNvSpPr/>
      </dsp:nvSpPr>
      <dsp:spPr>
        <a:xfrm>
          <a:off x="0" y="3350915"/>
          <a:ext cx="6451943" cy="11169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r>
            <a:rPr lang="en-US" sz="4400" kern="1200"/>
            <a:t>Falsification</a:t>
          </a:r>
        </a:p>
      </dsp:txBody>
      <dsp:txXfrm>
        <a:off x="0" y="3350915"/>
        <a:ext cx="6451943" cy="111697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2DE89E-AFE9-404D-8A1D-A750E0CB28F3}">
      <dsp:nvSpPr>
        <dsp:cNvPr id="0" name=""/>
        <dsp:cNvSpPr/>
      </dsp:nvSpPr>
      <dsp:spPr>
        <a:xfrm>
          <a:off x="0" y="4992037"/>
          <a:ext cx="1699418" cy="655202"/>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863" tIns="163576" rIns="120863" bIns="163576" numCol="1" spcCol="1270" anchor="ctr" anchorCtr="0">
          <a:noAutofit/>
        </a:bodyPr>
        <a:lstStyle/>
        <a:p>
          <a:pPr marL="0" lvl="0" indent="0" algn="ctr" defTabSz="1022350">
            <a:lnSpc>
              <a:spcPct val="90000"/>
            </a:lnSpc>
            <a:spcBef>
              <a:spcPct val="0"/>
            </a:spcBef>
            <a:spcAft>
              <a:spcPct val="35000"/>
            </a:spcAft>
            <a:buNone/>
          </a:pPr>
          <a:r>
            <a:rPr lang="en-US" sz="2300" kern="1200"/>
            <a:t>Interpret</a:t>
          </a:r>
        </a:p>
      </dsp:txBody>
      <dsp:txXfrm>
        <a:off x="0" y="4992037"/>
        <a:ext cx="1699418" cy="655202"/>
      </dsp:txXfrm>
    </dsp:sp>
    <dsp:sp modelId="{0775B6D1-C5F7-4315-9D71-F271082E34B4}">
      <dsp:nvSpPr>
        <dsp:cNvPr id="0" name=""/>
        <dsp:cNvSpPr/>
      </dsp:nvSpPr>
      <dsp:spPr>
        <a:xfrm>
          <a:off x="1699418" y="4992037"/>
          <a:ext cx="5098256" cy="655202"/>
        </a:xfrm>
        <a:prstGeom prst="rect">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3417" tIns="203200" rIns="103417" bIns="203200" numCol="1" spcCol="1270" anchor="ctr" anchorCtr="0">
          <a:noAutofit/>
        </a:bodyPr>
        <a:lstStyle/>
        <a:p>
          <a:pPr marL="0" lvl="0" indent="0" algn="l" defTabSz="711200">
            <a:lnSpc>
              <a:spcPct val="90000"/>
            </a:lnSpc>
            <a:spcBef>
              <a:spcPct val="0"/>
            </a:spcBef>
            <a:spcAft>
              <a:spcPct val="35000"/>
            </a:spcAft>
            <a:buNone/>
          </a:pPr>
          <a:r>
            <a:rPr lang="en-US" sz="1600" kern="1200"/>
            <a:t>Interpret and Evaluation (ANLY 699)</a:t>
          </a:r>
        </a:p>
      </dsp:txBody>
      <dsp:txXfrm>
        <a:off x="1699418" y="4992037"/>
        <a:ext cx="5098256" cy="655202"/>
      </dsp:txXfrm>
    </dsp:sp>
    <dsp:sp modelId="{CD3E1CD6-55CF-47B6-A583-290B408A45BD}">
      <dsp:nvSpPr>
        <dsp:cNvPr id="0" name=""/>
        <dsp:cNvSpPr/>
      </dsp:nvSpPr>
      <dsp:spPr>
        <a:xfrm rot="10800000">
          <a:off x="0" y="3994164"/>
          <a:ext cx="1699418" cy="1007700"/>
        </a:xfrm>
        <a:prstGeom prst="upArrowCallout">
          <a:avLst>
            <a:gd name="adj1" fmla="val 5000"/>
            <a:gd name="adj2" fmla="val 10000"/>
            <a:gd name="adj3" fmla="val 15000"/>
            <a:gd name="adj4" fmla="val 64977"/>
          </a:avLst>
        </a:prstGeom>
        <a:solidFill>
          <a:schemeClr val="accent3">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863" tIns="163576" rIns="120863" bIns="163576" numCol="1" spcCol="1270" anchor="ctr" anchorCtr="0">
          <a:noAutofit/>
        </a:bodyPr>
        <a:lstStyle/>
        <a:p>
          <a:pPr marL="0" lvl="0" indent="0" algn="ctr" defTabSz="1022350">
            <a:lnSpc>
              <a:spcPct val="90000"/>
            </a:lnSpc>
            <a:spcBef>
              <a:spcPct val="0"/>
            </a:spcBef>
            <a:spcAft>
              <a:spcPct val="35000"/>
            </a:spcAft>
            <a:buNone/>
          </a:pPr>
          <a:r>
            <a:rPr lang="en-US" sz="2300" kern="1200"/>
            <a:t>Analyze</a:t>
          </a:r>
        </a:p>
      </dsp:txBody>
      <dsp:txXfrm rot="-10800000">
        <a:off x="0" y="3994164"/>
        <a:ext cx="1699418" cy="655005"/>
      </dsp:txXfrm>
    </dsp:sp>
    <dsp:sp modelId="{D7666307-4D65-41B9-84B6-B2CFF0BB3B4E}">
      <dsp:nvSpPr>
        <dsp:cNvPr id="0" name=""/>
        <dsp:cNvSpPr/>
      </dsp:nvSpPr>
      <dsp:spPr>
        <a:xfrm>
          <a:off x="1699418" y="3994164"/>
          <a:ext cx="5098256" cy="655005"/>
        </a:xfrm>
        <a:prstGeom prst="rect">
          <a:avLst/>
        </a:prstGeom>
        <a:solidFill>
          <a:schemeClr val="accent3">
            <a:tint val="40000"/>
            <a:alpha val="90000"/>
            <a:hueOff val="0"/>
            <a:satOff val="0"/>
            <a:lumOff val="0"/>
            <a:alphaOff val="0"/>
          </a:schemeClr>
        </a:solidFill>
        <a:ln w="15875"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3417" tIns="203200" rIns="103417" bIns="203200" numCol="1" spcCol="1270" anchor="ctr" anchorCtr="0">
          <a:noAutofit/>
        </a:bodyPr>
        <a:lstStyle/>
        <a:p>
          <a:pPr marL="0" lvl="0" indent="0" algn="l" defTabSz="711200">
            <a:lnSpc>
              <a:spcPct val="90000"/>
            </a:lnSpc>
            <a:spcBef>
              <a:spcPct val="0"/>
            </a:spcBef>
            <a:spcAft>
              <a:spcPct val="35000"/>
            </a:spcAft>
            <a:buNone/>
          </a:pPr>
          <a:r>
            <a:rPr lang="en-US" sz="1600" kern="1200"/>
            <a:t>Analyze data (ANLY 699)</a:t>
          </a:r>
        </a:p>
      </dsp:txBody>
      <dsp:txXfrm>
        <a:off x="1699418" y="3994164"/>
        <a:ext cx="5098256" cy="655005"/>
      </dsp:txXfrm>
    </dsp:sp>
    <dsp:sp modelId="{73078A26-1F0E-45B7-AD99-DBD91E630057}">
      <dsp:nvSpPr>
        <dsp:cNvPr id="0" name=""/>
        <dsp:cNvSpPr/>
      </dsp:nvSpPr>
      <dsp:spPr>
        <a:xfrm rot="10800000">
          <a:off x="0" y="2996291"/>
          <a:ext cx="1699418" cy="1007700"/>
        </a:xfrm>
        <a:prstGeom prst="upArrowCallout">
          <a:avLst>
            <a:gd name="adj1" fmla="val 5000"/>
            <a:gd name="adj2" fmla="val 10000"/>
            <a:gd name="adj3" fmla="val 15000"/>
            <a:gd name="adj4" fmla="val 64977"/>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863" tIns="163576" rIns="120863" bIns="163576" numCol="1" spcCol="1270" anchor="ctr" anchorCtr="0">
          <a:noAutofit/>
        </a:bodyPr>
        <a:lstStyle/>
        <a:p>
          <a:pPr marL="0" lvl="0" indent="0" algn="ctr" defTabSz="1022350">
            <a:lnSpc>
              <a:spcPct val="90000"/>
            </a:lnSpc>
            <a:spcBef>
              <a:spcPct val="0"/>
            </a:spcBef>
            <a:spcAft>
              <a:spcPct val="35000"/>
            </a:spcAft>
            <a:buNone/>
          </a:pPr>
          <a:r>
            <a:rPr lang="en-US" sz="2300" kern="1200"/>
            <a:t>Collect</a:t>
          </a:r>
        </a:p>
      </dsp:txBody>
      <dsp:txXfrm rot="-10800000">
        <a:off x="0" y="2996291"/>
        <a:ext cx="1699418" cy="655005"/>
      </dsp:txXfrm>
    </dsp:sp>
    <dsp:sp modelId="{1BD09F14-DEE3-4D79-B2E2-AA907DBA1D73}">
      <dsp:nvSpPr>
        <dsp:cNvPr id="0" name=""/>
        <dsp:cNvSpPr/>
      </dsp:nvSpPr>
      <dsp:spPr>
        <a:xfrm>
          <a:off x="1699418" y="2996291"/>
          <a:ext cx="5098256" cy="655005"/>
        </a:xfrm>
        <a:prstGeom prst="rect">
          <a:avLst/>
        </a:prstGeom>
        <a:solidFill>
          <a:schemeClr val="accent4">
            <a:tint val="40000"/>
            <a:alpha val="90000"/>
            <a:hueOff val="0"/>
            <a:satOff val="0"/>
            <a:lumOff val="0"/>
            <a:alphaOff val="0"/>
          </a:schemeClr>
        </a:solidFill>
        <a:ln w="15875"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3417" tIns="203200" rIns="103417" bIns="203200" numCol="1" spcCol="1270" anchor="ctr" anchorCtr="0">
          <a:noAutofit/>
        </a:bodyPr>
        <a:lstStyle/>
        <a:p>
          <a:pPr marL="0" lvl="0" indent="0" algn="l" defTabSz="711200">
            <a:lnSpc>
              <a:spcPct val="90000"/>
            </a:lnSpc>
            <a:spcBef>
              <a:spcPct val="0"/>
            </a:spcBef>
            <a:spcAft>
              <a:spcPct val="35000"/>
            </a:spcAft>
            <a:buNone/>
          </a:pPr>
          <a:r>
            <a:rPr lang="en-US" sz="1600" kern="1200"/>
            <a:t>Collect data (ANLY 699)</a:t>
          </a:r>
        </a:p>
      </dsp:txBody>
      <dsp:txXfrm>
        <a:off x="1699418" y="2996291"/>
        <a:ext cx="5098256" cy="655005"/>
      </dsp:txXfrm>
    </dsp:sp>
    <dsp:sp modelId="{991028D1-82B7-4B2C-B112-1D72AA639FEC}">
      <dsp:nvSpPr>
        <dsp:cNvPr id="0" name=""/>
        <dsp:cNvSpPr/>
      </dsp:nvSpPr>
      <dsp:spPr>
        <a:xfrm rot="10800000">
          <a:off x="0" y="1998418"/>
          <a:ext cx="1699418" cy="1007700"/>
        </a:xfrm>
        <a:prstGeom prst="upArrowCallout">
          <a:avLst>
            <a:gd name="adj1" fmla="val 5000"/>
            <a:gd name="adj2" fmla="val 10000"/>
            <a:gd name="adj3" fmla="val 15000"/>
            <a:gd name="adj4" fmla="val 64977"/>
          </a:avLst>
        </a:prstGeom>
        <a:solidFill>
          <a:schemeClr val="accent5">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863" tIns="163576" rIns="120863" bIns="163576" numCol="1" spcCol="1270" anchor="ctr" anchorCtr="0">
          <a:noAutofit/>
        </a:bodyPr>
        <a:lstStyle/>
        <a:p>
          <a:pPr marL="0" lvl="0" indent="0" algn="ctr" defTabSz="1022350">
            <a:lnSpc>
              <a:spcPct val="90000"/>
            </a:lnSpc>
            <a:spcBef>
              <a:spcPct val="0"/>
            </a:spcBef>
            <a:spcAft>
              <a:spcPct val="35000"/>
            </a:spcAft>
            <a:buNone/>
          </a:pPr>
          <a:r>
            <a:rPr lang="en-US" sz="2300" kern="1200"/>
            <a:t>Plan</a:t>
          </a:r>
        </a:p>
      </dsp:txBody>
      <dsp:txXfrm rot="-10800000">
        <a:off x="0" y="1998418"/>
        <a:ext cx="1699418" cy="655005"/>
      </dsp:txXfrm>
    </dsp:sp>
    <dsp:sp modelId="{1BFDCB8D-BF80-4B57-AB33-060F58034E38}">
      <dsp:nvSpPr>
        <dsp:cNvPr id="0" name=""/>
        <dsp:cNvSpPr/>
      </dsp:nvSpPr>
      <dsp:spPr>
        <a:xfrm>
          <a:off x="1699418" y="1998418"/>
          <a:ext cx="5098256" cy="655005"/>
        </a:xfrm>
        <a:prstGeom prst="rect">
          <a:avLst/>
        </a:prstGeom>
        <a:solidFill>
          <a:schemeClr val="accent5">
            <a:tint val="40000"/>
            <a:alpha val="90000"/>
            <a:hueOff val="0"/>
            <a:satOff val="0"/>
            <a:lumOff val="0"/>
            <a:alphaOff val="0"/>
          </a:schemeClr>
        </a:solidFill>
        <a:ln w="15875"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3417" tIns="203200" rIns="103417" bIns="203200" numCol="1" spcCol="1270" anchor="ctr" anchorCtr="0">
          <a:noAutofit/>
        </a:bodyPr>
        <a:lstStyle/>
        <a:p>
          <a:pPr marL="0" lvl="0" indent="0" algn="l" defTabSz="711200">
            <a:lnSpc>
              <a:spcPct val="90000"/>
            </a:lnSpc>
            <a:spcBef>
              <a:spcPct val="0"/>
            </a:spcBef>
            <a:spcAft>
              <a:spcPct val="35000"/>
            </a:spcAft>
            <a:buNone/>
          </a:pPr>
          <a:r>
            <a:rPr lang="en-US" sz="1600" kern="1200"/>
            <a:t>Plan a way to answer the questions (Weeks 6 - 12)</a:t>
          </a:r>
        </a:p>
      </dsp:txBody>
      <dsp:txXfrm>
        <a:off x="1699418" y="1998418"/>
        <a:ext cx="5098256" cy="655005"/>
      </dsp:txXfrm>
    </dsp:sp>
    <dsp:sp modelId="{7296D3AC-C24B-4140-8834-4E77B04408C8}">
      <dsp:nvSpPr>
        <dsp:cNvPr id="0" name=""/>
        <dsp:cNvSpPr/>
      </dsp:nvSpPr>
      <dsp:spPr>
        <a:xfrm rot="10800000">
          <a:off x="0" y="1000545"/>
          <a:ext cx="1699418" cy="1007700"/>
        </a:xfrm>
        <a:prstGeom prst="upArrowCallout">
          <a:avLst>
            <a:gd name="adj1" fmla="val 5000"/>
            <a:gd name="adj2" fmla="val 10000"/>
            <a:gd name="adj3" fmla="val 15000"/>
            <a:gd name="adj4" fmla="val 64977"/>
          </a:avLst>
        </a:prstGeom>
        <a:solidFill>
          <a:schemeClr val="accent6">
            <a:hueOff val="0"/>
            <a:satOff val="0"/>
            <a:lumOff val="0"/>
            <a:alphaOff val="0"/>
          </a:schemeClr>
        </a:solidFill>
        <a:ln w="15875"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863" tIns="163576" rIns="120863" bIns="163576" numCol="1" spcCol="1270" anchor="ctr" anchorCtr="0">
          <a:noAutofit/>
        </a:bodyPr>
        <a:lstStyle/>
        <a:p>
          <a:pPr marL="0" lvl="0" indent="0" algn="ctr" defTabSz="1022350">
            <a:lnSpc>
              <a:spcPct val="90000"/>
            </a:lnSpc>
            <a:spcBef>
              <a:spcPct val="0"/>
            </a:spcBef>
            <a:spcAft>
              <a:spcPct val="35000"/>
            </a:spcAft>
            <a:buNone/>
          </a:pPr>
          <a:r>
            <a:rPr lang="en-US" sz="2300" kern="1200"/>
            <a:t>Focus on</a:t>
          </a:r>
        </a:p>
      </dsp:txBody>
      <dsp:txXfrm rot="-10800000">
        <a:off x="0" y="1000545"/>
        <a:ext cx="1699418" cy="655005"/>
      </dsp:txXfrm>
    </dsp:sp>
    <dsp:sp modelId="{E8104D3F-A548-4C7D-BE47-51AC5AD9FCEB}">
      <dsp:nvSpPr>
        <dsp:cNvPr id="0" name=""/>
        <dsp:cNvSpPr/>
      </dsp:nvSpPr>
      <dsp:spPr>
        <a:xfrm>
          <a:off x="1699418" y="1000545"/>
          <a:ext cx="5098256" cy="655005"/>
        </a:xfrm>
        <a:prstGeom prst="rect">
          <a:avLst/>
        </a:prstGeom>
        <a:solidFill>
          <a:schemeClr val="accent6">
            <a:tint val="40000"/>
            <a:alpha val="90000"/>
            <a:hueOff val="0"/>
            <a:satOff val="0"/>
            <a:lumOff val="0"/>
            <a:alphaOff val="0"/>
          </a:schemeClr>
        </a:solidFill>
        <a:ln w="15875" cap="flat"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3417" tIns="203200" rIns="103417" bIns="203200" numCol="1" spcCol="1270" anchor="ctr" anchorCtr="0">
          <a:noAutofit/>
        </a:bodyPr>
        <a:lstStyle/>
        <a:p>
          <a:pPr marL="0" lvl="0" indent="0" algn="l" defTabSz="711200">
            <a:lnSpc>
              <a:spcPct val="90000"/>
            </a:lnSpc>
            <a:spcBef>
              <a:spcPct val="0"/>
            </a:spcBef>
            <a:spcAft>
              <a:spcPct val="35000"/>
            </a:spcAft>
            <a:buNone/>
          </a:pPr>
          <a:r>
            <a:rPr lang="en-US" sz="1600" kern="1200"/>
            <a:t>Focus on the important questions (Weeks 4 - 5)</a:t>
          </a:r>
        </a:p>
      </dsp:txBody>
      <dsp:txXfrm>
        <a:off x="1699418" y="1000545"/>
        <a:ext cx="5098256" cy="655005"/>
      </dsp:txXfrm>
    </dsp:sp>
    <dsp:sp modelId="{18D906A1-1CBC-453F-9D44-CDAE9CEEA577}">
      <dsp:nvSpPr>
        <dsp:cNvPr id="0" name=""/>
        <dsp:cNvSpPr/>
      </dsp:nvSpPr>
      <dsp:spPr>
        <a:xfrm rot="10800000">
          <a:off x="0" y="2672"/>
          <a:ext cx="1699418" cy="1007700"/>
        </a:xfrm>
        <a:prstGeom prst="upArrowCallout">
          <a:avLst>
            <a:gd name="adj1" fmla="val 5000"/>
            <a:gd name="adj2" fmla="val 10000"/>
            <a:gd name="adj3" fmla="val 15000"/>
            <a:gd name="adj4" fmla="val 64977"/>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863" tIns="163576" rIns="120863" bIns="163576" numCol="1" spcCol="1270" anchor="ctr" anchorCtr="0">
          <a:noAutofit/>
        </a:bodyPr>
        <a:lstStyle/>
        <a:p>
          <a:pPr marL="0" lvl="0" indent="0" algn="ctr" defTabSz="1022350">
            <a:lnSpc>
              <a:spcPct val="90000"/>
            </a:lnSpc>
            <a:spcBef>
              <a:spcPct val="0"/>
            </a:spcBef>
            <a:spcAft>
              <a:spcPct val="35000"/>
            </a:spcAft>
            <a:buNone/>
          </a:pPr>
          <a:r>
            <a:rPr lang="en-US" sz="2300" kern="1200"/>
            <a:t>Identify</a:t>
          </a:r>
        </a:p>
      </dsp:txBody>
      <dsp:txXfrm rot="-10800000">
        <a:off x="0" y="2672"/>
        <a:ext cx="1699418" cy="655005"/>
      </dsp:txXfrm>
    </dsp:sp>
    <dsp:sp modelId="{3225095F-35C4-42DB-9069-BEA8591C4997}">
      <dsp:nvSpPr>
        <dsp:cNvPr id="0" name=""/>
        <dsp:cNvSpPr/>
      </dsp:nvSpPr>
      <dsp:spPr>
        <a:xfrm>
          <a:off x="1699418" y="2672"/>
          <a:ext cx="5098256" cy="655005"/>
        </a:xfrm>
        <a:prstGeom prst="rect">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3417" tIns="203200" rIns="103417" bIns="203200" numCol="1" spcCol="1270" anchor="ctr" anchorCtr="0">
          <a:noAutofit/>
        </a:bodyPr>
        <a:lstStyle/>
        <a:p>
          <a:pPr marL="0" lvl="0" indent="0" algn="l" defTabSz="711200">
            <a:lnSpc>
              <a:spcPct val="90000"/>
            </a:lnSpc>
            <a:spcBef>
              <a:spcPct val="0"/>
            </a:spcBef>
            <a:spcAft>
              <a:spcPct val="35000"/>
            </a:spcAft>
            <a:buNone/>
          </a:pPr>
          <a:r>
            <a:rPr lang="en-US" sz="1600" kern="1200"/>
            <a:t>Identify problem of interest (Weeks 1 - 3)</a:t>
          </a:r>
        </a:p>
      </dsp:txBody>
      <dsp:txXfrm>
        <a:off x="1699418" y="2672"/>
        <a:ext cx="5098256" cy="65500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9B84C7-8C78-4681-A776-9EA1ED3F814A}">
      <dsp:nvSpPr>
        <dsp:cNvPr id="0" name=""/>
        <dsp:cNvSpPr/>
      </dsp:nvSpPr>
      <dsp:spPr>
        <a:xfrm>
          <a:off x="0" y="60535"/>
          <a:ext cx="6797675" cy="131093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Observe some phenomena</a:t>
          </a:r>
        </a:p>
      </dsp:txBody>
      <dsp:txXfrm>
        <a:off x="63994" y="124529"/>
        <a:ext cx="6669687" cy="1182942"/>
      </dsp:txXfrm>
    </dsp:sp>
    <dsp:sp modelId="{DEC0564B-D08C-4A10-A274-2A5DEC50AAD3}">
      <dsp:nvSpPr>
        <dsp:cNvPr id="0" name=""/>
        <dsp:cNvSpPr/>
      </dsp:nvSpPr>
      <dsp:spPr>
        <a:xfrm>
          <a:off x="0" y="1466505"/>
          <a:ext cx="6797675" cy="1310930"/>
        </a:xfrm>
        <a:prstGeom prst="roundRect">
          <a:avLst/>
        </a:prstGeom>
        <a:solidFill>
          <a:schemeClr val="accent2">
            <a:hueOff val="-443941"/>
            <a:satOff val="-195"/>
            <a:lumOff val="52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Focus on a specific question about that phenomena</a:t>
          </a:r>
        </a:p>
      </dsp:txBody>
      <dsp:txXfrm>
        <a:off x="63994" y="1530499"/>
        <a:ext cx="6669687" cy="1182942"/>
      </dsp:txXfrm>
    </dsp:sp>
    <dsp:sp modelId="{A58A1226-8027-4F29-BFAB-C5F0591E89BF}">
      <dsp:nvSpPr>
        <dsp:cNvPr id="0" name=""/>
        <dsp:cNvSpPr/>
      </dsp:nvSpPr>
      <dsp:spPr>
        <a:xfrm>
          <a:off x="0" y="2872476"/>
          <a:ext cx="6797675" cy="1310930"/>
        </a:xfrm>
        <a:prstGeom prst="roundRect">
          <a:avLst/>
        </a:prstGeom>
        <a:solidFill>
          <a:schemeClr val="accent2">
            <a:hueOff val="-887883"/>
            <a:satOff val="-391"/>
            <a:lumOff val="1046"/>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Examine the question</a:t>
          </a:r>
        </a:p>
      </dsp:txBody>
      <dsp:txXfrm>
        <a:off x="63994" y="2936470"/>
        <a:ext cx="6669687" cy="1182942"/>
      </dsp:txXfrm>
    </dsp:sp>
    <dsp:sp modelId="{F5A64F99-96C6-48AB-BB1F-B487A844E296}">
      <dsp:nvSpPr>
        <dsp:cNvPr id="0" name=""/>
        <dsp:cNvSpPr/>
      </dsp:nvSpPr>
      <dsp:spPr>
        <a:xfrm>
          <a:off x="0" y="4278446"/>
          <a:ext cx="6797675" cy="1310930"/>
        </a:xfrm>
        <a:prstGeom prst="roundRect">
          <a:avLst/>
        </a:prstGeom>
        <a:solidFill>
          <a:schemeClr val="accent2">
            <a:hueOff val="-1331824"/>
            <a:satOff val="-586"/>
            <a:lumOff val="156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Reconceptualize and refine the question and problem</a:t>
          </a:r>
        </a:p>
      </dsp:txBody>
      <dsp:txXfrm>
        <a:off x="63994" y="4342440"/>
        <a:ext cx="6669687" cy="118294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640AC3-18C1-4F17-B5CC-B06A679EAC0F}">
      <dsp:nvSpPr>
        <dsp:cNvPr id="0" name=""/>
        <dsp:cNvSpPr/>
      </dsp:nvSpPr>
      <dsp:spPr>
        <a:xfrm>
          <a:off x="0" y="157018"/>
          <a:ext cx="6797675" cy="743535"/>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Should be clear, persuasive, concrete</a:t>
          </a:r>
        </a:p>
      </dsp:txBody>
      <dsp:txXfrm>
        <a:off x="36296" y="193314"/>
        <a:ext cx="6725083" cy="670943"/>
      </dsp:txXfrm>
    </dsp:sp>
    <dsp:sp modelId="{1E62C969-D6E1-4EAF-99A1-8FE665DE7D68}">
      <dsp:nvSpPr>
        <dsp:cNvPr id="0" name=""/>
        <dsp:cNvSpPr/>
      </dsp:nvSpPr>
      <dsp:spPr>
        <a:xfrm>
          <a:off x="0" y="989833"/>
          <a:ext cx="6797675" cy="743535"/>
        </a:xfrm>
        <a:prstGeom prst="roundRect">
          <a:avLst/>
        </a:prstGeom>
        <a:solidFill>
          <a:schemeClr val="accent2">
            <a:hueOff val="-665912"/>
            <a:satOff val="-293"/>
            <a:lumOff val="78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Follows standard structure,</a:t>
          </a:r>
        </a:p>
      </dsp:txBody>
      <dsp:txXfrm>
        <a:off x="36296" y="1026129"/>
        <a:ext cx="6725083" cy="670943"/>
      </dsp:txXfrm>
    </dsp:sp>
    <dsp:sp modelId="{737DC659-A6DA-4851-8CD0-E96B34D14C56}">
      <dsp:nvSpPr>
        <dsp:cNvPr id="0" name=""/>
        <dsp:cNvSpPr/>
      </dsp:nvSpPr>
      <dsp:spPr>
        <a:xfrm>
          <a:off x="0" y="1733368"/>
          <a:ext cx="6797675" cy="3015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26"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kern="1200"/>
            <a:t>What is the problem &amp; why is it important? (Introduction Section)</a:t>
          </a:r>
        </a:p>
        <a:p>
          <a:pPr marL="228600" lvl="1" indent="-228600" algn="l" defTabSz="1066800">
            <a:lnSpc>
              <a:spcPct val="90000"/>
            </a:lnSpc>
            <a:spcBef>
              <a:spcPct val="0"/>
            </a:spcBef>
            <a:spcAft>
              <a:spcPct val="20000"/>
            </a:spcAft>
            <a:buChar char="•"/>
          </a:pPr>
          <a:r>
            <a:rPr lang="en-US" sz="2400" kern="1200"/>
            <a:t>What do we know (and not know) about the problem? (Literature Review)</a:t>
          </a:r>
        </a:p>
        <a:p>
          <a:pPr marL="228600" lvl="1" indent="-228600" algn="l" defTabSz="1066800">
            <a:lnSpc>
              <a:spcPct val="90000"/>
            </a:lnSpc>
            <a:spcBef>
              <a:spcPct val="0"/>
            </a:spcBef>
            <a:spcAft>
              <a:spcPct val="20000"/>
            </a:spcAft>
            <a:buChar char="•"/>
          </a:pPr>
          <a:r>
            <a:rPr lang="en-US" sz="2400" kern="1200"/>
            <a:t>What specific question(s) will be answered by the research? (Research Questions or Hypotheses)</a:t>
          </a:r>
        </a:p>
        <a:p>
          <a:pPr marL="228600" lvl="1" indent="-228600" algn="l" defTabSz="1066800">
            <a:lnSpc>
              <a:spcPct val="90000"/>
            </a:lnSpc>
            <a:spcBef>
              <a:spcPct val="0"/>
            </a:spcBef>
            <a:spcAft>
              <a:spcPct val="20000"/>
            </a:spcAft>
            <a:buChar char="•"/>
          </a:pPr>
          <a:r>
            <a:rPr lang="en-US" sz="2400" kern="1200"/>
            <a:t>How will you answer those questions? (Methods section)</a:t>
          </a:r>
        </a:p>
      </dsp:txBody>
      <dsp:txXfrm>
        <a:off x="0" y="1733368"/>
        <a:ext cx="6797675" cy="3015989"/>
      </dsp:txXfrm>
    </dsp:sp>
    <dsp:sp modelId="{9D57A6C9-7909-4F1E-9642-EA57B2C22067}">
      <dsp:nvSpPr>
        <dsp:cNvPr id="0" name=""/>
        <dsp:cNvSpPr/>
      </dsp:nvSpPr>
      <dsp:spPr>
        <a:xfrm>
          <a:off x="0" y="4749358"/>
          <a:ext cx="6797675" cy="743535"/>
        </a:xfrm>
        <a:prstGeom prst="roundRect">
          <a:avLst/>
        </a:prstGeom>
        <a:solidFill>
          <a:schemeClr val="accent2">
            <a:hueOff val="-1331824"/>
            <a:satOff val="-586"/>
            <a:lumOff val="156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Requires feedback and iteration</a:t>
          </a:r>
        </a:p>
      </dsp:txBody>
      <dsp:txXfrm>
        <a:off x="36296" y="4785654"/>
        <a:ext cx="6725083" cy="67094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BCD669-915F-4DDC-91B3-CA014F756FF5}" type="datetimeFigureOut">
              <a:rPr lang="en-US" smtClean="0"/>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2EC69F-2A28-4D1C-AA11-FD0D16C160DD}" type="slidenum">
              <a:rPr lang="en-US" smtClean="0"/>
              <a:t>‹#›</a:t>
            </a:fld>
            <a:endParaRPr lang="en-US"/>
          </a:p>
        </p:txBody>
      </p:sp>
    </p:spTree>
    <p:extLst>
      <p:ext uri="{BB962C8B-B14F-4D97-AF65-F5344CB8AC3E}">
        <p14:creationId xmlns:p14="http://schemas.microsoft.com/office/powerpoint/2010/main" val="2132613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rial" panose="020B0604020202020204" pitchFamily="34" charset="0"/>
                <a:ea typeface="Aptos" panose="020B0004020202020204" pitchFamily="34" charset="0"/>
                <a:cs typeface="Times New Roman" panose="02020603050405020304" pitchFamily="18" charset="0"/>
              </a:rPr>
              <a:t>A key component to scientific research is that it is systematic meaning that it follows a well-formulated design that is carried out consistently and documented thoroughly. The details of design and documentation will depend on the type and domain of research, but there are several common frameworks such as experiments, data mining, and surveys that we will discuss later in the semester. Another key to scientific research is the definition of testable hypothesis or answerable research questions. Before undertaking research, you should have a clear understanding of what the outputs will be and how you will establish support for your hypothesis (or answer your question) such as through the use of statistics. The goal of systematic, well-designed research is to organize and expand knowledge in various domains through the development of theories and frameworks that can be used to understand and predict phenomena.</a:t>
            </a:r>
          </a:p>
          <a:p>
            <a:endParaRPr lang="en-US" dirty="0"/>
          </a:p>
        </p:txBody>
      </p:sp>
      <p:sp>
        <p:nvSpPr>
          <p:cNvPr id="4" name="Slide Number Placeholder 3"/>
          <p:cNvSpPr>
            <a:spLocks noGrp="1"/>
          </p:cNvSpPr>
          <p:nvPr>
            <p:ph type="sldNum" sz="quarter" idx="5"/>
          </p:nvPr>
        </p:nvSpPr>
        <p:spPr/>
        <p:txBody>
          <a:bodyPr/>
          <a:lstStyle/>
          <a:p>
            <a:fld id="{CF2EC69F-2A28-4D1C-AA11-FD0D16C160DD}" type="slidenum">
              <a:rPr lang="en-US" smtClean="0"/>
              <a:t>2</a:t>
            </a:fld>
            <a:endParaRPr lang="en-US"/>
          </a:p>
        </p:txBody>
      </p:sp>
    </p:spTree>
    <p:extLst>
      <p:ext uri="{BB962C8B-B14F-4D97-AF65-F5344CB8AC3E}">
        <p14:creationId xmlns:p14="http://schemas.microsoft.com/office/powerpoint/2010/main" val="1760752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rial" panose="020B0604020202020204" pitchFamily="34" charset="0"/>
                <a:ea typeface="Aptos" panose="020B0004020202020204" pitchFamily="34" charset="0"/>
                <a:cs typeface="Times New Roman" panose="02020603050405020304" pitchFamily="18" charset="0"/>
              </a:rPr>
              <a:t>Research can be conducted for various reasons, but generally for one of four main goals. The first is description where the researchers simply want to describe some group, process, phenomena, etc. Research of this type can be used to provide evidence of the scope or size of a problem and typically relies solely on descriptive statistics. The second is understanding where researchers seek to understand the relationship between variables; rather than simply describing phenomena, here researchers are trying to draw inferences about the mechanisms and processes underlying concepts. The third is prediction which is most common in analytics where researchers seek to predict some output or outcome from other variables. The final is modification where researchers seek manipulate some input or stimuli to change an outcome or behavior. </a:t>
            </a:r>
          </a:p>
          <a:p>
            <a:endParaRPr lang="en-US" dirty="0"/>
          </a:p>
        </p:txBody>
      </p:sp>
      <p:sp>
        <p:nvSpPr>
          <p:cNvPr id="4" name="Slide Number Placeholder 3"/>
          <p:cNvSpPr>
            <a:spLocks noGrp="1"/>
          </p:cNvSpPr>
          <p:nvPr>
            <p:ph type="sldNum" sz="quarter" idx="5"/>
          </p:nvPr>
        </p:nvSpPr>
        <p:spPr/>
        <p:txBody>
          <a:bodyPr/>
          <a:lstStyle/>
          <a:p>
            <a:fld id="{CF2EC69F-2A28-4D1C-AA11-FD0D16C160DD}" type="slidenum">
              <a:rPr lang="en-US" smtClean="0"/>
              <a:t>3</a:t>
            </a:fld>
            <a:endParaRPr lang="en-US"/>
          </a:p>
        </p:txBody>
      </p:sp>
    </p:spTree>
    <p:extLst>
      <p:ext uri="{BB962C8B-B14F-4D97-AF65-F5344CB8AC3E}">
        <p14:creationId xmlns:p14="http://schemas.microsoft.com/office/powerpoint/2010/main" val="4202787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of the research informs both the design and data. A research design is the plan or procedure for how the data is collected and analyzed. The design should yield data which provides evidence for the research question or problem. For example, if the goal is to modify some outcome, an experimental design is generally needed. If the goal is prediction, the data needs some time component in which the input variables precede the output variable. A solid research design is needed to ensure that the research question is sufficiently and validly tested.</a:t>
            </a:r>
          </a:p>
        </p:txBody>
      </p:sp>
      <p:sp>
        <p:nvSpPr>
          <p:cNvPr id="4" name="Slide Number Placeholder 3"/>
          <p:cNvSpPr>
            <a:spLocks noGrp="1"/>
          </p:cNvSpPr>
          <p:nvPr>
            <p:ph type="sldNum" sz="quarter" idx="5"/>
          </p:nvPr>
        </p:nvSpPr>
        <p:spPr/>
        <p:txBody>
          <a:bodyPr/>
          <a:lstStyle/>
          <a:p>
            <a:fld id="{CF2EC69F-2A28-4D1C-AA11-FD0D16C160DD}" type="slidenum">
              <a:rPr lang="en-US" smtClean="0"/>
              <a:t>4</a:t>
            </a:fld>
            <a:endParaRPr lang="en-US"/>
          </a:p>
        </p:txBody>
      </p:sp>
    </p:spTree>
    <p:extLst>
      <p:ext uri="{BB962C8B-B14F-4D97-AF65-F5344CB8AC3E}">
        <p14:creationId xmlns:p14="http://schemas.microsoft.com/office/powerpoint/2010/main" val="13598457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main components of this course will be to expand your knowledge and use of different research designs. We will focus on quantitative designs like experiments, surveys, and data mining, but will also cover a bit about qualitative designs as those are needed for some questions or can be used in mixed designs to clarify or expand on quantitative methods.</a:t>
            </a:r>
          </a:p>
        </p:txBody>
      </p:sp>
      <p:sp>
        <p:nvSpPr>
          <p:cNvPr id="4" name="Slide Number Placeholder 3"/>
          <p:cNvSpPr>
            <a:spLocks noGrp="1"/>
          </p:cNvSpPr>
          <p:nvPr>
            <p:ph type="sldNum" sz="quarter" idx="5"/>
          </p:nvPr>
        </p:nvSpPr>
        <p:spPr/>
        <p:txBody>
          <a:bodyPr/>
          <a:lstStyle/>
          <a:p>
            <a:fld id="{CF2EC69F-2A28-4D1C-AA11-FD0D16C160DD}" type="slidenum">
              <a:rPr lang="en-US" smtClean="0"/>
              <a:t>5</a:t>
            </a:fld>
            <a:endParaRPr lang="en-US"/>
          </a:p>
        </p:txBody>
      </p:sp>
    </p:spTree>
    <p:extLst>
      <p:ext uri="{BB962C8B-B14F-4D97-AF65-F5344CB8AC3E}">
        <p14:creationId xmlns:p14="http://schemas.microsoft.com/office/powerpoint/2010/main" val="18142383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key component of research design in the type of data collected. Data generally falls into one of two categories: structured data, where variables are numeric or categorical meaning they can be analyzed without significant pre-processing, and unstructured data, such as text or images that require significant preprocessing to convert the data into an analyzable quantified form. Some data may be semi-structured formats like </a:t>
            </a:r>
            <a:r>
              <a:rPr lang="en-US" dirty="0" err="1"/>
              <a:t>json</a:t>
            </a:r>
            <a:r>
              <a:rPr lang="en-US" dirty="0"/>
              <a:t> or logs which often need some restructuring or processing. </a:t>
            </a:r>
          </a:p>
        </p:txBody>
      </p:sp>
      <p:sp>
        <p:nvSpPr>
          <p:cNvPr id="4" name="Slide Number Placeholder 3"/>
          <p:cNvSpPr>
            <a:spLocks noGrp="1"/>
          </p:cNvSpPr>
          <p:nvPr>
            <p:ph type="sldNum" sz="quarter" idx="5"/>
          </p:nvPr>
        </p:nvSpPr>
        <p:spPr/>
        <p:txBody>
          <a:bodyPr/>
          <a:lstStyle/>
          <a:p>
            <a:fld id="{CF2EC69F-2A28-4D1C-AA11-FD0D16C160DD}" type="slidenum">
              <a:rPr lang="en-US" smtClean="0"/>
              <a:t>6</a:t>
            </a:fld>
            <a:endParaRPr lang="en-US"/>
          </a:p>
        </p:txBody>
      </p:sp>
    </p:spTree>
    <p:extLst>
      <p:ext uri="{BB962C8B-B14F-4D97-AF65-F5344CB8AC3E}">
        <p14:creationId xmlns:p14="http://schemas.microsoft.com/office/powerpoint/2010/main" val="7327828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rial" panose="020B0604020202020204" pitchFamily="34" charset="0"/>
                <a:ea typeface="Aptos" panose="020B0004020202020204" pitchFamily="34" charset="0"/>
                <a:cs typeface="Times New Roman" panose="02020603050405020304" pitchFamily="18" charset="0"/>
              </a:rPr>
              <a:t>Scientific research starts with uncertainty around some belief or proposition, then the researcher must determine how the truth or likelihood of that proposition can be tested with data. The key factor separating scientific inquiry from other types of inquiry is the systematic nature of data collection. This means using established, valid designs and processes to ensure conclusions from data analysis are valid and logically sound. This also means that every part of the research process is sufficient documented and explained which will be the other core component of this course; how do you write a good research proposal.</a:t>
            </a:r>
            <a:endParaRPr lang="en-US" dirty="0"/>
          </a:p>
        </p:txBody>
      </p:sp>
      <p:sp>
        <p:nvSpPr>
          <p:cNvPr id="4" name="Slide Number Placeholder 3"/>
          <p:cNvSpPr>
            <a:spLocks noGrp="1"/>
          </p:cNvSpPr>
          <p:nvPr>
            <p:ph type="sldNum" sz="quarter" idx="5"/>
          </p:nvPr>
        </p:nvSpPr>
        <p:spPr/>
        <p:txBody>
          <a:bodyPr/>
          <a:lstStyle/>
          <a:p>
            <a:fld id="{CF2EC69F-2A28-4D1C-AA11-FD0D16C160DD}" type="slidenum">
              <a:rPr lang="en-US" smtClean="0"/>
              <a:t>7</a:t>
            </a:fld>
            <a:endParaRPr lang="en-US"/>
          </a:p>
        </p:txBody>
      </p:sp>
    </p:spTree>
    <p:extLst>
      <p:ext uri="{BB962C8B-B14F-4D97-AF65-F5344CB8AC3E}">
        <p14:creationId xmlns:p14="http://schemas.microsoft.com/office/powerpoint/2010/main" val="3361323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rial" panose="020B0604020202020204" pitchFamily="34" charset="0"/>
                <a:ea typeface="Aptos" panose="020B0004020202020204" pitchFamily="34" charset="0"/>
                <a:cs typeface="Times New Roman" panose="02020603050405020304" pitchFamily="18" charset="0"/>
              </a:rPr>
              <a:t>Go through a few example propositions and how they could be tested (can be a small group discussion)</a:t>
            </a:r>
          </a:p>
          <a:p>
            <a:endParaRPr lang="en-US" dirty="0"/>
          </a:p>
        </p:txBody>
      </p:sp>
      <p:sp>
        <p:nvSpPr>
          <p:cNvPr id="4" name="Slide Number Placeholder 3"/>
          <p:cNvSpPr>
            <a:spLocks noGrp="1"/>
          </p:cNvSpPr>
          <p:nvPr>
            <p:ph type="sldNum" sz="quarter" idx="5"/>
          </p:nvPr>
        </p:nvSpPr>
        <p:spPr/>
        <p:txBody>
          <a:bodyPr/>
          <a:lstStyle/>
          <a:p>
            <a:fld id="{CF2EC69F-2A28-4D1C-AA11-FD0D16C160DD}" type="slidenum">
              <a:rPr lang="en-US" smtClean="0"/>
              <a:t>8</a:t>
            </a:fld>
            <a:endParaRPr lang="en-US"/>
          </a:p>
        </p:txBody>
      </p:sp>
    </p:spTree>
    <p:extLst>
      <p:ext uri="{BB962C8B-B14F-4D97-AF65-F5344CB8AC3E}">
        <p14:creationId xmlns:p14="http://schemas.microsoft.com/office/powerpoint/2010/main" val="17525255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latinLnBrk="0">
              <a:lnSpc>
                <a:spcPts val="1500"/>
              </a:lnSpc>
              <a:buNone/>
            </a:pPr>
            <a:r>
              <a:rPr lang="en-US" b="0" i="0" dirty="0">
                <a:solidFill>
                  <a:srgbClr val="323130"/>
                </a:solidFill>
                <a:effectLst/>
                <a:latin typeface="Segoe UI" panose="020B0502040204020203" pitchFamily="34" charset="0"/>
              </a:rPr>
              <a:t>And to do that, you have to think about how we know stuff. There's actually a lot of different ways you can know stuff.</a:t>
            </a:r>
          </a:p>
          <a:p>
            <a:pPr algn="l" latinLnBrk="0">
              <a:lnSpc>
                <a:spcPts val="1500"/>
              </a:lnSpc>
              <a:buNone/>
            </a:pPr>
            <a:r>
              <a:rPr lang="en-US" b="0" i="0" dirty="0">
                <a:solidFill>
                  <a:srgbClr val="323130"/>
                </a:solidFill>
                <a:effectLst/>
                <a:latin typeface="Segoe UI" panose="020B0502040204020203" pitchFamily="34" charset="0"/>
              </a:rPr>
              <a:t>There's the practical way of knowing so that's just observing what works.</a:t>
            </a:r>
          </a:p>
          <a:p>
            <a:pPr algn="l" latinLnBrk="0">
              <a:lnSpc>
                <a:spcPts val="1500"/>
              </a:lnSpc>
            </a:pPr>
            <a:r>
              <a:rPr lang="en-US" b="0" i="0" dirty="0">
                <a:solidFill>
                  <a:srgbClr val="323130"/>
                </a:solidFill>
                <a:effectLst/>
                <a:latin typeface="Segoe UI" panose="020B0502040204020203" pitchFamily="34" charset="0"/>
              </a:rPr>
              <a:t>There's the experiential way of knowing so, basing our knowledge of the world and knowledge of facts on our experiences.</a:t>
            </a:r>
          </a:p>
          <a:p>
            <a:pPr algn="l" latinLnBrk="0">
              <a:lnSpc>
                <a:spcPts val="1500"/>
              </a:lnSpc>
            </a:pPr>
            <a:r>
              <a:rPr lang="en-US" b="0" i="0" dirty="0">
                <a:solidFill>
                  <a:srgbClr val="323130"/>
                </a:solidFill>
                <a:effectLst/>
                <a:latin typeface="Segoe UI" panose="020B0502040204020203" pitchFamily="34" charset="0"/>
              </a:rPr>
              <a:t>Observational is what we observe to be true.</a:t>
            </a:r>
          </a:p>
          <a:p>
            <a:r>
              <a:rPr lang="en-US" b="0" i="0" dirty="0">
                <a:solidFill>
                  <a:srgbClr val="323130"/>
                </a:solidFill>
                <a:effectLst/>
                <a:latin typeface="Segoe UI" panose="020B0502040204020203" pitchFamily="34" charset="0"/>
              </a:rPr>
              <a:t>Rationality is what influences how we develop our topics and areas of research, as well as how we start answering those questions. </a:t>
            </a:r>
          </a:p>
          <a:p>
            <a:r>
              <a:rPr lang="en-US" b="0" i="0" dirty="0">
                <a:solidFill>
                  <a:srgbClr val="323130"/>
                </a:solidFill>
                <a:effectLst/>
                <a:latin typeface="Segoe UI" panose="020B0502040204020203" pitchFamily="34" charset="0"/>
              </a:rPr>
              <a:t>Observation and practice informs how the data gets collected and then discursive discussion. </a:t>
            </a:r>
          </a:p>
          <a:p>
            <a:r>
              <a:rPr lang="en-US" b="0" i="0" dirty="0">
                <a:solidFill>
                  <a:srgbClr val="323130"/>
                </a:solidFill>
                <a:effectLst/>
                <a:latin typeface="Segoe UI" panose="020B0502040204020203" pitchFamily="34" charset="0"/>
              </a:rPr>
              <a:t>That's where you really refine science and improve it by presenting it to other people.</a:t>
            </a:r>
            <a:endParaRPr lang="en-US" dirty="0"/>
          </a:p>
        </p:txBody>
      </p:sp>
      <p:sp>
        <p:nvSpPr>
          <p:cNvPr id="4" name="Slide Number Placeholder 3"/>
          <p:cNvSpPr>
            <a:spLocks noGrp="1"/>
          </p:cNvSpPr>
          <p:nvPr>
            <p:ph type="sldNum" sz="quarter" idx="5"/>
          </p:nvPr>
        </p:nvSpPr>
        <p:spPr/>
        <p:txBody>
          <a:bodyPr/>
          <a:lstStyle/>
          <a:p>
            <a:fld id="{CF2EC69F-2A28-4D1C-AA11-FD0D16C160DD}" type="slidenum">
              <a:rPr lang="en-US" smtClean="0"/>
              <a:t>9</a:t>
            </a:fld>
            <a:endParaRPr lang="en-US"/>
          </a:p>
        </p:txBody>
      </p:sp>
    </p:spTree>
    <p:extLst>
      <p:ext uri="{BB962C8B-B14F-4D97-AF65-F5344CB8AC3E}">
        <p14:creationId xmlns:p14="http://schemas.microsoft.com/office/powerpoint/2010/main" val="1959793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rial" panose="020B0604020202020204" pitchFamily="34" charset="0"/>
                <a:ea typeface="Aptos" panose="020B0004020202020204" pitchFamily="34" charset="0"/>
                <a:cs typeface="Times New Roman" panose="02020603050405020304" pitchFamily="18" charset="0"/>
              </a:rPr>
              <a:t>Scientific inquiry is systematic but also a creative and dynamic process. Can involve developing creative methods for measuring complex variables or populations. Important to remember science is rarely definitive and needs ongoing study. This means that just because other researchers have studied the question you are interested in, doesn’t mean that is the only answer. You can test the question in a new time or place or with different data or measurements, and may find a different answer.</a:t>
            </a:r>
          </a:p>
          <a:p>
            <a:endParaRPr lang="en-US" dirty="0"/>
          </a:p>
        </p:txBody>
      </p:sp>
      <p:sp>
        <p:nvSpPr>
          <p:cNvPr id="4" name="Slide Number Placeholder 3"/>
          <p:cNvSpPr>
            <a:spLocks noGrp="1"/>
          </p:cNvSpPr>
          <p:nvPr>
            <p:ph type="sldNum" sz="quarter" idx="5"/>
          </p:nvPr>
        </p:nvSpPr>
        <p:spPr/>
        <p:txBody>
          <a:bodyPr/>
          <a:lstStyle/>
          <a:p>
            <a:fld id="{CF2EC69F-2A28-4D1C-AA11-FD0D16C160DD}" type="slidenum">
              <a:rPr lang="en-US" smtClean="0"/>
              <a:t>10</a:t>
            </a:fld>
            <a:endParaRPr lang="en-US"/>
          </a:p>
        </p:txBody>
      </p:sp>
    </p:spTree>
    <p:extLst>
      <p:ext uri="{BB962C8B-B14F-4D97-AF65-F5344CB8AC3E}">
        <p14:creationId xmlns:p14="http://schemas.microsoft.com/office/powerpoint/2010/main" val="1130281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set of assumptions that all scientific study makes is how we know anything. Among this set of assumptions is the idea of empiricism, or the philosophical belief that we know things through observation. Science also assumes a logical form where knowledge is forms through inductive/bottom-up (exploratory study) and/or deductive/top-down (explanatory study; hypothesis/theory testing) reasoning. Science assumes that generally more parsimonious (or simple) explanation are better/preferable to more complex ones and that in order for any belief to be scientific, it must be falsifiable. </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357DE50-E510-4830-BB8D-1954A5F82AC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2884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rial" panose="020B0604020202020204" pitchFamily="34" charset="0"/>
                <a:ea typeface="Aptos" panose="020B0004020202020204" pitchFamily="34" charset="0"/>
                <a:cs typeface="Times New Roman" panose="02020603050405020304" pitchFamily="18" charset="0"/>
              </a:rPr>
              <a:t>In evaluating scientific research, there are two major components to consider the data and the analysis. At minimum, research should be reproducible that is given the same data analyzed in the same way different researchers should get the same results. Research that is not reproducible is bad science. On another level, research may or may not replicate that is given different data but analyzed the same way the information generated should be the same. If research doesn’t replicate, it means that the information learned is limited to a given sample or measurement. Conversely, research should also be robust. Analysis of data involves some level of arbitrary decisions such as in the model used, parameter settings, or pre-processing steps; research is robust if given the same data but different choices for these decisions generates the same information or insights. Knowledge is generated when research generalizes that is regardless of sample of data or the analytic choices, the same information is generated. Reproducibility and robustness are easy to check and should always be evaluated in research. Replication and generalizability are more difficult; when other data is available, replicability should be checked. Generalizability is important in the building of theories and frameworks.</a:t>
            </a:r>
          </a:p>
          <a:p>
            <a:endParaRPr lang="en-US" dirty="0"/>
          </a:p>
        </p:txBody>
      </p:sp>
      <p:sp>
        <p:nvSpPr>
          <p:cNvPr id="4" name="Slide Number Placeholder 3"/>
          <p:cNvSpPr>
            <a:spLocks noGrp="1"/>
          </p:cNvSpPr>
          <p:nvPr>
            <p:ph type="sldNum" sz="quarter" idx="5"/>
          </p:nvPr>
        </p:nvSpPr>
        <p:spPr/>
        <p:txBody>
          <a:bodyPr/>
          <a:lstStyle/>
          <a:p>
            <a:fld id="{CF2EC69F-2A28-4D1C-AA11-FD0D16C160DD}" type="slidenum">
              <a:rPr lang="en-US" smtClean="0"/>
              <a:t>12</a:t>
            </a:fld>
            <a:endParaRPr lang="en-US"/>
          </a:p>
        </p:txBody>
      </p:sp>
    </p:spTree>
    <p:extLst>
      <p:ext uri="{BB962C8B-B14F-4D97-AF65-F5344CB8AC3E}">
        <p14:creationId xmlns:p14="http://schemas.microsoft.com/office/powerpoint/2010/main" val="282669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rial" panose="020B0604020202020204" pitchFamily="34" charset="0"/>
                <a:ea typeface="Aptos" panose="020B0004020202020204" pitchFamily="34" charset="0"/>
                <a:cs typeface="Times New Roman" panose="02020603050405020304" pitchFamily="18" charset="0"/>
              </a:rPr>
              <a:t>Before moving to the steps of the research process, keep in mind the definition of scientific objectivity. Objectivity does not mean detached or completely unbiased. Everyone has biases, but in science, it is important to be aware and cognizant of those biases and how they might impact your thinking. Additionally, objectivity does not mean detachment; good research comes from truly caring about what you are studying. Key to objectivity is being open-minded to whatever the data shows and approaching the process ethically and logically.</a:t>
            </a:r>
          </a:p>
          <a:p>
            <a:endParaRPr lang="en-US" dirty="0"/>
          </a:p>
        </p:txBody>
      </p:sp>
      <p:sp>
        <p:nvSpPr>
          <p:cNvPr id="4" name="Slide Number Placeholder 3"/>
          <p:cNvSpPr>
            <a:spLocks noGrp="1"/>
          </p:cNvSpPr>
          <p:nvPr>
            <p:ph type="sldNum" sz="quarter" idx="5"/>
          </p:nvPr>
        </p:nvSpPr>
        <p:spPr/>
        <p:txBody>
          <a:bodyPr/>
          <a:lstStyle/>
          <a:p>
            <a:fld id="{CF2EC69F-2A28-4D1C-AA11-FD0D16C160DD}" type="slidenum">
              <a:rPr lang="en-US" smtClean="0"/>
              <a:t>13</a:t>
            </a:fld>
            <a:endParaRPr lang="en-US"/>
          </a:p>
        </p:txBody>
      </p:sp>
    </p:spTree>
    <p:extLst>
      <p:ext uri="{BB962C8B-B14F-4D97-AF65-F5344CB8AC3E}">
        <p14:creationId xmlns:p14="http://schemas.microsoft.com/office/powerpoint/2010/main" val="29711673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rial" panose="020B0604020202020204" pitchFamily="34" charset="0"/>
                <a:ea typeface="Aptos" panose="020B0004020202020204" pitchFamily="34" charset="0"/>
                <a:cs typeface="Times New Roman" panose="02020603050405020304" pitchFamily="18" charset="0"/>
              </a:rPr>
              <a:t>There are 6 major steps in the basic research process. The first three steps you will complete in this course, the next three in ANLY 699. This semester you will develop a research plan and next semester you will carry it out. One very important thing to keep in mind is feasibility; you are limited in the time and resources you have to carry out this research. Highly suggest that you limit your research to questions that can be answered with publicly available data.</a:t>
            </a:r>
          </a:p>
          <a:p>
            <a:endParaRPr lang="en-US" dirty="0"/>
          </a:p>
        </p:txBody>
      </p:sp>
      <p:sp>
        <p:nvSpPr>
          <p:cNvPr id="4" name="Slide Number Placeholder 3"/>
          <p:cNvSpPr>
            <a:spLocks noGrp="1"/>
          </p:cNvSpPr>
          <p:nvPr>
            <p:ph type="sldNum" sz="quarter" idx="5"/>
          </p:nvPr>
        </p:nvSpPr>
        <p:spPr/>
        <p:txBody>
          <a:bodyPr/>
          <a:lstStyle/>
          <a:p>
            <a:fld id="{CF2EC69F-2A28-4D1C-AA11-FD0D16C160DD}" type="slidenum">
              <a:rPr lang="en-US" smtClean="0"/>
              <a:t>14</a:t>
            </a:fld>
            <a:endParaRPr lang="en-US"/>
          </a:p>
        </p:txBody>
      </p:sp>
    </p:spTree>
    <p:extLst>
      <p:ext uri="{BB962C8B-B14F-4D97-AF65-F5344CB8AC3E}">
        <p14:creationId xmlns:p14="http://schemas.microsoft.com/office/powerpoint/2010/main" val="29602414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rial" panose="020B0604020202020204" pitchFamily="34" charset="0"/>
                <a:ea typeface="Aptos" panose="020B0004020202020204" pitchFamily="34" charset="0"/>
                <a:cs typeface="Times New Roman" panose="02020603050405020304" pitchFamily="18" charset="0"/>
              </a:rPr>
              <a:t>As you begin thinking about your research proposal, you want to be observant and curious. Think of questions you have about some phenomena or process and what data/analysis could answer those questions. Part of this process will be refining your questions to be specific and answerable with available data.</a:t>
            </a:r>
          </a:p>
          <a:p>
            <a:endParaRPr lang="en-US" dirty="0"/>
          </a:p>
        </p:txBody>
      </p:sp>
      <p:sp>
        <p:nvSpPr>
          <p:cNvPr id="4" name="Slide Number Placeholder 3"/>
          <p:cNvSpPr>
            <a:spLocks noGrp="1"/>
          </p:cNvSpPr>
          <p:nvPr>
            <p:ph type="sldNum" sz="quarter" idx="5"/>
          </p:nvPr>
        </p:nvSpPr>
        <p:spPr/>
        <p:txBody>
          <a:bodyPr/>
          <a:lstStyle/>
          <a:p>
            <a:fld id="{CF2EC69F-2A28-4D1C-AA11-FD0D16C160DD}" type="slidenum">
              <a:rPr lang="en-US" smtClean="0"/>
              <a:t>15</a:t>
            </a:fld>
            <a:endParaRPr lang="en-US"/>
          </a:p>
        </p:txBody>
      </p:sp>
    </p:spTree>
    <p:extLst>
      <p:ext uri="{BB962C8B-B14F-4D97-AF65-F5344CB8AC3E}">
        <p14:creationId xmlns:p14="http://schemas.microsoft.com/office/powerpoint/2010/main" val="3159044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research has a foundation in real-world, practical problems and concerns. Many processes, organizations, decisions, and beliefs in the world are based in intuition or </a:t>
            </a:r>
            <a:r>
              <a:rPr lang="en-US" dirty="0" err="1"/>
              <a:t>out-dated</a:t>
            </a:r>
            <a:r>
              <a:rPr lang="en-US" dirty="0"/>
              <a:t> or insufficient research. Interrogating those beliefs and processes can be vital to progress and improvement.</a:t>
            </a:r>
          </a:p>
        </p:txBody>
      </p:sp>
      <p:sp>
        <p:nvSpPr>
          <p:cNvPr id="4" name="Slide Number Placeholder 3"/>
          <p:cNvSpPr>
            <a:spLocks noGrp="1"/>
          </p:cNvSpPr>
          <p:nvPr>
            <p:ph type="sldNum" sz="quarter" idx="5"/>
          </p:nvPr>
        </p:nvSpPr>
        <p:spPr/>
        <p:txBody>
          <a:bodyPr/>
          <a:lstStyle/>
          <a:p>
            <a:fld id="{CF2EC69F-2A28-4D1C-AA11-FD0D16C160DD}" type="slidenum">
              <a:rPr lang="en-US" smtClean="0"/>
              <a:t>16</a:t>
            </a:fld>
            <a:endParaRPr lang="en-US"/>
          </a:p>
        </p:txBody>
      </p:sp>
    </p:spTree>
    <p:extLst>
      <p:ext uri="{BB962C8B-B14F-4D97-AF65-F5344CB8AC3E}">
        <p14:creationId xmlns:p14="http://schemas.microsoft.com/office/powerpoint/2010/main" val="6462812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have a general idea or question, it needs to be specified into a question or hypotheses that can be answered with data. For most problems or questions, there is not a single approach to take and they may require more than one step or set of data. Practically, it is important to consider a few different questions or hypothesis as some are going to be more or less feasible than others.</a:t>
            </a:r>
          </a:p>
        </p:txBody>
      </p:sp>
      <p:sp>
        <p:nvSpPr>
          <p:cNvPr id="4" name="Slide Number Placeholder 3"/>
          <p:cNvSpPr>
            <a:spLocks noGrp="1"/>
          </p:cNvSpPr>
          <p:nvPr>
            <p:ph type="sldNum" sz="quarter" idx="5"/>
          </p:nvPr>
        </p:nvSpPr>
        <p:spPr/>
        <p:txBody>
          <a:bodyPr/>
          <a:lstStyle/>
          <a:p>
            <a:fld id="{CF2EC69F-2A28-4D1C-AA11-FD0D16C160DD}" type="slidenum">
              <a:rPr lang="en-US" smtClean="0"/>
              <a:t>17</a:t>
            </a:fld>
            <a:endParaRPr lang="en-US"/>
          </a:p>
        </p:txBody>
      </p:sp>
    </p:spTree>
    <p:extLst>
      <p:ext uri="{BB962C8B-B14F-4D97-AF65-F5344CB8AC3E}">
        <p14:creationId xmlns:p14="http://schemas.microsoft.com/office/powerpoint/2010/main" val="37954756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 is to find what is already known through a literature search/review. This ensures that you both understand what the current understanding the questions are, what the most appropriate methods and data are, as well as ensuring that you are not just repeating what others have done.</a:t>
            </a:r>
          </a:p>
        </p:txBody>
      </p:sp>
      <p:sp>
        <p:nvSpPr>
          <p:cNvPr id="4" name="Slide Number Placeholder 3"/>
          <p:cNvSpPr>
            <a:spLocks noGrp="1"/>
          </p:cNvSpPr>
          <p:nvPr>
            <p:ph type="sldNum" sz="quarter" idx="5"/>
          </p:nvPr>
        </p:nvSpPr>
        <p:spPr/>
        <p:txBody>
          <a:bodyPr/>
          <a:lstStyle/>
          <a:p>
            <a:fld id="{CF2EC69F-2A28-4D1C-AA11-FD0D16C160DD}" type="slidenum">
              <a:rPr lang="en-US" smtClean="0"/>
              <a:t>18</a:t>
            </a:fld>
            <a:endParaRPr lang="en-US"/>
          </a:p>
        </p:txBody>
      </p:sp>
    </p:spTree>
    <p:extLst>
      <p:ext uri="{BB962C8B-B14F-4D97-AF65-F5344CB8AC3E}">
        <p14:creationId xmlns:p14="http://schemas.microsoft.com/office/powerpoint/2010/main" val="38299145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that, it is a matter of reconceptualize and refining your plan to be feasibly and </a:t>
            </a:r>
            <a:r>
              <a:rPr lang="en-US"/>
              <a:t>appropriately answer your question.</a:t>
            </a:r>
          </a:p>
        </p:txBody>
      </p:sp>
      <p:sp>
        <p:nvSpPr>
          <p:cNvPr id="4" name="Slide Number Placeholder 3"/>
          <p:cNvSpPr>
            <a:spLocks noGrp="1"/>
          </p:cNvSpPr>
          <p:nvPr>
            <p:ph type="sldNum" sz="quarter" idx="5"/>
          </p:nvPr>
        </p:nvSpPr>
        <p:spPr/>
        <p:txBody>
          <a:bodyPr/>
          <a:lstStyle/>
          <a:p>
            <a:fld id="{CF2EC69F-2A28-4D1C-AA11-FD0D16C160DD}" type="slidenum">
              <a:rPr lang="en-US" smtClean="0"/>
              <a:t>19</a:t>
            </a:fld>
            <a:endParaRPr lang="en-US"/>
          </a:p>
        </p:txBody>
      </p:sp>
    </p:spTree>
    <p:extLst>
      <p:ext uri="{BB962C8B-B14F-4D97-AF65-F5344CB8AC3E}">
        <p14:creationId xmlns:p14="http://schemas.microsoft.com/office/powerpoint/2010/main" val="8544166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goal of this course is to develop your critical thinking and writing skills. This semester you will write the proposal that you will carry out in 699. Good research proposals are clear, concise, persuasive, &amp; concrete; your proposal should show that you understand the problem and its history and make a coherent, persuasive argument as to your approach to solving the problem/answering the questions is appropriate. Writing a good research proposal is not easy and will require feedback and iteration; as you build up the components of the proposal, I will give you feedback as you draft and revise to improve on the clarity </a:t>
            </a:r>
            <a:r>
              <a:rPr lang="en-US"/>
              <a:t>&amp; persuasiveness of your ideas.</a:t>
            </a:r>
            <a:endParaRPr lang="en-US" dirty="0"/>
          </a:p>
        </p:txBody>
      </p:sp>
      <p:sp>
        <p:nvSpPr>
          <p:cNvPr id="4" name="Slide Number Placeholder 3"/>
          <p:cNvSpPr>
            <a:spLocks noGrp="1"/>
          </p:cNvSpPr>
          <p:nvPr>
            <p:ph type="sldNum" sz="quarter" idx="5"/>
          </p:nvPr>
        </p:nvSpPr>
        <p:spPr/>
        <p:txBody>
          <a:bodyPr/>
          <a:lstStyle/>
          <a:p>
            <a:fld id="{CF2EC69F-2A28-4D1C-AA11-FD0D16C160DD}" type="slidenum">
              <a:rPr lang="en-US" smtClean="0"/>
              <a:t>20</a:t>
            </a:fld>
            <a:endParaRPr lang="en-US"/>
          </a:p>
        </p:txBody>
      </p:sp>
    </p:spTree>
    <p:extLst>
      <p:ext uri="{BB962C8B-B14F-4D97-AF65-F5344CB8AC3E}">
        <p14:creationId xmlns:p14="http://schemas.microsoft.com/office/powerpoint/2010/main" val="3964029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D69D266E-80CE-4F1E-B1CF-09CC15BC40EE}" type="datetimeFigureOut">
              <a:rPr lang="en-US" smtClean="0"/>
              <a:t>11/12/2025</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22DD3DE5-68E2-4153-A30A-F85D5D5CA7D8}" type="slidenum">
              <a:rPr lang="en-US" smtClean="0"/>
              <a:t>‹#›</a:t>
            </a:fld>
            <a:endParaRPr lang="en-US"/>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32289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9D266E-80CE-4F1E-B1CF-09CC15BC40EE}"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DD3DE5-68E2-4153-A30A-F85D5D5CA7D8}" type="slidenum">
              <a:rPr lang="en-US" smtClean="0"/>
              <a:t>‹#›</a:t>
            </a:fld>
            <a:endParaRPr lang="en-US"/>
          </a:p>
        </p:txBody>
      </p:sp>
    </p:spTree>
    <p:extLst>
      <p:ext uri="{BB962C8B-B14F-4D97-AF65-F5344CB8AC3E}">
        <p14:creationId xmlns:p14="http://schemas.microsoft.com/office/powerpoint/2010/main" val="1223106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9D266E-80CE-4F1E-B1CF-09CC15BC40EE}"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DD3DE5-68E2-4153-A30A-F85D5D5CA7D8}" type="slidenum">
              <a:rPr lang="en-US" smtClean="0"/>
              <a:t>‹#›</a:t>
            </a:fld>
            <a:endParaRPr lang="en-US"/>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5853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9D266E-80CE-4F1E-B1CF-09CC15BC40EE}"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DD3DE5-68E2-4153-A30A-F85D5D5CA7D8}" type="slidenum">
              <a:rPr lang="en-US" smtClean="0"/>
              <a:t>‹#›</a:t>
            </a:fld>
            <a:endParaRPr lang="en-US"/>
          </a:p>
        </p:txBody>
      </p:sp>
    </p:spTree>
    <p:extLst>
      <p:ext uri="{BB962C8B-B14F-4D97-AF65-F5344CB8AC3E}">
        <p14:creationId xmlns:p14="http://schemas.microsoft.com/office/powerpoint/2010/main" val="2958945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69D266E-80CE-4F1E-B1CF-09CC15BC40EE}" type="datetimeFigureOut">
              <a:rPr lang="en-US" smtClean="0"/>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DD3DE5-68E2-4153-A30A-F85D5D5CA7D8}" type="slidenum">
              <a:rPr lang="en-US" smtClean="0"/>
              <a:t>‹#›</a:t>
            </a:fld>
            <a:endParaRPr lang="en-US"/>
          </a:p>
        </p:txBody>
      </p:sp>
    </p:spTree>
    <p:extLst>
      <p:ext uri="{BB962C8B-B14F-4D97-AF65-F5344CB8AC3E}">
        <p14:creationId xmlns:p14="http://schemas.microsoft.com/office/powerpoint/2010/main" val="1352770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9D266E-80CE-4F1E-B1CF-09CC15BC40EE}" type="datetimeFigureOut">
              <a:rPr lang="en-US" smtClean="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DD3DE5-68E2-4153-A30A-F85D5D5CA7D8}" type="slidenum">
              <a:rPr lang="en-US" smtClean="0"/>
              <a:t>‹#›</a:t>
            </a:fld>
            <a:endParaRPr lang="en-US"/>
          </a:p>
        </p:txBody>
      </p:sp>
    </p:spTree>
    <p:extLst>
      <p:ext uri="{BB962C8B-B14F-4D97-AF65-F5344CB8AC3E}">
        <p14:creationId xmlns:p14="http://schemas.microsoft.com/office/powerpoint/2010/main" val="1116989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9D266E-80CE-4F1E-B1CF-09CC15BC40EE}" type="datetimeFigureOut">
              <a:rPr lang="en-US" smtClean="0"/>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2DD3DE5-68E2-4153-A30A-F85D5D5CA7D8}" type="slidenum">
              <a:rPr lang="en-US" smtClean="0"/>
              <a:t>‹#›</a:t>
            </a:fld>
            <a:endParaRPr lang="en-US"/>
          </a:p>
        </p:txBody>
      </p:sp>
    </p:spTree>
    <p:extLst>
      <p:ext uri="{BB962C8B-B14F-4D97-AF65-F5344CB8AC3E}">
        <p14:creationId xmlns:p14="http://schemas.microsoft.com/office/powerpoint/2010/main" val="1812440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9D266E-80CE-4F1E-B1CF-09CC15BC40EE}"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DD3DE5-68E2-4153-A30A-F85D5D5CA7D8}" type="slidenum">
              <a:rPr lang="en-US" smtClean="0"/>
              <a:t>‹#›</a:t>
            </a:fld>
            <a:endParaRPr lang="en-US"/>
          </a:p>
        </p:txBody>
      </p:sp>
    </p:spTree>
    <p:extLst>
      <p:ext uri="{BB962C8B-B14F-4D97-AF65-F5344CB8AC3E}">
        <p14:creationId xmlns:p14="http://schemas.microsoft.com/office/powerpoint/2010/main" val="1974706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9D266E-80CE-4F1E-B1CF-09CC15BC40EE}"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DD3DE5-68E2-4153-A30A-F85D5D5CA7D8}" type="slidenum">
              <a:rPr lang="en-US" smtClean="0"/>
              <a:t>‹#›</a:t>
            </a:fld>
            <a:endParaRPr lang="en-US"/>
          </a:p>
        </p:txBody>
      </p:sp>
    </p:spTree>
    <p:extLst>
      <p:ext uri="{BB962C8B-B14F-4D97-AF65-F5344CB8AC3E}">
        <p14:creationId xmlns:p14="http://schemas.microsoft.com/office/powerpoint/2010/main" val="284854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9D266E-80CE-4F1E-B1CF-09CC15BC40EE}"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DD3DE5-68E2-4153-A30A-F85D5D5CA7D8}" type="slidenum">
              <a:rPr lang="en-US" smtClean="0"/>
              <a:t>‹#›</a:t>
            </a:fld>
            <a:endParaRPr lang="en-US"/>
          </a:p>
        </p:txBody>
      </p:sp>
    </p:spTree>
    <p:extLst>
      <p:ext uri="{BB962C8B-B14F-4D97-AF65-F5344CB8AC3E}">
        <p14:creationId xmlns:p14="http://schemas.microsoft.com/office/powerpoint/2010/main" val="2772425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9D266E-80CE-4F1E-B1CF-09CC15BC40EE}"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DD3DE5-68E2-4153-A30A-F85D5D5CA7D8}" type="slidenum">
              <a:rPr lang="en-US" smtClean="0"/>
              <a:t>‹#›</a:t>
            </a:fld>
            <a:endParaRPr lang="en-US"/>
          </a:p>
        </p:txBody>
      </p:sp>
    </p:spTree>
    <p:extLst>
      <p:ext uri="{BB962C8B-B14F-4D97-AF65-F5344CB8AC3E}">
        <p14:creationId xmlns:p14="http://schemas.microsoft.com/office/powerpoint/2010/main" val="3988501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A8AE8F-8CA9-4781-8AD5-930643EC1E07}"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1555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A8AE8F-8CA9-4781-8AD5-930643EC1E07}"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12456532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A8AE8F-8CA9-4781-8AD5-930643EC1E07}"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88052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A8AE8F-8CA9-4781-8AD5-930643EC1E07}"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19007261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A8AE8F-8CA9-4781-8AD5-930643EC1E07}" type="datetimeFigureOut">
              <a:rPr lang="en-US" smtClean="0"/>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13051460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A8AE8F-8CA9-4781-8AD5-930643EC1E07}" type="datetimeFigureOut">
              <a:rPr lang="en-US" smtClean="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27826028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0A8AE8F-8CA9-4781-8AD5-930643EC1E07}" type="datetimeFigureOut">
              <a:rPr lang="en-US" smtClean="0"/>
              <a:t>11/12/2025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1537039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0A8AE8F-8CA9-4781-8AD5-930643EC1E07}" type="datetimeFigureOut">
              <a:rPr lang="en-US" smtClean="0"/>
              <a:t>11/12/2025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7089E74-86C1-4F27-BFC9-124115DEE681}" type="slidenum">
              <a:rPr lang="en-US" smtClean="0"/>
              <a:t>‹#›</a:t>
            </a:fld>
            <a:endParaRPr lang="en-US"/>
          </a:p>
        </p:txBody>
      </p:sp>
    </p:spTree>
    <p:extLst>
      <p:ext uri="{BB962C8B-B14F-4D97-AF65-F5344CB8AC3E}">
        <p14:creationId xmlns:p14="http://schemas.microsoft.com/office/powerpoint/2010/main" val="25798470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A8AE8F-8CA9-4781-8AD5-930643EC1E07}" type="datetimeFigureOut">
              <a:rPr lang="en-US" smtClean="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19065683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A8AE8F-8CA9-4781-8AD5-930643EC1E07}"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25350234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A8AE8F-8CA9-4781-8AD5-930643EC1E07}" type="datetimeFigureOut">
              <a:rPr lang="en-US" smtClean="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089E74-86C1-4F27-BFC9-124115DEE681}" type="slidenum">
              <a:rPr lang="en-US" smtClean="0"/>
              <a:t>‹#›</a:t>
            </a:fld>
            <a:endParaRPr lang="en-US"/>
          </a:p>
        </p:txBody>
      </p:sp>
    </p:spTree>
    <p:extLst>
      <p:ext uri="{BB962C8B-B14F-4D97-AF65-F5344CB8AC3E}">
        <p14:creationId xmlns:p14="http://schemas.microsoft.com/office/powerpoint/2010/main" val="48927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D69D266E-80CE-4F1E-B1CF-09CC15BC40EE}" type="datetimeFigureOut">
              <a:rPr lang="en-US" smtClean="0"/>
              <a:t>11/12/2025</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22DD3DE5-68E2-4153-A30A-F85D5D5CA7D8}" type="slidenum">
              <a:rPr lang="en-US" smtClean="0"/>
              <a:t>‹#›</a:t>
            </a:fld>
            <a:endParaRPr lang="en-US"/>
          </a:p>
        </p:txBody>
      </p:sp>
    </p:spTree>
    <p:extLst>
      <p:ext uri="{BB962C8B-B14F-4D97-AF65-F5344CB8AC3E}">
        <p14:creationId xmlns:p14="http://schemas.microsoft.com/office/powerpoint/2010/main" val="212843107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0A8AE8F-8CA9-4781-8AD5-930643EC1E07}" type="datetimeFigureOut">
              <a:rPr lang="en-US" smtClean="0"/>
              <a:t>11/12/2025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7089E74-86C1-4F27-BFC9-124115DEE68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7711006"/>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8.sv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21.svg"/></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836504" y="758952"/>
            <a:ext cx="7319175" cy="3566160"/>
          </a:xfrm>
        </p:spPr>
        <p:txBody>
          <a:bodyPr>
            <a:normAutofit/>
          </a:bodyPr>
          <a:lstStyle/>
          <a:p>
            <a:pPr marL="0" lvl="0" indent="0">
              <a:buNone/>
            </a:pPr>
            <a:r>
              <a:t>Scientific Thinking</a:t>
            </a:r>
          </a:p>
        </p:txBody>
      </p:sp>
      <p:sp>
        <p:nvSpPr>
          <p:cNvPr id="5" name="Subtitle 4">
            <a:extLst>
              <a:ext uri="{FF2B5EF4-FFF2-40B4-BE49-F238E27FC236}">
                <a16:creationId xmlns:a16="http://schemas.microsoft.com/office/drawing/2014/main" id="{C073634C-384D-2ACA-2BEA-6987030F79F7}"/>
              </a:ext>
            </a:extLst>
          </p:cNvPr>
          <p:cNvSpPr>
            <a:spLocks noGrp="1"/>
          </p:cNvSpPr>
          <p:nvPr>
            <p:ph type="subTitle" idx="1"/>
          </p:nvPr>
        </p:nvSpPr>
        <p:spPr>
          <a:xfrm>
            <a:off x="3836504" y="4455620"/>
            <a:ext cx="7321946" cy="1143000"/>
          </a:xfrm>
        </p:spPr>
        <p:txBody>
          <a:bodyPr>
            <a:normAutofit/>
          </a:bodyPr>
          <a:lstStyle/>
          <a:p>
            <a:r>
              <a:rPr lang="en-US" dirty="0"/>
              <a:t>GRAD 695</a:t>
            </a:r>
          </a:p>
        </p:txBody>
      </p:sp>
      <p:pic>
        <p:nvPicPr>
          <p:cNvPr id="9" name="Graphic 8" descr="Microscope">
            <a:extLst>
              <a:ext uri="{FF2B5EF4-FFF2-40B4-BE49-F238E27FC236}">
                <a16:creationId xmlns:a16="http://schemas.microsoft.com/office/drawing/2014/main" id="{0C62C19B-0E42-5D4D-8EF2-4372A7E166C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9818" y="1944907"/>
            <a:ext cx="2449486" cy="24494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92370" y="516835"/>
            <a:ext cx="3084844" cy="5772840"/>
          </a:xfrm>
        </p:spPr>
        <p:txBody>
          <a:bodyPr anchor="ctr">
            <a:normAutofit/>
          </a:bodyPr>
          <a:lstStyle/>
          <a:p>
            <a:pPr marL="0" lvl="0" indent="0">
              <a:buNone/>
            </a:pPr>
            <a:r>
              <a:rPr lang="en-US" sz="3600">
                <a:solidFill>
                  <a:srgbClr val="FFFFFF"/>
                </a:solidFill>
              </a:rPr>
              <a:t>What is Science?</a:t>
            </a:r>
          </a:p>
        </p:txBody>
      </p:sp>
      <p:graphicFrame>
        <p:nvGraphicFramePr>
          <p:cNvPr id="5" name="Content Placeholder 2">
            <a:extLst>
              <a:ext uri="{FF2B5EF4-FFF2-40B4-BE49-F238E27FC236}">
                <a16:creationId xmlns:a16="http://schemas.microsoft.com/office/drawing/2014/main" id="{23F83A7C-1E99-2FFE-1ED6-ED5650032B58}"/>
              </a:ext>
            </a:extLst>
          </p:cNvPr>
          <p:cNvGraphicFramePr>
            <a:graphicFrameLocks noGrp="1"/>
          </p:cNvGraphicFramePr>
          <p:nvPr>
            <p:ph idx="1"/>
            <p:extLst>
              <p:ext uri="{D42A27DB-BD31-4B8C-83A1-F6EECF244321}">
                <p14:modId xmlns:p14="http://schemas.microsoft.com/office/powerpoint/2010/main" val="1540857622"/>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92370" y="516835"/>
            <a:ext cx="3084844" cy="5772840"/>
          </a:xfrm>
        </p:spPr>
        <p:txBody>
          <a:bodyPr anchor="ctr">
            <a:normAutofit/>
          </a:bodyPr>
          <a:lstStyle/>
          <a:p>
            <a:pPr marL="0" lvl="0" indent="0">
              <a:buNone/>
            </a:pPr>
            <a:r>
              <a:rPr lang="en-US" sz="3600">
                <a:solidFill>
                  <a:srgbClr val="FFFFFF"/>
                </a:solidFill>
              </a:rPr>
              <a:t>The Goals of Science</a:t>
            </a:r>
          </a:p>
        </p:txBody>
      </p:sp>
      <p:graphicFrame>
        <p:nvGraphicFramePr>
          <p:cNvPr id="5" name="Content Placeholder 2">
            <a:extLst>
              <a:ext uri="{FF2B5EF4-FFF2-40B4-BE49-F238E27FC236}">
                <a16:creationId xmlns:a16="http://schemas.microsoft.com/office/drawing/2014/main" id="{BC66C50B-081D-4D6D-DF2D-5E927C739845}"/>
              </a:ext>
            </a:extLst>
          </p:cNvPr>
          <p:cNvGraphicFramePr>
            <a:graphicFrameLocks noGrp="1"/>
          </p:cNvGraphicFramePr>
          <p:nvPr>
            <p:ph idx="1"/>
            <p:extLst>
              <p:ext uri="{D42A27DB-BD31-4B8C-83A1-F6EECF244321}">
                <p14:modId xmlns:p14="http://schemas.microsoft.com/office/powerpoint/2010/main" val="531197370"/>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5C272-3006-4A72-EB63-1F6114A89047}"/>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Goal informs data and design</a:t>
            </a:r>
          </a:p>
        </p:txBody>
      </p:sp>
      <p:graphicFrame>
        <p:nvGraphicFramePr>
          <p:cNvPr id="5" name="Content Placeholder 2">
            <a:extLst>
              <a:ext uri="{FF2B5EF4-FFF2-40B4-BE49-F238E27FC236}">
                <a16:creationId xmlns:a16="http://schemas.microsoft.com/office/drawing/2014/main" id="{135498E0-87B2-6F37-9E44-70E2EBDCDE31}"/>
              </a:ext>
            </a:extLst>
          </p:cNvPr>
          <p:cNvGraphicFramePr>
            <a:graphicFrameLocks noGrp="1"/>
          </p:cNvGraphicFramePr>
          <p:nvPr>
            <p:ph idx="1"/>
            <p:extLst>
              <p:ext uri="{D42A27DB-BD31-4B8C-83A1-F6EECF244321}">
                <p14:modId xmlns:p14="http://schemas.microsoft.com/office/powerpoint/2010/main" val="2654272801"/>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2181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9F526-94D1-C853-40BE-F175B5935929}"/>
              </a:ext>
            </a:extLst>
          </p:cNvPr>
          <p:cNvSpPr>
            <a:spLocks noGrp="1"/>
          </p:cNvSpPr>
          <p:nvPr>
            <p:ph type="title"/>
          </p:nvPr>
        </p:nvSpPr>
        <p:spPr>
          <a:xfrm>
            <a:off x="8177212" y="634946"/>
            <a:ext cx="3372529" cy="5055904"/>
          </a:xfrm>
        </p:spPr>
        <p:txBody>
          <a:bodyPr anchor="ctr">
            <a:normAutofit/>
          </a:bodyPr>
          <a:lstStyle/>
          <a:p>
            <a:r>
              <a:rPr lang="en-US" dirty="0"/>
              <a:t>Designs</a:t>
            </a:r>
          </a:p>
        </p:txBody>
      </p:sp>
      <p:graphicFrame>
        <p:nvGraphicFramePr>
          <p:cNvPr id="5" name="Content Placeholder 2">
            <a:extLst>
              <a:ext uri="{FF2B5EF4-FFF2-40B4-BE49-F238E27FC236}">
                <a16:creationId xmlns:a16="http://schemas.microsoft.com/office/drawing/2014/main" id="{B3354A6D-B5F0-70DF-40ED-0075C2C086B9}"/>
              </a:ext>
            </a:extLst>
          </p:cNvPr>
          <p:cNvGraphicFramePr>
            <a:graphicFrameLocks noGrp="1"/>
          </p:cNvGraphicFramePr>
          <p:nvPr>
            <p:ph idx="1"/>
            <p:extLst>
              <p:ext uri="{D42A27DB-BD31-4B8C-83A1-F6EECF244321}">
                <p14:modId xmlns:p14="http://schemas.microsoft.com/office/powerpoint/2010/main" val="4142459290"/>
              </p:ext>
            </p:extLst>
          </p:nvPr>
        </p:nvGraphicFramePr>
        <p:xfrm>
          <a:off x="633413" y="639763"/>
          <a:ext cx="6910387" cy="50514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47986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139DD-5D1F-4AAF-542E-D672D071D4D9}"/>
              </a:ext>
            </a:extLst>
          </p:cNvPr>
          <p:cNvSpPr>
            <a:spLocks noGrp="1"/>
          </p:cNvSpPr>
          <p:nvPr>
            <p:ph type="title"/>
          </p:nvPr>
        </p:nvSpPr>
        <p:spPr>
          <a:xfrm>
            <a:off x="8177212" y="634946"/>
            <a:ext cx="3372529" cy="5055904"/>
          </a:xfrm>
        </p:spPr>
        <p:txBody>
          <a:bodyPr anchor="ctr">
            <a:normAutofit/>
          </a:bodyPr>
          <a:lstStyle/>
          <a:p>
            <a:r>
              <a:rPr lang="en-US" dirty="0"/>
              <a:t>Data</a:t>
            </a:r>
          </a:p>
        </p:txBody>
      </p:sp>
      <p:graphicFrame>
        <p:nvGraphicFramePr>
          <p:cNvPr id="5" name="Content Placeholder 2">
            <a:extLst>
              <a:ext uri="{FF2B5EF4-FFF2-40B4-BE49-F238E27FC236}">
                <a16:creationId xmlns:a16="http://schemas.microsoft.com/office/drawing/2014/main" id="{40E86E67-EBFB-6C0B-627E-AF6FD26DACCD}"/>
              </a:ext>
            </a:extLst>
          </p:cNvPr>
          <p:cNvGraphicFramePr>
            <a:graphicFrameLocks noGrp="1"/>
          </p:cNvGraphicFramePr>
          <p:nvPr>
            <p:ph idx="1"/>
            <p:extLst>
              <p:ext uri="{D42A27DB-BD31-4B8C-83A1-F6EECF244321}">
                <p14:modId xmlns:p14="http://schemas.microsoft.com/office/powerpoint/2010/main" val="2760315958"/>
              </p:ext>
            </p:extLst>
          </p:nvPr>
        </p:nvGraphicFramePr>
        <p:xfrm>
          <a:off x="633413" y="639763"/>
          <a:ext cx="6910387" cy="50514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69372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D54CE-1899-79FC-F9C7-BE824AEB0657}"/>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Origin of Scientific Knowledge</a:t>
            </a:r>
          </a:p>
        </p:txBody>
      </p:sp>
      <p:graphicFrame>
        <p:nvGraphicFramePr>
          <p:cNvPr id="5" name="Content Placeholder 2">
            <a:extLst>
              <a:ext uri="{FF2B5EF4-FFF2-40B4-BE49-F238E27FC236}">
                <a16:creationId xmlns:a16="http://schemas.microsoft.com/office/drawing/2014/main" id="{A4C75AFE-5F8F-632E-9BD1-47E2EB313E5D}"/>
              </a:ext>
            </a:extLst>
          </p:cNvPr>
          <p:cNvGraphicFramePr>
            <a:graphicFrameLocks noGrp="1"/>
          </p:cNvGraphicFramePr>
          <p:nvPr>
            <p:ph idx="1"/>
            <p:extLst>
              <p:ext uri="{D42A27DB-BD31-4B8C-83A1-F6EECF244321}">
                <p14:modId xmlns:p14="http://schemas.microsoft.com/office/powerpoint/2010/main" val="1636798295"/>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94513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chemeClr val="bg1">
            <a:tint val="90000"/>
            <a:shade val="97000"/>
            <a:satMod val="13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81877" y="643467"/>
            <a:ext cx="3467569" cy="5571066"/>
          </a:xfrm>
        </p:spPr>
        <p:txBody>
          <a:bodyPr anchor="ctr">
            <a:normAutofit/>
          </a:bodyPr>
          <a:lstStyle/>
          <a:p>
            <a:pPr marL="0" lvl="0" indent="0">
              <a:buNone/>
            </a:pPr>
            <a:r>
              <a:rPr lang="en-US" sz="4000" dirty="0">
                <a:solidFill>
                  <a:srgbClr val="FFFFFF"/>
                </a:solidFill>
              </a:rPr>
              <a:t>Small Group Discussion</a:t>
            </a:r>
          </a:p>
        </p:txBody>
      </p:sp>
      <p:sp>
        <p:nvSpPr>
          <p:cNvPr id="3" name="Content Placeholder 2"/>
          <p:cNvSpPr>
            <a:spLocks noGrp="1"/>
          </p:cNvSpPr>
          <p:nvPr>
            <p:ph idx="1"/>
          </p:nvPr>
        </p:nvSpPr>
        <p:spPr>
          <a:xfrm>
            <a:off x="5124206" y="643467"/>
            <a:ext cx="6104288" cy="5571065"/>
          </a:xfrm>
        </p:spPr>
        <p:txBody>
          <a:bodyPr anchor="ctr">
            <a:normAutofit/>
          </a:bodyPr>
          <a:lstStyle/>
          <a:p>
            <a:pPr lvl="1"/>
            <a:r>
              <a:rPr lang="en-US" sz="2800" dirty="0">
                <a:solidFill>
                  <a:srgbClr val="FFFFFF"/>
                </a:solidFill>
              </a:rPr>
              <a:t>Pick one of the following statements and discuss how you might determine if it is true (or false).</a:t>
            </a:r>
          </a:p>
          <a:p>
            <a:pPr lvl="2"/>
            <a:r>
              <a:rPr lang="en-US" dirty="0">
                <a:solidFill>
                  <a:srgbClr val="FFFFFF"/>
                </a:solidFill>
              </a:rPr>
              <a:t>Maintaining a social media presence increases a business’s profits.</a:t>
            </a:r>
          </a:p>
          <a:p>
            <a:pPr lvl="2"/>
            <a:r>
              <a:rPr lang="en-US" dirty="0">
                <a:solidFill>
                  <a:srgbClr val="FFFFFF"/>
                </a:solidFill>
              </a:rPr>
              <a:t>Stock market prices can be predicted by news headlines.</a:t>
            </a:r>
          </a:p>
          <a:p>
            <a:pPr lvl="2"/>
            <a:r>
              <a:rPr lang="en-US" dirty="0">
                <a:solidFill>
                  <a:srgbClr val="FFFFFF"/>
                </a:solidFill>
              </a:rPr>
              <a:t>A political candidate who has more positive mentions on Twitter than their opponent is more likely to win an election.</a:t>
            </a:r>
          </a:p>
          <a:p>
            <a:pPr lvl="2"/>
            <a:r>
              <a:rPr lang="en-US" dirty="0">
                <a:solidFill>
                  <a:srgbClr val="FFFFFF"/>
                </a:solidFill>
              </a:rPr>
              <a:t>Patients are more likely to follow medical advice from a doctor with good bedside manner.</a:t>
            </a:r>
          </a:p>
        </p:txBody>
      </p:sp>
    </p:spTree>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Ways of Knowing</a:t>
            </a:r>
          </a:p>
        </p:txBody>
      </p:sp>
      <p:sp>
        <p:nvSpPr>
          <p:cNvPr id="3" name="Content Placeholder 2"/>
          <p:cNvSpPr>
            <a:spLocks noGrp="1"/>
          </p:cNvSpPr>
          <p:nvPr>
            <p:ph idx="1"/>
          </p:nvPr>
        </p:nvSpPr>
        <p:spPr/>
        <p:txBody>
          <a:bodyPr>
            <a:noAutofit/>
          </a:bodyPr>
          <a:lstStyle/>
          <a:p>
            <a:pPr lvl="1"/>
            <a:r>
              <a:rPr sz="2800" dirty="0"/>
              <a:t>Many types of knowing:</a:t>
            </a:r>
          </a:p>
          <a:p>
            <a:pPr lvl="2"/>
            <a:r>
              <a:rPr sz="2400" dirty="0"/>
              <a:t>Practical, what works</a:t>
            </a:r>
          </a:p>
          <a:p>
            <a:pPr lvl="2"/>
            <a:r>
              <a:rPr sz="2400" dirty="0"/>
              <a:t>Experiential, what we experience</a:t>
            </a:r>
          </a:p>
          <a:p>
            <a:pPr lvl="2"/>
            <a:r>
              <a:rPr sz="2400" dirty="0"/>
              <a:t>Observational, what we observe</a:t>
            </a:r>
          </a:p>
          <a:p>
            <a:pPr lvl="2"/>
            <a:r>
              <a:rPr sz="2400" dirty="0"/>
              <a:t>Rational, through reasoning</a:t>
            </a:r>
          </a:p>
          <a:p>
            <a:pPr lvl="2"/>
            <a:r>
              <a:rPr sz="2400" dirty="0"/>
              <a:t>Discursive, through deliberative discussion</a:t>
            </a:r>
          </a:p>
          <a:p>
            <a:pPr lvl="1"/>
            <a:r>
              <a:rPr sz="2800" dirty="0"/>
              <a:t>Science involves elements of all of them.</a:t>
            </a:r>
          </a:p>
          <a:p>
            <a:pPr lvl="2"/>
            <a:r>
              <a:rPr sz="2400" dirty="0"/>
              <a:t>Experience and reason often influence the topic and methods of inquiry</a:t>
            </a:r>
          </a:p>
          <a:p>
            <a:pPr lvl="2"/>
            <a:r>
              <a:rPr sz="2400" dirty="0"/>
              <a:t>Observation and practice is how data is collected</a:t>
            </a:r>
          </a:p>
          <a:p>
            <a:pPr lvl="2"/>
            <a:r>
              <a:rPr sz="2400" dirty="0"/>
              <a:t>Discursive discussion is how science is refined and improved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0" lvl="0" indent="0">
              <a:buNone/>
            </a:pPr>
            <a:r>
              <a:t>Scientific Inquiry</a:t>
            </a:r>
          </a:p>
        </p:txBody>
      </p:sp>
      <p:sp>
        <p:nvSpPr>
          <p:cNvPr id="3" name="Content Placeholder 2"/>
          <p:cNvSpPr>
            <a:spLocks noGrp="1"/>
          </p:cNvSpPr>
          <p:nvPr>
            <p:ph idx="1"/>
          </p:nvPr>
        </p:nvSpPr>
        <p:spPr>
          <a:xfrm>
            <a:off x="1097279" y="1845734"/>
            <a:ext cx="6454987" cy="4023360"/>
          </a:xfrm>
        </p:spPr>
        <p:txBody>
          <a:bodyPr>
            <a:normAutofit/>
          </a:bodyPr>
          <a:lstStyle/>
          <a:p>
            <a:pPr lvl="1"/>
            <a:r>
              <a:t>Basis for how we know things and question our assumptions about the world around us</a:t>
            </a:r>
          </a:p>
          <a:p>
            <a:pPr lvl="1"/>
            <a:r>
              <a:t>Involves not only systematic study and deliberation but also creativity</a:t>
            </a:r>
          </a:p>
          <a:p>
            <a:pPr lvl="1"/>
            <a:r>
              <a:t>A dynamic, ongoing process</a:t>
            </a:r>
          </a:p>
        </p:txBody>
      </p:sp>
      <p:pic>
        <p:nvPicPr>
          <p:cNvPr id="7" name="Graphic 6" descr="Person with Idea">
            <a:extLst>
              <a:ext uri="{FF2B5EF4-FFF2-40B4-BE49-F238E27FC236}">
                <a16:creationId xmlns:a16="http://schemas.microsoft.com/office/drawing/2014/main" id="{5B8C4D2F-FF6B-DB23-BAA2-D17EB2E5B3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20570" y="2084269"/>
            <a:ext cx="3135109" cy="313510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AC9AA-E161-BD0F-5EA9-93974667DC2F}"/>
              </a:ext>
            </a:extLst>
          </p:cNvPr>
          <p:cNvSpPr>
            <a:spLocks noGrp="1"/>
          </p:cNvSpPr>
          <p:nvPr>
            <p:ph type="title"/>
          </p:nvPr>
        </p:nvSpPr>
        <p:spPr>
          <a:xfrm>
            <a:off x="653145" y="609599"/>
            <a:ext cx="3364378" cy="5606143"/>
          </a:xfrm>
        </p:spPr>
        <p:txBody>
          <a:bodyPr>
            <a:normAutofit/>
          </a:bodyPr>
          <a:lstStyle/>
          <a:p>
            <a:r>
              <a:rPr lang="en-US" sz="4800" dirty="0">
                <a:solidFill>
                  <a:schemeClr val="tx1"/>
                </a:solidFill>
              </a:rPr>
              <a:t>Basis of Scientific Knowledge</a:t>
            </a:r>
          </a:p>
        </p:txBody>
      </p:sp>
      <p:graphicFrame>
        <p:nvGraphicFramePr>
          <p:cNvPr id="14" name="Content Placeholder 2">
            <a:extLst>
              <a:ext uri="{FF2B5EF4-FFF2-40B4-BE49-F238E27FC236}">
                <a16:creationId xmlns:a16="http://schemas.microsoft.com/office/drawing/2014/main" id="{00E2589E-D64A-4E8B-9206-2C777A120DF3}"/>
              </a:ext>
            </a:extLst>
          </p:cNvPr>
          <p:cNvGraphicFramePr>
            <a:graphicFrameLocks noGrp="1"/>
          </p:cNvGraphicFramePr>
          <p:nvPr>
            <p:ph idx="1"/>
            <p:extLst>
              <p:ext uri="{D42A27DB-BD31-4B8C-83A1-F6EECF244321}">
                <p14:modId xmlns:p14="http://schemas.microsoft.com/office/powerpoint/2010/main" val="10333793"/>
              </p:ext>
            </p:extLst>
          </p:nvPr>
        </p:nvGraphicFramePr>
        <p:xfrm>
          <a:off x="4545013" y="1199858"/>
          <a:ext cx="6451943" cy="44678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68180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1" descr="science_overview.png"/>
          <p:cNvPicPr>
            <a:picLocks noGrp="1" noChangeAspect="1"/>
          </p:cNvPicPr>
          <p:nvPr/>
        </p:nvPicPr>
        <p:blipFill>
          <a:blip r:embed="rId3"/>
          <a:srcRect t="21721"/>
          <a:stretch>
            <a:fillRect/>
          </a:stretch>
        </p:blipFill>
        <p:spPr bwMode="auto">
          <a:xfrm>
            <a:off x="0" y="0"/>
            <a:ext cx="12192031" cy="4915066"/>
          </a:xfrm>
          <a:prstGeom prst="rect">
            <a:avLst/>
          </a:prstGeom>
          <a:noFill/>
        </p:spPr>
      </p:pic>
      <p:sp>
        <p:nvSpPr>
          <p:cNvPr id="2" name="Title 1"/>
          <p:cNvSpPr>
            <a:spLocks noGrp="1"/>
          </p:cNvSpPr>
          <p:nvPr>
            <p:ph type="title"/>
          </p:nvPr>
        </p:nvSpPr>
        <p:spPr>
          <a:xfrm>
            <a:off x="1065197" y="5120640"/>
            <a:ext cx="10058400" cy="822960"/>
          </a:xfrm>
        </p:spPr>
        <p:txBody>
          <a:bodyPr vert="horz" lIns="91440" tIns="45720" rIns="91440" bIns="45720" rtlCol="0" anchor="b">
            <a:normAutofit/>
          </a:bodyPr>
          <a:lstStyle/>
          <a:p>
            <a:pPr marL="0" lvl="0" indent="0"/>
            <a:r>
              <a:rPr lang="en-US" dirty="0">
                <a:solidFill>
                  <a:schemeClr val="tx1"/>
                </a:solidFill>
                <a:latin typeface="+mj-lt"/>
                <a:cs typeface="+mj-cs"/>
              </a:rPr>
              <a:t>What Makes Good Science?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0" lvl="0" indent="0">
              <a:buNone/>
            </a:pPr>
            <a:r>
              <a:t>Scientific Objectivity</a:t>
            </a:r>
          </a:p>
        </p:txBody>
      </p:sp>
      <p:sp>
        <p:nvSpPr>
          <p:cNvPr id="3" name="Content Placeholder 2"/>
          <p:cNvSpPr>
            <a:spLocks noGrp="1"/>
          </p:cNvSpPr>
          <p:nvPr>
            <p:ph idx="1"/>
          </p:nvPr>
        </p:nvSpPr>
        <p:spPr>
          <a:xfrm>
            <a:off x="1097279" y="1845734"/>
            <a:ext cx="6454987" cy="4023360"/>
          </a:xfrm>
        </p:spPr>
        <p:txBody>
          <a:bodyPr>
            <a:normAutofit/>
          </a:bodyPr>
          <a:lstStyle/>
          <a:p>
            <a:pPr lvl="1"/>
            <a:r>
              <a:rPr lang="en-US" sz="3000"/>
              <a:t>Doesn’t mean unbiased; everyone has biases</a:t>
            </a:r>
          </a:p>
          <a:p>
            <a:pPr lvl="1"/>
            <a:r>
              <a:rPr lang="en-US" sz="3000"/>
              <a:t>Means recognize your biases and understanding how they might impact your thinking</a:t>
            </a:r>
          </a:p>
          <a:p>
            <a:pPr lvl="1"/>
            <a:r>
              <a:rPr lang="en-US" sz="3000"/>
              <a:t>Good research projects are on topics you care about</a:t>
            </a:r>
          </a:p>
          <a:p>
            <a:pPr lvl="1"/>
            <a:r>
              <a:rPr lang="en-US" sz="3000"/>
              <a:t>Goal is to be open-minded and ethical</a:t>
            </a:r>
          </a:p>
        </p:txBody>
      </p:sp>
      <p:pic>
        <p:nvPicPr>
          <p:cNvPr id="7" name="Graphic 6" descr="Questions">
            <a:extLst>
              <a:ext uri="{FF2B5EF4-FFF2-40B4-BE49-F238E27FC236}">
                <a16:creationId xmlns:a16="http://schemas.microsoft.com/office/drawing/2014/main" id="{F65A636B-60FE-5E55-DE8C-765E132375A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20570" y="2084269"/>
            <a:ext cx="3135109" cy="313510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92370" y="516835"/>
            <a:ext cx="3084844" cy="5772840"/>
          </a:xfrm>
        </p:spPr>
        <p:txBody>
          <a:bodyPr anchor="ctr">
            <a:normAutofit/>
          </a:bodyPr>
          <a:lstStyle/>
          <a:p>
            <a:pPr marL="0" lvl="0" indent="0">
              <a:buNone/>
            </a:pPr>
            <a:r>
              <a:rPr lang="en-US" sz="3600">
                <a:solidFill>
                  <a:schemeClr val="tx1"/>
                </a:solidFill>
              </a:rPr>
              <a:t>Steps in Research Process</a:t>
            </a:r>
          </a:p>
        </p:txBody>
      </p:sp>
      <p:graphicFrame>
        <p:nvGraphicFramePr>
          <p:cNvPr id="5" name="Content Placeholder 2">
            <a:extLst>
              <a:ext uri="{FF2B5EF4-FFF2-40B4-BE49-F238E27FC236}">
                <a16:creationId xmlns:a16="http://schemas.microsoft.com/office/drawing/2014/main" id="{2ECF7765-52C6-D0AB-D1E9-B6116050B888}"/>
              </a:ext>
            </a:extLst>
          </p:cNvPr>
          <p:cNvGraphicFramePr>
            <a:graphicFrameLocks noGrp="1"/>
          </p:cNvGraphicFramePr>
          <p:nvPr>
            <p:ph idx="1"/>
            <p:extLst>
              <p:ext uri="{D42A27DB-BD31-4B8C-83A1-F6EECF244321}">
                <p14:modId xmlns:p14="http://schemas.microsoft.com/office/powerpoint/2010/main" val="1881279413"/>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92370" y="516835"/>
            <a:ext cx="3084844" cy="5772840"/>
          </a:xfrm>
        </p:spPr>
        <p:txBody>
          <a:bodyPr anchor="ctr">
            <a:normAutofit/>
          </a:bodyPr>
          <a:lstStyle/>
          <a:p>
            <a:pPr marL="0" lvl="0" indent="0">
              <a:buNone/>
            </a:pPr>
            <a:r>
              <a:rPr lang="en-US" sz="4400" dirty="0">
                <a:solidFill>
                  <a:schemeClr val="tx1"/>
                </a:solidFill>
              </a:rPr>
              <a:t>How to Begin Research</a:t>
            </a:r>
          </a:p>
        </p:txBody>
      </p:sp>
      <p:graphicFrame>
        <p:nvGraphicFramePr>
          <p:cNvPr id="10" name="Content Placeholder 2">
            <a:extLst>
              <a:ext uri="{FF2B5EF4-FFF2-40B4-BE49-F238E27FC236}">
                <a16:creationId xmlns:a16="http://schemas.microsoft.com/office/drawing/2014/main" id="{1CA8C33C-1A85-AEF4-D47E-50BA72873D75}"/>
              </a:ext>
            </a:extLst>
          </p:cNvPr>
          <p:cNvGraphicFramePr>
            <a:graphicFrameLocks noGrp="1"/>
          </p:cNvGraphicFramePr>
          <p:nvPr>
            <p:ph idx="1"/>
            <p:extLst>
              <p:ext uri="{D42A27DB-BD31-4B8C-83A1-F6EECF244321}">
                <p14:modId xmlns:p14="http://schemas.microsoft.com/office/powerpoint/2010/main" val="2408142611"/>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605896"/>
            <a:ext cx="3084844" cy="5646208"/>
          </a:xfrm>
        </p:spPr>
        <p:txBody>
          <a:bodyPr anchor="ctr">
            <a:normAutofit/>
          </a:bodyPr>
          <a:lstStyle/>
          <a:p>
            <a:pPr marL="0" lvl="0" indent="0">
              <a:buNone/>
            </a:pPr>
            <a:r>
              <a:rPr lang="en-US" sz="4400" dirty="0">
                <a:solidFill>
                  <a:srgbClr val="FFFFFF"/>
                </a:solidFill>
              </a:rPr>
              <a:t>Step 1: Observe some phenomena</a:t>
            </a:r>
          </a:p>
        </p:txBody>
      </p:sp>
      <p:sp>
        <p:nvSpPr>
          <p:cNvPr id="7" name="Rectangle 6">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4742016" y="605896"/>
            <a:ext cx="6413663" cy="5646208"/>
          </a:xfrm>
        </p:spPr>
        <p:txBody>
          <a:bodyPr anchor="ctr">
            <a:normAutofit/>
          </a:bodyPr>
          <a:lstStyle/>
          <a:p>
            <a:pPr lvl="1"/>
            <a:r>
              <a:rPr lang="en-US" sz="4000" dirty="0"/>
              <a:t>Think about a topic that really interest you</a:t>
            </a:r>
          </a:p>
          <a:p>
            <a:pPr lvl="2"/>
            <a:r>
              <a:rPr lang="en-US" sz="3200" dirty="0"/>
              <a:t>Maybe some problem at work or something you’re curious about in your everyday life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605896"/>
            <a:ext cx="3084844" cy="5646208"/>
          </a:xfrm>
        </p:spPr>
        <p:txBody>
          <a:bodyPr anchor="ctr">
            <a:normAutofit/>
          </a:bodyPr>
          <a:lstStyle/>
          <a:p>
            <a:pPr marL="0" lvl="0" indent="0">
              <a:buNone/>
            </a:pPr>
            <a:r>
              <a:rPr lang="en-US" sz="4400" dirty="0">
                <a:solidFill>
                  <a:srgbClr val="FFFFFF"/>
                </a:solidFill>
              </a:rPr>
              <a:t>Step 2: Focus on a specific question about that phenomena</a:t>
            </a:r>
          </a:p>
        </p:txBody>
      </p:sp>
      <p:sp>
        <p:nvSpPr>
          <p:cNvPr id="7" name="Rectangle 6">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4742016" y="605896"/>
            <a:ext cx="6413663" cy="5646208"/>
          </a:xfrm>
        </p:spPr>
        <p:txBody>
          <a:bodyPr anchor="ctr">
            <a:normAutofit lnSpcReduction="10000"/>
          </a:bodyPr>
          <a:lstStyle/>
          <a:p>
            <a:pPr lvl="1"/>
            <a:r>
              <a:rPr lang="en-US" sz="3200" dirty="0"/>
              <a:t>What specific aspects of the problem or phenomena are interesting?</a:t>
            </a:r>
          </a:p>
          <a:p>
            <a:pPr lvl="1"/>
            <a:r>
              <a:rPr lang="en-US" sz="3200" dirty="0"/>
              <a:t>If there is a problem, think about ways you might measure the problem’s effects or fix the problem</a:t>
            </a:r>
          </a:p>
          <a:p>
            <a:pPr lvl="1"/>
            <a:r>
              <a:rPr lang="en-US" sz="3200" dirty="0"/>
              <a:t>If it is a curiosity, think what do you want to know about this phenomena (e.g. ‘why does X happen?’ or ‘why is X important?’)</a:t>
            </a:r>
          </a:p>
          <a:p>
            <a:pPr lvl="1"/>
            <a:r>
              <a:rPr lang="en-US" sz="3200" dirty="0"/>
              <a:t>Write 1-4 specific questions that could be answered with observation and data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605896"/>
            <a:ext cx="3084844" cy="5646208"/>
          </a:xfrm>
        </p:spPr>
        <p:txBody>
          <a:bodyPr anchor="ctr">
            <a:normAutofit/>
          </a:bodyPr>
          <a:lstStyle/>
          <a:p>
            <a:pPr marL="0" lvl="0" indent="0">
              <a:buNone/>
            </a:pPr>
            <a:r>
              <a:rPr lang="en-US" dirty="0">
                <a:solidFill>
                  <a:srgbClr val="FFFFFF"/>
                </a:solidFill>
              </a:rPr>
              <a:t>Step 3: Examine the question</a:t>
            </a:r>
          </a:p>
        </p:txBody>
      </p:sp>
      <p:sp>
        <p:nvSpPr>
          <p:cNvPr id="7" name="Rectangle 6">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4742016" y="605896"/>
            <a:ext cx="6413663" cy="5646208"/>
          </a:xfrm>
        </p:spPr>
        <p:txBody>
          <a:bodyPr anchor="ctr">
            <a:normAutofit/>
          </a:bodyPr>
          <a:lstStyle/>
          <a:p>
            <a:pPr lvl="1"/>
            <a:r>
              <a:rPr lang="en-US" sz="3600" dirty="0"/>
              <a:t>Learn what other researchers have already done</a:t>
            </a:r>
          </a:p>
          <a:p>
            <a:pPr lvl="1"/>
            <a:r>
              <a:rPr lang="en-US" sz="3600" dirty="0"/>
              <a:t>More on this next time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492370" y="605896"/>
            <a:ext cx="3084844" cy="5646208"/>
          </a:xfrm>
        </p:spPr>
        <p:txBody>
          <a:bodyPr anchor="ctr">
            <a:normAutofit/>
          </a:bodyPr>
          <a:lstStyle/>
          <a:p>
            <a:pPr marL="0" lvl="0" indent="0">
              <a:buNone/>
            </a:pPr>
            <a:r>
              <a:rPr lang="en-US" sz="3600" dirty="0">
                <a:solidFill>
                  <a:srgbClr val="FFFFFF"/>
                </a:solidFill>
              </a:rPr>
              <a:t>Step 4: Reconceptualize and refine the question and problem</a:t>
            </a:r>
          </a:p>
        </p:txBody>
      </p:sp>
      <p:sp>
        <p:nvSpPr>
          <p:cNvPr id="7" name="Rectangle 6">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4742016" y="605896"/>
            <a:ext cx="6413663" cy="5646208"/>
          </a:xfrm>
        </p:spPr>
        <p:txBody>
          <a:bodyPr anchor="ctr">
            <a:normAutofit/>
          </a:bodyPr>
          <a:lstStyle/>
          <a:p>
            <a:pPr lvl="1"/>
            <a:r>
              <a:rPr lang="en-US" sz="3200" dirty="0"/>
              <a:t>Once you’ve learned about the topic and previous research, refine your questions</a:t>
            </a:r>
          </a:p>
          <a:p>
            <a:pPr lvl="1"/>
            <a:r>
              <a:rPr lang="en-US" sz="3200" dirty="0"/>
              <a:t>More on this in coming weeks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0998620E-D691-3BAB-32C1-B2BE6A3670B7}"/>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Scientific Proposal Writing</a:t>
            </a:r>
          </a:p>
        </p:txBody>
      </p:sp>
      <p:sp>
        <p:nvSpPr>
          <p:cNvPr id="22" name="Rectangle 21">
            <a:extLst>
              <a:ext uri="{FF2B5EF4-FFF2-40B4-BE49-F238E27FC236}">
                <a16:creationId xmlns:a16="http://schemas.microsoft.com/office/drawing/2014/main" id="{6669F804-A677-4B75-95F4-A5E4426FB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14" name="Content Placeholder 2">
            <a:extLst>
              <a:ext uri="{FF2B5EF4-FFF2-40B4-BE49-F238E27FC236}">
                <a16:creationId xmlns:a16="http://schemas.microsoft.com/office/drawing/2014/main" id="{AE922470-D943-9091-CF28-2BECA93310AE}"/>
              </a:ext>
            </a:extLst>
          </p:cNvPr>
          <p:cNvGraphicFramePr>
            <a:graphicFrameLocks noGrp="1"/>
          </p:cNvGraphicFramePr>
          <p:nvPr>
            <p:ph idx="1"/>
            <p:extLst>
              <p:ext uri="{D42A27DB-BD31-4B8C-83A1-F6EECF244321}">
                <p14:modId xmlns:p14="http://schemas.microsoft.com/office/powerpoint/2010/main" val="3372685684"/>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74817201"/>
      </p:ext>
    </p:extLst>
  </p:cSld>
  <p:clrMapOvr>
    <a:masterClrMapping/>
  </p:clrMapOvr>
</p:sld>
</file>

<file path=ppt/theme/theme1.xml><?xml version="1.0" encoding="utf-8"?>
<a:theme xmlns:a="http://schemas.openxmlformats.org/drawingml/2006/main" name="Basis">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D9D01AC2-EE7D-4E49-99EE-8E62E4E7E8A7}"/>
    </a:ext>
  </a:extLst>
</a:theme>
</file>

<file path=ppt/theme/theme2.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1899</TotalTime>
  <Words>2454</Words>
  <Application>Microsoft Office PowerPoint</Application>
  <PresentationFormat>Widescreen</PresentationFormat>
  <Paragraphs>153</Paragraphs>
  <Slides>20</Slides>
  <Notes>19</Notes>
  <HiddenSlides>1</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Aptos</vt:lpstr>
      <vt:lpstr>Arial</vt:lpstr>
      <vt:lpstr>Calibri</vt:lpstr>
      <vt:lpstr>Calibri Light</vt:lpstr>
      <vt:lpstr>Corbel</vt:lpstr>
      <vt:lpstr>Segoe UI</vt:lpstr>
      <vt:lpstr>Basis</vt:lpstr>
      <vt:lpstr>Retrospect</vt:lpstr>
      <vt:lpstr>Scientific Thinking</vt:lpstr>
      <vt:lpstr>What is Science?</vt:lpstr>
      <vt:lpstr>The Goals of Science</vt:lpstr>
      <vt:lpstr>Goal informs data and design</vt:lpstr>
      <vt:lpstr>Designs</vt:lpstr>
      <vt:lpstr>Data</vt:lpstr>
      <vt:lpstr>Origin of Scientific Knowledge</vt:lpstr>
      <vt:lpstr>Small Group Discussion</vt:lpstr>
      <vt:lpstr>Ways of Knowing</vt:lpstr>
      <vt:lpstr>Scientific Inquiry</vt:lpstr>
      <vt:lpstr>Basis of Scientific Knowledge</vt:lpstr>
      <vt:lpstr>What Makes Good Science?</vt:lpstr>
      <vt:lpstr>Scientific Objectivity</vt:lpstr>
      <vt:lpstr>Steps in Research Process</vt:lpstr>
      <vt:lpstr>How to Begin Research</vt:lpstr>
      <vt:lpstr>Step 1: Observe some phenomena</vt:lpstr>
      <vt:lpstr>Step 2: Focus on a specific question about that phenomena</vt:lpstr>
      <vt:lpstr>Step 3: Examine the question</vt:lpstr>
      <vt:lpstr>Step 4: Reconceptualize and refine the question and problem</vt:lpstr>
      <vt:lpstr>Scientific Proposal Writing</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TM02900769[[fn=Retrospect]]</Template>
  <TotalTime>5</TotalTime>
  <Words>5</Words>
  <Application>Microsoft Office PowerPoint</Application>
  <PresentationFormat>Widescreen</PresentationFormat>
  <Paragraphs>4</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Calibri</vt:lpstr>
      <vt:lpstr>Calibri Light</vt:lpstr>
      <vt:lpstr>Times New Roman</vt:lpstr>
      <vt:lpstr>Retrospect</vt:lpstr>
      <vt:lpstr>Title</vt:lpstr>
      <vt:lpstr>Slide Title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Thinking</dc:title>
  <dc:creator>Dr. Kayla Jordan</dc:creator>
  <cp:keywords/>
  <cp:lastModifiedBy>Kayden Jordan</cp:lastModifiedBy>
  <cp:revision>2</cp:revision>
  <dcterms:created xsi:type="dcterms:W3CDTF">2022-01-09T23:14:23Z</dcterms:created>
  <dcterms:modified xsi:type="dcterms:W3CDTF">2025-11-12T22:26:02Z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1/11/2022</vt:lpwstr>
  </property>
  <property fmtid="{D5CDD505-2E9C-101B-9397-08002B2CF9AE}" pid="3" name="output">
    <vt:lpwstr/>
  </property>
</Properties>
</file>